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72D4-419C-D9A3-6F1A-56183E0C1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B7FA3-BA78-2A86-62FD-B657FBFE9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9AC2D-1F88-6E94-30B5-B1E83B74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18EB3-6CFB-E674-F2D2-38273CC1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06E2-F87C-AB0F-A9F5-2E15A08A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88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5CAF-CA6A-44B1-F9AD-11759222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326E9-E3B4-6FE0-6171-43861AD8B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631C5-D0C1-D1B9-2E96-C5A705C1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0F85D-B034-8A61-AF27-D10D7D90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F8363-AD1D-9369-E5DA-8AC7A406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6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F22A-732B-870B-FEA5-BE249458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937A2-27C2-B40D-CF6B-96FB8AE75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646F5-3163-DF6B-947F-DBE019D9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C8A41-14F1-7AF3-7AD7-C961052C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B763A-2B68-84F2-75EA-90FA3A1C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9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496D-0860-FE24-E0BB-132D0CB4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93030-CC12-C500-6268-9FB75513D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BCA5B-A6FE-B24E-5653-40413658A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2C6F3-D9E2-679B-22AC-BC5A052A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FD5A-3DB8-057D-CB7A-DF46B171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B1762-3A5C-BF4E-A199-3D5AC2F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55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F19C-14D1-1D5B-4E1D-E5F36075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C10FB-45F5-5D2B-9920-70C6FD2C5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5C347-392C-32DC-1907-BA871E360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A92EB-2543-17E7-22FD-3B729A9E0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302E4-1451-7043-CC1A-87E44B29C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2F8AC-F4E3-084A-4107-33C52CEF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ACBF7-1D05-5429-ECDF-E92D1CDF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11C37-4197-59B4-A353-0D2538C1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98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C91D-97CD-FEDB-5C22-4E209163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96B82-AF58-C2F1-040F-ECC3E5CB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58B89-84AD-C8FB-268F-84DF48D4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6EAAF-F950-4840-1797-5B9B62F3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01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525DD-938C-6662-7C36-CCA2D882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B6494-393A-F5C3-1FF5-49C310137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A9F0-73E1-E655-82C9-BF4C75A4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96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B102-2B08-B507-731B-44A2338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5D6B-876A-6A9E-7773-4CE7C5D13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6D5CD-8526-EA5E-9D78-997DC9354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C8645-2C6D-42EE-CADE-D48F42AA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2C96E-3619-395D-1251-B7FB6049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1540-AAF0-1746-E5E0-5081A694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74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188E-36E0-2585-0763-E2904494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EADA3-DC4E-71B3-EDE3-565612BB6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F6FA0-FFA1-3F37-B4BE-9E407588E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D0769-AE97-D433-CCD7-362D3101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1669-7FAA-30B7-4087-60BE3BB3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528F5-45E2-7D3D-523B-AAAD422E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7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8A58-D199-B9B1-142A-426B7BBE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3363F-B0E7-D3CA-74E9-6DCD022BD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0267F-873A-4FD2-877C-D7FBDED5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7C393-93E0-C85F-A238-56B1EDAF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F9C7B-983B-8125-6976-46B2348C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5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44063-439A-F7B8-769A-CF712BDCD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512D-8120-18AA-E004-7A2B7A32C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10CFF-36F2-E8DB-09ED-F38EDC6B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517B4-44FC-0F48-761E-9B2C188D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33A5-8E68-F18D-3D2E-788EBCF2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95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0AE2D-5FF6-5A2D-0658-CBEA0E85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62CB9-238D-DF9A-3C70-64C1873B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70C3-62BE-053D-2147-F80B9FFD2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3E131-8BBA-476D-B87E-EB209D5B26E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CE4A-CD03-6734-A9F0-B759D3A85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9D96F-984A-9741-D7A5-B452590D2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2D615-C1BA-4553-B40A-3D4502A26F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3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C33C-3C8F-D422-EA37-220A81EAC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443939"/>
            <a:ext cx="9144000" cy="814592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For a transmission line which is terminated in a normalized impedance Z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VSWR = 2. Then calculate the normalized impedance magnitude.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38520-6E4A-C30C-8843-B1D54C0F2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36955"/>
            <a:ext cx="9144000" cy="4591663"/>
          </a:xfrm>
        </p:spPr>
        <p:txBody>
          <a:bodyPr/>
          <a:lstStyle/>
          <a:p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38F860-1062-0C01-8615-289EE5CA97E5}"/>
              </a:ext>
            </a:extLst>
          </p:cNvPr>
          <p:cNvGrpSpPr/>
          <p:nvPr/>
        </p:nvGrpSpPr>
        <p:grpSpPr>
          <a:xfrm>
            <a:off x="1523999" y="1582996"/>
            <a:ext cx="8434040" cy="4591664"/>
            <a:chOff x="1523999" y="1582995"/>
            <a:chExt cx="8554066" cy="50242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AFEC59-DDDA-838F-0DA6-722E2EA79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3999" y="1582995"/>
              <a:ext cx="7983795" cy="269403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C12DA1-B5EC-A6E3-729B-3499ECF58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653" y="3706762"/>
              <a:ext cx="8416412" cy="2900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936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93DC-8927-26E7-4F56-8D98476B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 lossless transmission line used in a TV receiver has a capacitance of 50pf/m and an inductance of 200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/m. Then calculate the characteristic impedance for the sections of a line 10 mete long and 500 meter long.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2E012D-9BC8-C8D7-B5F6-83C657AD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08" y="1514168"/>
            <a:ext cx="8876370" cy="497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A9546-D9C2-E00C-78BF-F798A6E50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471" y="434898"/>
            <a:ext cx="8982181" cy="578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8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D909-300C-36BE-1E65-1FE641EC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 lossless transmission line is terminated in a load impedance of 30-j23 ohms. Then by applying the concept of infinite line calculate the phase constant and the reflection coefficient of a line of length 50m, with characteristic impedance 50ohms and wavelength on the line is 0.45m.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0847E-70C3-7378-F946-6C403E678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2253" y="1563329"/>
            <a:ext cx="9222059" cy="473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0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28B3-1109-7977-0F1A-97BEC91B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E3CF-226F-5824-9B80-EF628B01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 lossy cable which has R =2.25 ohms/m, L=1 micro H /m, C= 1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peco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/m, and G=0 operates at a frequency of 0.5GHz. Then analyze the scenario and calculate attenuation constant of the line.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A72F62-2A03-B001-BFBA-246AF34B4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049" y="1690688"/>
            <a:ext cx="8399783" cy="431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5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56C1-296E-E2A4-CDD8-2CE70361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A46F-C143-E96D-B23B-1783091B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 two-wire open air line, whose diameter is 2.588mm is used in several applications. The wires are spaced at 290mm between the centers. Then calculate the characteristic impedance of the line.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FE2F45-8CC5-7A1A-BD16-E529C8C99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1766" y="3063953"/>
            <a:ext cx="4008467" cy="1874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E6C01-48D8-B938-39A2-9A03DE90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88" y="1609316"/>
            <a:ext cx="9875690" cy="35821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CD7685-3792-BDB0-45EF-A9AC9FD98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182" y="2048522"/>
            <a:ext cx="8681884" cy="39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2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B980-396E-6163-6F63-54BC2F33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 transmission line is lossless and is 25m long. It is terminated in a load of 40+j30 ohms at a frequency of 10MHz. The inductance and capacitance of the line are L =300nH/m, C=40pF/m. Then calculate the input impedance at the source and at the midpoint of the line.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7F6598-5E0B-AE79-CF96-ED74D7187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872" y="1406013"/>
            <a:ext cx="8996516" cy="508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1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BCB19B-090D-3FEF-5D9C-ABE004C59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52" y="462115"/>
            <a:ext cx="9940413" cy="622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3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281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1. For a transmission line which is terminated in a normalized impedance Zn, VSWR = 2. Then calculate the normalized impedance magnitude. </vt:lpstr>
      <vt:lpstr>2. A lossless transmission line used in a TV receiver has a capacitance of 50pf/m and an inductance of 200 nH/m. Then calculate the characteristic impedance for the sections of a line 10 mete long and 500 meter long. </vt:lpstr>
      <vt:lpstr>PowerPoint Presentation</vt:lpstr>
      <vt:lpstr> 3. A lossless transmission line is terminated in a load impedance of 30-j23 ohms. Then by applying the concept of infinite line calculate the phase constant and the reflection coefficient of a line of length 50m, with characteristic impedance 50ohms and wavelength on the line is 0.45m. </vt:lpstr>
      <vt:lpstr> 4. A lossy cable which has R =2.25 ohms/m, L=1 micro H /m, C= 1 peco F /m, and G=0 operates at a frequency of 0.5GHz. Then analyze the scenario and calculate attenuation constant of the line. </vt:lpstr>
      <vt:lpstr> 5. A two-wire open air line, whose diameter is 2.588mm is used in several applications. The wires are spaced at 290mm between the centers. Then calculate the characteristic impedance of the line.</vt:lpstr>
      <vt:lpstr>6. A transmission line is lossless and is 25m long. It is terminated in a load of 40+j30 ohms at a frequency of 10MHz. The inductance and capacitance of the line are L =300nH/m, C=40pF/m. Then calculate the input impedance at the source and at the midpoint of the line.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Sirisha Kolli</dc:creator>
  <cp:lastModifiedBy>Zia Ur Rahman Mohammad</cp:lastModifiedBy>
  <cp:revision>3</cp:revision>
  <dcterms:created xsi:type="dcterms:W3CDTF">2026-04-01T04:58:21Z</dcterms:created>
  <dcterms:modified xsi:type="dcterms:W3CDTF">2026-04-01T05:32:25Z</dcterms:modified>
</cp:coreProperties>
</file>