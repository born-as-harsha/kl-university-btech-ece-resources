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30" r:id="rId75"/>
    <p:sldId id="329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1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a Ur Rahman Mohammad" userId="d8f1cd2bf17086b4" providerId="LiveId" clId="{232D0DC4-3EBC-4147-B678-55E94D277667}"/>
    <pc:docChg chg="undo custSel addSld modSld">
      <pc:chgData name="Zia Ur Rahman Mohammad" userId="d8f1cd2bf17086b4" providerId="LiveId" clId="{232D0DC4-3EBC-4147-B678-55E94D277667}" dt="2026-02-06T05:20:17.745" v="198" actId="1076"/>
      <pc:docMkLst>
        <pc:docMk/>
      </pc:docMkLst>
      <pc:sldChg chg="addSp delSp modSp new mod">
        <pc:chgData name="Zia Ur Rahman Mohammad" userId="d8f1cd2bf17086b4" providerId="LiveId" clId="{232D0DC4-3EBC-4147-B678-55E94D277667}" dt="2026-02-06T05:10:22.091" v="108"/>
        <pc:sldMkLst>
          <pc:docMk/>
          <pc:sldMk cId="2158273158" sldId="256"/>
        </pc:sldMkLst>
        <pc:spChg chg="del">
          <ac:chgData name="Zia Ur Rahman Mohammad" userId="d8f1cd2bf17086b4" providerId="LiveId" clId="{232D0DC4-3EBC-4147-B678-55E94D277667}" dt="2026-02-06T05:07:17.957" v="20" actId="478"/>
          <ac:spMkLst>
            <pc:docMk/>
            <pc:sldMk cId="2158273158" sldId="256"/>
            <ac:spMk id="2" creationId="{E3987692-564D-8E09-F172-B7093979553B}"/>
          </ac:spMkLst>
        </pc:spChg>
        <pc:spChg chg="del">
          <ac:chgData name="Zia Ur Rahman Mohammad" userId="d8f1cd2bf17086b4" providerId="LiveId" clId="{232D0DC4-3EBC-4147-B678-55E94D277667}" dt="2026-02-06T05:07:19.685" v="21" actId="478"/>
          <ac:spMkLst>
            <pc:docMk/>
            <pc:sldMk cId="2158273158" sldId="256"/>
            <ac:spMk id="3" creationId="{9736A442-A865-866B-6052-5329B4A93D1B}"/>
          </ac:spMkLst>
        </pc:spChg>
        <pc:spChg chg="add mod">
          <ac:chgData name="Zia Ur Rahman Mohammad" userId="d8f1cd2bf17086b4" providerId="LiveId" clId="{232D0DC4-3EBC-4147-B678-55E94D277667}" dt="2026-02-06T05:10:22.091" v="108"/>
          <ac:spMkLst>
            <pc:docMk/>
            <pc:sldMk cId="2158273158" sldId="256"/>
            <ac:spMk id="8" creationId="{E4337C91-8D85-544F-9997-D43B96F24752}"/>
          </ac:spMkLst>
        </pc:spChg>
      </pc:sldChg>
      <pc:sldChg chg="addSp delSp modSp new mod">
        <pc:chgData name="Zia Ur Rahman Mohammad" userId="d8f1cd2bf17086b4" providerId="LiveId" clId="{232D0DC4-3EBC-4147-B678-55E94D277667}" dt="2026-02-06T05:12:21.405" v="113" actId="1076"/>
        <pc:sldMkLst>
          <pc:docMk/>
          <pc:sldMk cId="1139248030" sldId="257"/>
        </pc:sldMkLst>
        <pc:spChg chg="del">
          <ac:chgData name="Zia Ur Rahman Mohammad" userId="d8f1cd2bf17086b4" providerId="LiveId" clId="{232D0DC4-3EBC-4147-B678-55E94D277667}" dt="2026-02-06T05:07:21.745" v="22" actId="478"/>
          <ac:spMkLst>
            <pc:docMk/>
            <pc:sldMk cId="1139248030" sldId="257"/>
            <ac:spMk id="2" creationId="{5FDB3D92-B2DD-6DA7-77D6-E4C7B1BABD66}"/>
          </ac:spMkLst>
        </pc:spChg>
        <pc:spChg chg="del">
          <ac:chgData name="Zia Ur Rahman Mohammad" userId="d8f1cd2bf17086b4" providerId="LiveId" clId="{232D0DC4-3EBC-4147-B678-55E94D277667}" dt="2026-02-06T05:07:22.538" v="23" actId="478"/>
          <ac:spMkLst>
            <pc:docMk/>
            <pc:sldMk cId="1139248030" sldId="257"/>
            <ac:spMk id="3" creationId="{89CECAB7-5649-CDA0-EAD8-F9DCA9F24F6A}"/>
          </ac:spMkLst>
        </pc:spChg>
        <pc:picChg chg="add mod">
          <ac:chgData name="Zia Ur Rahman Mohammad" userId="d8f1cd2bf17086b4" providerId="LiveId" clId="{232D0DC4-3EBC-4147-B678-55E94D277667}" dt="2026-02-06T05:12:17.692" v="111" actId="1076"/>
          <ac:picMkLst>
            <pc:docMk/>
            <pc:sldMk cId="1139248030" sldId="257"/>
            <ac:picMk id="5" creationId="{960211D1-A914-C134-7493-D2B3DA556045}"/>
          </ac:picMkLst>
        </pc:picChg>
        <pc:picChg chg="add mod">
          <ac:chgData name="Zia Ur Rahman Mohammad" userId="d8f1cd2bf17086b4" providerId="LiveId" clId="{232D0DC4-3EBC-4147-B678-55E94D277667}" dt="2026-02-06T05:12:21.405" v="113" actId="1076"/>
          <ac:picMkLst>
            <pc:docMk/>
            <pc:sldMk cId="1139248030" sldId="257"/>
            <ac:picMk id="7" creationId="{31AAE845-9AC7-18BC-4078-05E0BEF3F4AB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2:36.674" v="115" actId="1076"/>
        <pc:sldMkLst>
          <pc:docMk/>
          <pc:sldMk cId="1737967311" sldId="258"/>
        </pc:sldMkLst>
        <pc:spChg chg="del">
          <ac:chgData name="Zia Ur Rahman Mohammad" userId="d8f1cd2bf17086b4" providerId="LiveId" clId="{232D0DC4-3EBC-4147-B678-55E94D277667}" dt="2026-02-06T05:07:24.583" v="24" actId="478"/>
          <ac:spMkLst>
            <pc:docMk/>
            <pc:sldMk cId="1737967311" sldId="258"/>
            <ac:spMk id="2" creationId="{31BE0DE5-7A43-3092-0D2E-C1F10F38798B}"/>
          </ac:spMkLst>
        </pc:spChg>
        <pc:spChg chg="del">
          <ac:chgData name="Zia Ur Rahman Mohammad" userId="d8f1cd2bf17086b4" providerId="LiveId" clId="{232D0DC4-3EBC-4147-B678-55E94D277667}" dt="2026-02-06T05:07:25.729" v="25" actId="478"/>
          <ac:spMkLst>
            <pc:docMk/>
            <pc:sldMk cId="1737967311" sldId="258"/>
            <ac:spMk id="3" creationId="{60834B2D-87B7-8EF5-4A99-EBA67A31B991}"/>
          </ac:spMkLst>
        </pc:spChg>
        <pc:picChg chg="add mod">
          <ac:chgData name="Zia Ur Rahman Mohammad" userId="d8f1cd2bf17086b4" providerId="LiveId" clId="{232D0DC4-3EBC-4147-B678-55E94D277667}" dt="2026-02-06T05:12:36.674" v="115" actId="1076"/>
          <ac:picMkLst>
            <pc:docMk/>
            <pc:sldMk cId="1737967311" sldId="258"/>
            <ac:picMk id="5" creationId="{841D62DF-D159-7EBC-161F-9041C4C61CE3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2:49.231" v="117" actId="1076"/>
        <pc:sldMkLst>
          <pc:docMk/>
          <pc:sldMk cId="607437054" sldId="259"/>
        </pc:sldMkLst>
        <pc:spChg chg="del">
          <ac:chgData name="Zia Ur Rahman Mohammad" userId="d8f1cd2bf17086b4" providerId="LiveId" clId="{232D0DC4-3EBC-4147-B678-55E94D277667}" dt="2026-02-06T05:07:28.468" v="26" actId="478"/>
          <ac:spMkLst>
            <pc:docMk/>
            <pc:sldMk cId="607437054" sldId="259"/>
            <ac:spMk id="2" creationId="{AE7ECC09-F7F5-F915-32F5-A7B08A87D02D}"/>
          </ac:spMkLst>
        </pc:spChg>
        <pc:spChg chg="del">
          <ac:chgData name="Zia Ur Rahman Mohammad" userId="d8f1cd2bf17086b4" providerId="LiveId" clId="{232D0DC4-3EBC-4147-B678-55E94D277667}" dt="2026-02-06T05:07:30.009" v="27" actId="478"/>
          <ac:spMkLst>
            <pc:docMk/>
            <pc:sldMk cId="607437054" sldId="259"/>
            <ac:spMk id="3" creationId="{93EAE56C-E9FC-A7E0-7203-8ACD7CB1A448}"/>
          </ac:spMkLst>
        </pc:spChg>
        <pc:picChg chg="add mod">
          <ac:chgData name="Zia Ur Rahman Mohammad" userId="d8f1cd2bf17086b4" providerId="LiveId" clId="{232D0DC4-3EBC-4147-B678-55E94D277667}" dt="2026-02-06T05:12:49.231" v="117" actId="1076"/>
          <ac:picMkLst>
            <pc:docMk/>
            <pc:sldMk cId="607437054" sldId="259"/>
            <ac:picMk id="5" creationId="{CB120264-0C39-809E-72B5-D630FBAAE4E7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3:15.937" v="121" actId="1076"/>
        <pc:sldMkLst>
          <pc:docMk/>
          <pc:sldMk cId="1558954755" sldId="260"/>
        </pc:sldMkLst>
        <pc:spChg chg="del">
          <ac:chgData name="Zia Ur Rahman Mohammad" userId="d8f1cd2bf17086b4" providerId="LiveId" clId="{232D0DC4-3EBC-4147-B678-55E94D277667}" dt="2026-02-06T05:07:35.773" v="28" actId="478"/>
          <ac:spMkLst>
            <pc:docMk/>
            <pc:sldMk cId="1558954755" sldId="260"/>
            <ac:spMk id="2" creationId="{10B8646A-C9EF-D214-4EA0-5BD59D4B4145}"/>
          </ac:spMkLst>
        </pc:spChg>
        <pc:spChg chg="del">
          <ac:chgData name="Zia Ur Rahman Mohammad" userId="d8f1cd2bf17086b4" providerId="LiveId" clId="{232D0DC4-3EBC-4147-B678-55E94D277667}" dt="2026-02-06T05:07:37.316" v="29" actId="478"/>
          <ac:spMkLst>
            <pc:docMk/>
            <pc:sldMk cId="1558954755" sldId="260"/>
            <ac:spMk id="3" creationId="{20BEC657-1A77-71D5-1800-1B2DC2EDAA5B}"/>
          </ac:spMkLst>
        </pc:spChg>
        <pc:picChg chg="add mod">
          <ac:chgData name="Zia Ur Rahman Mohammad" userId="d8f1cd2bf17086b4" providerId="LiveId" clId="{232D0DC4-3EBC-4147-B678-55E94D277667}" dt="2026-02-06T05:13:04.393" v="119" actId="1076"/>
          <ac:picMkLst>
            <pc:docMk/>
            <pc:sldMk cId="1558954755" sldId="260"/>
            <ac:picMk id="5" creationId="{42946230-F227-4448-33F8-9232EB3D93B7}"/>
          </ac:picMkLst>
        </pc:picChg>
        <pc:picChg chg="add mod">
          <ac:chgData name="Zia Ur Rahman Mohammad" userId="d8f1cd2bf17086b4" providerId="LiveId" clId="{232D0DC4-3EBC-4147-B678-55E94D277667}" dt="2026-02-06T05:13:15.937" v="121" actId="1076"/>
          <ac:picMkLst>
            <pc:docMk/>
            <pc:sldMk cId="1558954755" sldId="260"/>
            <ac:picMk id="7" creationId="{13117D39-2730-2E59-381C-C84BA8031005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3:47.235" v="125" actId="1076"/>
        <pc:sldMkLst>
          <pc:docMk/>
          <pc:sldMk cId="2937605657" sldId="261"/>
        </pc:sldMkLst>
        <pc:spChg chg="del">
          <ac:chgData name="Zia Ur Rahman Mohammad" userId="d8f1cd2bf17086b4" providerId="LiveId" clId="{232D0DC4-3EBC-4147-B678-55E94D277667}" dt="2026-02-06T05:07:43.640" v="30" actId="478"/>
          <ac:spMkLst>
            <pc:docMk/>
            <pc:sldMk cId="2937605657" sldId="261"/>
            <ac:spMk id="2" creationId="{6B240539-0855-BE37-EB83-F3DF47A01CC8}"/>
          </ac:spMkLst>
        </pc:spChg>
        <pc:spChg chg="del">
          <ac:chgData name="Zia Ur Rahman Mohammad" userId="d8f1cd2bf17086b4" providerId="LiveId" clId="{232D0DC4-3EBC-4147-B678-55E94D277667}" dt="2026-02-06T05:07:44.814" v="31" actId="478"/>
          <ac:spMkLst>
            <pc:docMk/>
            <pc:sldMk cId="2937605657" sldId="261"/>
            <ac:spMk id="3" creationId="{17FDA5DB-D5B2-06A3-66A3-65CA0DC8CFA3}"/>
          </ac:spMkLst>
        </pc:spChg>
        <pc:picChg chg="add mod">
          <ac:chgData name="Zia Ur Rahman Mohammad" userId="d8f1cd2bf17086b4" providerId="LiveId" clId="{232D0DC4-3EBC-4147-B678-55E94D277667}" dt="2026-02-06T05:13:27.853" v="123" actId="1076"/>
          <ac:picMkLst>
            <pc:docMk/>
            <pc:sldMk cId="2937605657" sldId="261"/>
            <ac:picMk id="5" creationId="{500E1FE6-66FB-BB65-0A69-B7D0BDA4D206}"/>
          </ac:picMkLst>
        </pc:picChg>
        <pc:picChg chg="add mod">
          <ac:chgData name="Zia Ur Rahman Mohammad" userId="d8f1cd2bf17086b4" providerId="LiveId" clId="{232D0DC4-3EBC-4147-B678-55E94D277667}" dt="2026-02-06T05:13:47.235" v="125" actId="1076"/>
          <ac:picMkLst>
            <pc:docMk/>
            <pc:sldMk cId="2937605657" sldId="261"/>
            <ac:picMk id="7" creationId="{B2E7693A-24AE-7EB8-1189-C766A28C1724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4:16.119" v="130" actId="1076"/>
        <pc:sldMkLst>
          <pc:docMk/>
          <pc:sldMk cId="1788345983" sldId="262"/>
        </pc:sldMkLst>
        <pc:spChg chg="del">
          <ac:chgData name="Zia Ur Rahman Mohammad" userId="d8f1cd2bf17086b4" providerId="LiveId" clId="{232D0DC4-3EBC-4147-B678-55E94D277667}" dt="2026-02-06T05:07:47.196" v="32" actId="478"/>
          <ac:spMkLst>
            <pc:docMk/>
            <pc:sldMk cId="1788345983" sldId="262"/>
            <ac:spMk id="2" creationId="{1630FA91-CB26-0186-5BCC-11138918708A}"/>
          </ac:spMkLst>
        </pc:spChg>
        <pc:spChg chg="del">
          <ac:chgData name="Zia Ur Rahman Mohammad" userId="d8f1cd2bf17086b4" providerId="LiveId" clId="{232D0DC4-3EBC-4147-B678-55E94D277667}" dt="2026-02-06T05:07:48.370" v="33" actId="478"/>
          <ac:spMkLst>
            <pc:docMk/>
            <pc:sldMk cId="1788345983" sldId="262"/>
            <ac:spMk id="3" creationId="{686B538A-D0A9-7F74-D5D8-64EEA9C1EEA8}"/>
          </ac:spMkLst>
        </pc:spChg>
        <pc:picChg chg="add del mod">
          <ac:chgData name="Zia Ur Rahman Mohammad" userId="d8f1cd2bf17086b4" providerId="LiveId" clId="{232D0DC4-3EBC-4147-B678-55E94D277667}" dt="2026-02-06T05:14:03.837" v="128" actId="478"/>
          <ac:picMkLst>
            <pc:docMk/>
            <pc:sldMk cId="1788345983" sldId="262"/>
            <ac:picMk id="5" creationId="{A16FF2E5-7672-C2FA-D694-E1B6E543BC3E}"/>
          </ac:picMkLst>
        </pc:picChg>
        <pc:picChg chg="add mod">
          <ac:chgData name="Zia Ur Rahman Mohammad" userId="d8f1cd2bf17086b4" providerId="LiveId" clId="{232D0DC4-3EBC-4147-B678-55E94D277667}" dt="2026-02-06T05:14:16.119" v="130" actId="1076"/>
          <ac:picMkLst>
            <pc:docMk/>
            <pc:sldMk cId="1788345983" sldId="262"/>
            <ac:picMk id="7" creationId="{2E70972F-0E8F-D37A-E100-AAC027A54178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4:30.132" v="132" actId="1076"/>
        <pc:sldMkLst>
          <pc:docMk/>
          <pc:sldMk cId="2408995287" sldId="263"/>
        </pc:sldMkLst>
        <pc:spChg chg="del">
          <ac:chgData name="Zia Ur Rahman Mohammad" userId="d8f1cd2bf17086b4" providerId="LiveId" clId="{232D0DC4-3EBC-4147-B678-55E94D277667}" dt="2026-02-06T05:07:50.552" v="34" actId="478"/>
          <ac:spMkLst>
            <pc:docMk/>
            <pc:sldMk cId="2408995287" sldId="263"/>
            <ac:spMk id="2" creationId="{B5072BF8-C0D9-1DB7-2052-E5DE37B67200}"/>
          </ac:spMkLst>
        </pc:spChg>
        <pc:spChg chg="del">
          <ac:chgData name="Zia Ur Rahman Mohammad" userId="d8f1cd2bf17086b4" providerId="LiveId" clId="{232D0DC4-3EBC-4147-B678-55E94D277667}" dt="2026-02-06T05:07:51.893" v="35" actId="478"/>
          <ac:spMkLst>
            <pc:docMk/>
            <pc:sldMk cId="2408995287" sldId="263"/>
            <ac:spMk id="3" creationId="{36D6CF5A-7810-0D14-2425-BDEF6A15102F}"/>
          </ac:spMkLst>
        </pc:spChg>
        <pc:picChg chg="add mod">
          <ac:chgData name="Zia Ur Rahman Mohammad" userId="d8f1cd2bf17086b4" providerId="LiveId" clId="{232D0DC4-3EBC-4147-B678-55E94D277667}" dt="2026-02-06T05:14:30.132" v="132" actId="1076"/>
          <ac:picMkLst>
            <pc:docMk/>
            <pc:sldMk cId="2408995287" sldId="263"/>
            <ac:picMk id="5" creationId="{A0AE5C58-A23D-7B05-453F-B4AF8C16712B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4:55.277" v="137" actId="1076"/>
        <pc:sldMkLst>
          <pc:docMk/>
          <pc:sldMk cId="2181019623" sldId="264"/>
        </pc:sldMkLst>
        <pc:spChg chg="del">
          <ac:chgData name="Zia Ur Rahman Mohammad" userId="d8f1cd2bf17086b4" providerId="LiveId" clId="{232D0DC4-3EBC-4147-B678-55E94D277667}" dt="2026-02-06T05:07:54.548" v="36" actId="478"/>
          <ac:spMkLst>
            <pc:docMk/>
            <pc:sldMk cId="2181019623" sldId="264"/>
            <ac:spMk id="2" creationId="{462BCAFF-C0CF-E0BA-8964-2E62160ADDBA}"/>
          </ac:spMkLst>
        </pc:spChg>
        <pc:spChg chg="del">
          <ac:chgData name="Zia Ur Rahman Mohammad" userId="d8f1cd2bf17086b4" providerId="LiveId" clId="{232D0DC4-3EBC-4147-B678-55E94D277667}" dt="2026-02-06T05:07:55.627" v="37" actId="478"/>
          <ac:spMkLst>
            <pc:docMk/>
            <pc:sldMk cId="2181019623" sldId="264"/>
            <ac:spMk id="3" creationId="{A23F1445-A1FD-D95C-2292-8137058EAA76}"/>
          </ac:spMkLst>
        </pc:spChg>
        <pc:picChg chg="add mod">
          <ac:chgData name="Zia Ur Rahman Mohammad" userId="d8f1cd2bf17086b4" providerId="LiveId" clId="{232D0DC4-3EBC-4147-B678-55E94D277667}" dt="2026-02-06T05:14:40.775" v="134" actId="1076"/>
          <ac:picMkLst>
            <pc:docMk/>
            <pc:sldMk cId="2181019623" sldId="264"/>
            <ac:picMk id="5" creationId="{A0C6DD77-0FA2-B67D-A846-D4D10AA98454}"/>
          </ac:picMkLst>
        </pc:picChg>
        <pc:picChg chg="add mod">
          <ac:chgData name="Zia Ur Rahman Mohammad" userId="d8f1cd2bf17086b4" providerId="LiveId" clId="{232D0DC4-3EBC-4147-B678-55E94D277667}" dt="2026-02-06T05:14:55.277" v="137" actId="1076"/>
          <ac:picMkLst>
            <pc:docMk/>
            <pc:sldMk cId="2181019623" sldId="264"/>
            <ac:picMk id="7" creationId="{8AFD99C4-F85F-AE13-E16C-C38D05D62659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5:19.610" v="141" actId="1076"/>
        <pc:sldMkLst>
          <pc:docMk/>
          <pc:sldMk cId="2634115322" sldId="265"/>
        </pc:sldMkLst>
        <pc:spChg chg="del">
          <ac:chgData name="Zia Ur Rahman Mohammad" userId="d8f1cd2bf17086b4" providerId="LiveId" clId="{232D0DC4-3EBC-4147-B678-55E94D277667}" dt="2026-02-06T05:07:59.159" v="38" actId="478"/>
          <ac:spMkLst>
            <pc:docMk/>
            <pc:sldMk cId="2634115322" sldId="265"/>
            <ac:spMk id="2" creationId="{D423D8E8-F96B-7D92-E86D-96D6CCD6E228}"/>
          </ac:spMkLst>
        </pc:spChg>
        <pc:spChg chg="del">
          <ac:chgData name="Zia Ur Rahman Mohammad" userId="d8f1cd2bf17086b4" providerId="LiveId" clId="{232D0DC4-3EBC-4147-B678-55E94D277667}" dt="2026-02-06T05:08:00.236" v="39" actId="478"/>
          <ac:spMkLst>
            <pc:docMk/>
            <pc:sldMk cId="2634115322" sldId="265"/>
            <ac:spMk id="3" creationId="{C32E2357-D63B-09E5-0C34-2E8252E5FD3A}"/>
          </ac:spMkLst>
        </pc:spChg>
        <pc:picChg chg="add mod">
          <ac:chgData name="Zia Ur Rahman Mohammad" userId="d8f1cd2bf17086b4" providerId="LiveId" clId="{232D0DC4-3EBC-4147-B678-55E94D277667}" dt="2026-02-06T05:15:09.137" v="139" actId="1076"/>
          <ac:picMkLst>
            <pc:docMk/>
            <pc:sldMk cId="2634115322" sldId="265"/>
            <ac:picMk id="5" creationId="{4C3E1106-D4C8-DCA7-2956-365C72D01AB2}"/>
          </ac:picMkLst>
        </pc:picChg>
        <pc:picChg chg="add mod">
          <ac:chgData name="Zia Ur Rahman Mohammad" userId="d8f1cd2bf17086b4" providerId="LiveId" clId="{232D0DC4-3EBC-4147-B678-55E94D277667}" dt="2026-02-06T05:15:19.610" v="141" actId="1076"/>
          <ac:picMkLst>
            <pc:docMk/>
            <pc:sldMk cId="2634115322" sldId="265"/>
            <ac:picMk id="7" creationId="{857DDA56-ECBE-6912-A960-FB50E73CF370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5:45.633" v="146" actId="1076"/>
        <pc:sldMkLst>
          <pc:docMk/>
          <pc:sldMk cId="537366565" sldId="266"/>
        </pc:sldMkLst>
        <pc:spChg chg="del">
          <ac:chgData name="Zia Ur Rahman Mohammad" userId="d8f1cd2bf17086b4" providerId="LiveId" clId="{232D0DC4-3EBC-4147-B678-55E94D277667}" dt="2026-02-06T05:08:03.594" v="40" actId="478"/>
          <ac:spMkLst>
            <pc:docMk/>
            <pc:sldMk cId="537366565" sldId="266"/>
            <ac:spMk id="2" creationId="{D37659AC-3C74-E915-7FAE-D910FFFCB620}"/>
          </ac:spMkLst>
        </pc:spChg>
        <pc:spChg chg="del">
          <ac:chgData name="Zia Ur Rahman Mohammad" userId="d8f1cd2bf17086b4" providerId="LiveId" clId="{232D0DC4-3EBC-4147-B678-55E94D277667}" dt="2026-02-06T05:08:04.757" v="41" actId="478"/>
          <ac:spMkLst>
            <pc:docMk/>
            <pc:sldMk cId="537366565" sldId="266"/>
            <ac:spMk id="3" creationId="{B7D2359B-AF85-36CA-3044-D012CA6FD7A0}"/>
          </ac:spMkLst>
        </pc:spChg>
        <pc:picChg chg="add mod">
          <ac:chgData name="Zia Ur Rahman Mohammad" userId="d8f1cd2bf17086b4" providerId="LiveId" clId="{232D0DC4-3EBC-4147-B678-55E94D277667}" dt="2026-02-06T05:15:32.902" v="143" actId="1076"/>
          <ac:picMkLst>
            <pc:docMk/>
            <pc:sldMk cId="537366565" sldId="266"/>
            <ac:picMk id="5" creationId="{E80D7949-7055-E6E8-A687-A809C364E859}"/>
          </ac:picMkLst>
        </pc:picChg>
        <pc:picChg chg="add mod">
          <ac:chgData name="Zia Ur Rahman Mohammad" userId="d8f1cd2bf17086b4" providerId="LiveId" clId="{232D0DC4-3EBC-4147-B678-55E94D277667}" dt="2026-02-06T05:15:45.633" v="146" actId="1076"/>
          <ac:picMkLst>
            <pc:docMk/>
            <pc:sldMk cId="537366565" sldId="266"/>
            <ac:picMk id="7" creationId="{786608A9-4357-0BB5-5D4C-5B8460F38C3E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6:10.427" v="150" actId="1076"/>
        <pc:sldMkLst>
          <pc:docMk/>
          <pc:sldMk cId="2138543258" sldId="267"/>
        </pc:sldMkLst>
        <pc:spChg chg="del">
          <ac:chgData name="Zia Ur Rahman Mohammad" userId="d8f1cd2bf17086b4" providerId="LiveId" clId="{232D0DC4-3EBC-4147-B678-55E94D277667}" dt="2026-02-06T05:08:07.060" v="42" actId="478"/>
          <ac:spMkLst>
            <pc:docMk/>
            <pc:sldMk cId="2138543258" sldId="267"/>
            <ac:spMk id="2" creationId="{1A126526-943A-3B9B-A88A-C7A94CC7C48D}"/>
          </ac:spMkLst>
        </pc:spChg>
        <pc:spChg chg="del">
          <ac:chgData name="Zia Ur Rahman Mohammad" userId="d8f1cd2bf17086b4" providerId="LiveId" clId="{232D0DC4-3EBC-4147-B678-55E94D277667}" dt="2026-02-06T05:08:09.081" v="43" actId="478"/>
          <ac:spMkLst>
            <pc:docMk/>
            <pc:sldMk cId="2138543258" sldId="267"/>
            <ac:spMk id="3" creationId="{5FEBF5A1-A85E-CFD7-ADAF-7B527131B86C}"/>
          </ac:spMkLst>
        </pc:spChg>
        <pc:picChg chg="add mod">
          <ac:chgData name="Zia Ur Rahman Mohammad" userId="d8f1cd2bf17086b4" providerId="LiveId" clId="{232D0DC4-3EBC-4147-B678-55E94D277667}" dt="2026-02-06T05:16:10.427" v="150" actId="1076"/>
          <ac:picMkLst>
            <pc:docMk/>
            <pc:sldMk cId="2138543258" sldId="267"/>
            <ac:picMk id="5" creationId="{8C767785-AB15-065F-3E91-67C57737C9A7}"/>
          </ac:picMkLst>
        </pc:picChg>
      </pc:sldChg>
      <pc:sldChg chg="addSp delSp new mod">
        <pc:chgData name="Zia Ur Rahman Mohammad" userId="d8f1cd2bf17086b4" providerId="LiveId" clId="{232D0DC4-3EBC-4147-B678-55E94D277667}" dt="2026-02-06T05:16:07.322" v="149" actId="22"/>
        <pc:sldMkLst>
          <pc:docMk/>
          <pc:sldMk cId="464214645" sldId="268"/>
        </pc:sldMkLst>
        <pc:spChg chg="del">
          <ac:chgData name="Zia Ur Rahman Mohammad" userId="d8f1cd2bf17086b4" providerId="LiveId" clId="{232D0DC4-3EBC-4147-B678-55E94D277667}" dt="2026-02-06T05:08:19.287" v="46" actId="478"/>
          <ac:spMkLst>
            <pc:docMk/>
            <pc:sldMk cId="464214645" sldId="268"/>
            <ac:spMk id="2" creationId="{B46DCDBE-FFCD-4376-CBC4-BD505F5F2588}"/>
          </ac:spMkLst>
        </pc:spChg>
        <pc:spChg chg="del">
          <ac:chgData name="Zia Ur Rahman Mohammad" userId="d8f1cd2bf17086b4" providerId="LiveId" clId="{232D0DC4-3EBC-4147-B678-55E94D277667}" dt="2026-02-06T05:08:20.143" v="47" actId="478"/>
          <ac:spMkLst>
            <pc:docMk/>
            <pc:sldMk cId="464214645" sldId="268"/>
            <ac:spMk id="3" creationId="{C974CEBD-EFC4-F599-0804-D37D469AB857}"/>
          </ac:spMkLst>
        </pc:spChg>
        <pc:picChg chg="add">
          <ac:chgData name="Zia Ur Rahman Mohammad" userId="d8f1cd2bf17086b4" providerId="LiveId" clId="{232D0DC4-3EBC-4147-B678-55E94D277667}" dt="2026-02-06T05:16:07.322" v="149" actId="22"/>
          <ac:picMkLst>
            <pc:docMk/>
            <pc:sldMk cId="464214645" sldId="268"/>
            <ac:picMk id="5" creationId="{3C4CB4AE-3D1A-E8C6-8AA1-173170ACA9EF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6:30.942" v="154" actId="1076"/>
        <pc:sldMkLst>
          <pc:docMk/>
          <pc:sldMk cId="1013993151" sldId="269"/>
        </pc:sldMkLst>
        <pc:spChg chg="del">
          <ac:chgData name="Zia Ur Rahman Mohammad" userId="d8f1cd2bf17086b4" providerId="LiveId" clId="{232D0DC4-3EBC-4147-B678-55E94D277667}" dt="2026-02-06T05:08:11.029" v="44" actId="478"/>
          <ac:spMkLst>
            <pc:docMk/>
            <pc:sldMk cId="1013993151" sldId="269"/>
            <ac:spMk id="2" creationId="{0E00665B-BAE1-8683-AB51-5D34794E1827}"/>
          </ac:spMkLst>
        </pc:spChg>
        <pc:spChg chg="del">
          <ac:chgData name="Zia Ur Rahman Mohammad" userId="d8f1cd2bf17086b4" providerId="LiveId" clId="{232D0DC4-3EBC-4147-B678-55E94D277667}" dt="2026-02-06T05:08:12.307" v="45" actId="478"/>
          <ac:spMkLst>
            <pc:docMk/>
            <pc:sldMk cId="1013993151" sldId="269"/>
            <ac:spMk id="3" creationId="{17D2F6CB-4D87-63EF-2CAD-390CF011DE2A}"/>
          </ac:spMkLst>
        </pc:spChg>
        <pc:picChg chg="add mod">
          <ac:chgData name="Zia Ur Rahman Mohammad" userId="d8f1cd2bf17086b4" providerId="LiveId" clId="{232D0DC4-3EBC-4147-B678-55E94D277667}" dt="2026-02-06T05:16:21.390" v="152" actId="1076"/>
          <ac:picMkLst>
            <pc:docMk/>
            <pc:sldMk cId="1013993151" sldId="269"/>
            <ac:picMk id="5" creationId="{21E2AAAF-5F2D-6014-66F1-320092A7B248}"/>
          </ac:picMkLst>
        </pc:picChg>
        <pc:picChg chg="add mod">
          <ac:chgData name="Zia Ur Rahman Mohammad" userId="d8f1cd2bf17086b4" providerId="LiveId" clId="{232D0DC4-3EBC-4147-B678-55E94D277667}" dt="2026-02-06T05:16:30.942" v="154" actId="1076"/>
          <ac:picMkLst>
            <pc:docMk/>
            <pc:sldMk cId="1013993151" sldId="269"/>
            <ac:picMk id="7" creationId="{57F04B3F-65B5-6B47-7E28-B5610EBB0056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6:49.641" v="156" actId="1076"/>
        <pc:sldMkLst>
          <pc:docMk/>
          <pc:sldMk cId="4005318723" sldId="270"/>
        </pc:sldMkLst>
        <pc:spChg chg="del">
          <ac:chgData name="Zia Ur Rahman Mohammad" userId="d8f1cd2bf17086b4" providerId="LiveId" clId="{232D0DC4-3EBC-4147-B678-55E94D277667}" dt="2026-02-06T05:08:24.255" v="48" actId="478"/>
          <ac:spMkLst>
            <pc:docMk/>
            <pc:sldMk cId="4005318723" sldId="270"/>
            <ac:spMk id="2" creationId="{694D8468-185E-E355-C67F-0AB98DE642BD}"/>
          </ac:spMkLst>
        </pc:spChg>
        <pc:spChg chg="del">
          <ac:chgData name="Zia Ur Rahman Mohammad" userId="d8f1cd2bf17086b4" providerId="LiveId" clId="{232D0DC4-3EBC-4147-B678-55E94D277667}" dt="2026-02-06T05:08:25.803" v="49" actId="478"/>
          <ac:spMkLst>
            <pc:docMk/>
            <pc:sldMk cId="4005318723" sldId="270"/>
            <ac:spMk id="3" creationId="{0AB1AEF6-9A08-6480-F8A0-593ACD7D8744}"/>
          </ac:spMkLst>
        </pc:spChg>
        <pc:picChg chg="add mod">
          <ac:chgData name="Zia Ur Rahman Mohammad" userId="d8f1cd2bf17086b4" providerId="LiveId" clId="{232D0DC4-3EBC-4147-B678-55E94D277667}" dt="2026-02-06T05:16:49.641" v="156" actId="1076"/>
          <ac:picMkLst>
            <pc:docMk/>
            <pc:sldMk cId="4005318723" sldId="270"/>
            <ac:picMk id="5" creationId="{A3BB33F7-1DD6-A10A-3449-F84A59F18821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7:14.040" v="160" actId="1076"/>
        <pc:sldMkLst>
          <pc:docMk/>
          <pc:sldMk cId="1553749656" sldId="271"/>
        </pc:sldMkLst>
        <pc:spChg chg="del">
          <ac:chgData name="Zia Ur Rahman Mohammad" userId="d8f1cd2bf17086b4" providerId="LiveId" clId="{232D0DC4-3EBC-4147-B678-55E94D277667}" dt="2026-02-06T05:08:28.751" v="50" actId="478"/>
          <ac:spMkLst>
            <pc:docMk/>
            <pc:sldMk cId="1553749656" sldId="271"/>
            <ac:spMk id="2" creationId="{EDF3E681-A4E1-2CA6-563B-8BBD3871F6E7}"/>
          </ac:spMkLst>
        </pc:spChg>
        <pc:spChg chg="del">
          <ac:chgData name="Zia Ur Rahman Mohammad" userId="d8f1cd2bf17086b4" providerId="LiveId" clId="{232D0DC4-3EBC-4147-B678-55E94D277667}" dt="2026-02-06T05:08:29.901" v="51" actId="478"/>
          <ac:spMkLst>
            <pc:docMk/>
            <pc:sldMk cId="1553749656" sldId="271"/>
            <ac:spMk id="3" creationId="{D41CCE71-2C3A-8BC9-9FB5-F050C67D73B6}"/>
          </ac:spMkLst>
        </pc:spChg>
        <pc:picChg chg="add mod">
          <ac:chgData name="Zia Ur Rahman Mohammad" userId="d8f1cd2bf17086b4" providerId="LiveId" clId="{232D0DC4-3EBC-4147-B678-55E94D277667}" dt="2026-02-06T05:17:02.626" v="158" actId="1076"/>
          <ac:picMkLst>
            <pc:docMk/>
            <pc:sldMk cId="1553749656" sldId="271"/>
            <ac:picMk id="5" creationId="{6FCD2A21-4F35-B821-60AA-588114D4BE3A}"/>
          </ac:picMkLst>
        </pc:picChg>
        <pc:picChg chg="add mod">
          <ac:chgData name="Zia Ur Rahman Mohammad" userId="d8f1cd2bf17086b4" providerId="LiveId" clId="{232D0DC4-3EBC-4147-B678-55E94D277667}" dt="2026-02-06T05:17:14.040" v="160" actId="1076"/>
          <ac:picMkLst>
            <pc:docMk/>
            <pc:sldMk cId="1553749656" sldId="271"/>
            <ac:picMk id="7" creationId="{264FF72C-DA7B-9BB2-7594-32275EC5A6E9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7:28.099" v="162" actId="1076"/>
        <pc:sldMkLst>
          <pc:docMk/>
          <pc:sldMk cId="3622840736" sldId="272"/>
        </pc:sldMkLst>
        <pc:spChg chg="del">
          <ac:chgData name="Zia Ur Rahman Mohammad" userId="d8f1cd2bf17086b4" providerId="LiveId" clId="{232D0DC4-3EBC-4147-B678-55E94D277667}" dt="2026-02-06T05:08:32.945" v="52" actId="478"/>
          <ac:spMkLst>
            <pc:docMk/>
            <pc:sldMk cId="3622840736" sldId="272"/>
            <ac:spMk id="2" creationId="{3070EAA9-F339-C115-4A00-F3649A445824}"/>
          </ac:spMkLst>
        </pc:spChg>
        <pc:spChg chg="del">
          <ac:chgData name="Zia Ur Rahman Mohammad" userId="d8f1cd2bf17086b4" providerId="LiveId" clId="{232D0DC4-3EBC-4147-B678-55E94D277667}" dt="2026-02-06T05:08:33.913" v="53" actId="478"/>
          <ac:spMkLst>
            <pc:docMk/>
            <pc:sldMk cId="3622840736" sldId="272"/>
            <ac:spMk id="3" creationId="{D9496554-0E27-B29A-3B96-BD82D288570A}"/>
          </ac:spMkLst>
        </pc:spChg>
        <pc:picChg chg="add mod">
          <ac:chgData name="Zia Ur Rahman Mohammad" userId="d8f1cd2bf17086b4" providerId="LiveId" clId="{232D0DC4-3EBC-4147-B678-55E94D277667}" dt="2026-02-06T05:17:28.099" v="162" actId="1076"/>
          <ac:picMkLst>
            <pc:docMk/>
            <pc:sldMk cId="3622840736" sldId="272"/>
            <ac:picMk id="5" creationId="{D58AB340-73BD-A3F0-F658-059D3CB9F12B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7:59.690" v="169" actId="1076"/>
        <pc:sldMkLst>
          <pc:docMk/>
          <pc:sldMk cId="1172895638" sldId="273"/>
        </pc:sldMkLst>
        <pc:spChg chg="del">
          <ac:chgData name="Zia Ur Rahman Mohammad" userId="d8f1cd2bf17086b4" providerId="LiveId" clId="{232D0DC4-3EBC-4147-B678-55E94D277667}" dt="2026-02-06T05:08:36.462" v="54" actId="478"/>
          <ac:spMkLst>
            <pc:docMk/>
            <pc:sldMk cId="1172895638" sldId="273"/>
            <ac:spMk id="2" creationId="{C4CA3E1F-A4F8-4237-0B91-39A5D4F09DF0}"/>
          </ac:spMkLst>
        </pc:spChg>
        <pc:spChg chg="del">
          <ac:chgData name="Zia Ur Rahman Mohammad" userId="d8f1cd2bf17086b4" providerId="LiveId" clId="{232D0DC4-3EBC-4147-B678-55E94D277667}" dt="2026-02-06T05:08:37.942" v="55" actId="478"/>
          <ac:spMkLst>
            <pc:docMk/>
            <pc:sldMk cId="1172895638" sldId="273"/>
            <ac:spMk id="3" creationId="{72BB61FA-FB50-F69D-B679-5A22082DE8C9}"/>
          </ac:spMkLst>
        </pc:spChg>
        <pc:picChg chg="add mod">
          <ac:chgData name="Zia Ur Rahman Mohammad" userId="d8f1cd2bf17086b4" providerId="LiveId" clId="{232D0DC4-3EBC-4147-B678-55E94D277667}" dt="2026-02-06T05:17:57.271" v="168" actId="1076"/>
          <ac:picMkLst>
            <pc:docMk/>
            <pc:sldMk cId="1172895638" sldId="273"/>
            <ac:picMk id="5" creationId="{9C4FFE14-68B9-1758-2F91-90A3EF41A47D}"/>
          </ac:picMkLst>
        </pc:picChg>
        <pc:picChg chg="add mod">
          <ac:chgData name="Zia Ur Rahman Mohammad" userId="d8f1cd2bf17086b4" providerId="LiveId" clId="{232D0DC4-3EBC-4147-B678-55E94D277667}" dt="2026-02-06T05:17:59.690" v="169" actId="1076"/>
          <ac:picMkLst>
            <pc:docMk/>
            <pc:sldMk cId="1172895638" sldId="273"/>
            <ac:picMk id="7" creationId="{4DD3E1F7-F00E-220C-74CF-993D4CCC3BC5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8:15.595" v="171" actId="1076"/>
        <pc:sldMkLst>
          <pc:docMk/>
          <pc:sldMk cId="3365410232" sldId="274"/>
        </pc:sldMkLst>
        <pc:spChg chg="del">
          <ac:chgData name="Zia Ur Rahman Mohammad" userId="d8f1cd2bf17086b4" providerId="LiveId" clId="{232D0DC4-3EBC-4147-B678-55E94D277667}" dt="2026-02-06T05:08:40.543" v="56" actId="478"/>
          <ac:spMkLst>
            <pc:docMk/>
            <pc:sldMk cId="3365410232" sldId="274"/>
            <ac:spMk id="2" creationId="{2D9E00D5-53D1-FD9C-02DC-A8FDC296B282}"/>
          </ac:spMkLst>
        </pc:spChg>
        <pc:spChg chg="del">
          <ac:chgData name="Zia Ur Rahman Mohammad" userId="d8f1cd2bf17086b4" providerId="LiveId" clId="{232D0DC4-3EBC-4147-B678-55E94D277667}" dt="2026-02-06T05:08:41.314" v="57" actId="478"/>
          <ac:spMkLst>
            <pc:docMk/>
            <pc:sldMk cId="3365410232" sldId="274"/>
            <ac:spMk id="3" creationId="{CB502340-1B9A-94AD-2FE2-F71B8FBCE5EE}"/>
          </ac:spMkLst>
        </pc:spChg>
        <pc:picChg chg="add mod">
          <ac:chgData name="Zia Ur Rahman Mohammad" userId="d8f1cd2bf17086b4" providerId="LiveId" clId="{232D0DC4-3EBC-4147-B678-55E94D277667}" dt="2026-02-06T05:18:15.595" v="171" actId="1076"/>
          <ac:picMkLst>
            <pc:docMk/>
            <pc:sldMk cId="3365410232" sldId="274"/>
            <ac:picMk id="5" creationId="{60900A31-B1CC-DE25-6BF4-A77944BF9F55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9:01.800" v="188" actId="1076"/>
        <pc:sldMkLst>
          <pc:docMk/>
          <pc:sldMk cId="3138091422" sldId="275"/>
        </pc:sldMkLst>
        <pc:spChg chg="del">
          <ac:chgData name="Zia Ur Rahman Mohammad" userId="d8f1cd2bf17086b4" providerId="LiveId" clId="{232D0DC4-3EBC-4147-B678-55E94D277667}" dt="2026-02-06T05:08:43.369" v="58" actId="478"/>
          <ac:spMkLst>
            <pc:docMk/>
            <pc:sldMk cId="3138091422" sldId="275"/>
            <ac:spMk id="2" creationId="{5C4472CE-B333-E11A-2F47-7E4C5A11BC28}"/>
          </ac:spMkLst>
        </pc:spChg>
        <pc:spChg chg="del">
          <ac:chgData name="Zia Ur Rahman Mohammad" userId="d8f1cd2bf17086b4" providerId="LiveId" clId="{232D0DC4-3EBC-4147-B678-55E94D277667}" dt="2026-02-06T05:08:44.247" v="59" actId="478"/>
          <ac:spMkLst>
            <pc:docMk/>
            <pc:sldMk cId="3138091422" sldId="275"/>
            <ac:spMk id="3" creationId="{3C3EE195-0503-DACF-3DBD-465F73DD6EC4}"/>
          </ac:spMkLst>
        </pc:spChg>
        <pc:spChg chg="add del">
          <ac:chgData name="Zia Ur Rahman Mohammad" userId="d8f1cd2bf17086b4" providerId="LiveId" clId="{232D0DC4-3EBC-4147-B678-55E94D277667}" dt="2026-02-06T05:09:16.400" v="61" actId="22"/>
          <ac:spMkLst>
            <pc:docMk/>
            <pc:sldMk cId="3138091422" sldId="275"/>
            <ac:spMk id="5" creationId="{F68100A3-32BB-2B28-20E1-82979236F718}"/>
          </ac:spMkLst>
        </pc:spChg>
        <pc:spChg chg="add mod">
          <ac:chgData name="Zia Ur Rahman Mohammad" userId="d8f1cd2bf17086b4" providerId="LiveId" clId="{232D0DC4-3EBC-4147-B678-55E94D277667}" dt="2026-02-06T05:09:40.659" v="69"/>
          <ac:spMkLst>
            <pc:docMk/>
            <pc:sldMk cId="3138091422" sldId="275"/>
            <ac:spMk id="7" creationId="{A16F6DDF-61D1-4C8B-567F-26DF98578CA5}"/>
          </ac:spMkLst>
        </pc:spChg>
        <pc:spChg chg="add del mod">
          <ac:chgData name="Zia Ur Rahman Mohammad" userId="d8f1cd2bf17086b4" providerId="LiveId" clId="{232D0DC4-3EBC-4147-B678-55E94D277667}" dt="2026-02-06T05:10:18.250" v="107" actId="21"/>
          <ac:spMkLst>
            <pc:docMk/>
            <pc:sldMk cId="3138091422" sldId="275"/>
            <ac:spMk id="8" creationId="{E4337C91-8D85-544F-9997-D43B96F24752}"/>
          </ac:spMkLst>
        </pc:spChg>
        <pc:graphicFrameChg chg="add mod modGraphic">
          <ac:chgData name="Zia Ur Rahman Mohammad" userId="d8f1cd2bf17086b4" providerId="LiveId" clId="{232D0DC4-3EBC-4147-B678-55E94D277667}" dt="2026-02-06T05:09:39.892" v="68" actId="1076"/>
          <ac:graphicFrameMkLst>
            <pc:docMk/>
            <pc:sldMk cId="3138091422" sldId="275"/>
            <ac:graphicFrameMk id="6" creationId="{0A52AF27-50C1-8505-BCCC-01C7C0E12BF4}"/>
          </ac:graphicFrameMkLst>
        </pc:graphicFrameChg>
        <pc:picChg chg="add mod">
          <ac:chgData name="Zia Ur Rahman Mohammad" userId="d8f1cd2bf17086b4" providerId="LiveId" clId="{232D0DC4-3EBC-4147-B678-55E94D277667}" dt="2026-02-06T05:19:01.800" v="188" actId="1076"/>
          <ac:picMkLst>
            <pc:docMk/>
            <pc:sldMk cId="3138091422" sldId="275"/>
            <ac:picMk id="10" creationId="{C0B96B5B-EB9F-6E8A-24B9-898EF8F80534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9:13.826" v="190" actId="1076"/>
        <pc:sldMkLst>
          <pc:docMk/>
          <pc:sldMk cId="2929047411" sldId="276"/>
        </pc:sldMkLst>
        <pc:spChg chg="del">
          <ac:chgData name="Zia Ur Rahman Mohammad" userId="d8f1cd2bf17086b4" providerId="LiveId" clId="{232D0DC4-3EBC-4147-B678-55E94D277667}" dt="2026-02-06T05:18:40.407" v="176" actId="478"/>
          <ac:spMkLst>
            <pc:docMk/>
            <pc:sldMk cId="2929047411" sldId="276"/>
            <ac:spMk id="2" creationId="{FC8B7265-738A-670C-6D00-5B7500E17B5C}"/>
          </ac:spMkLst>
        </pc:spChg>
        <pc:spChg chg="del">
          <ac:chgData name="Zia Ur Rahman Mohammad" userId="d8f1cd2bf17086b4" providerId="LiveId" clId="{232D0DC4-3EBC-4147-B678-55E94D277667}" dt="2026-02-06T05:18:41.410" v="177" actId="478"/>
          <ac:spMkLst>
            <pc:docMk/>
            <pc:sldMk cId="2929047411" sldId="276"/>
            <ac:spMk id="3" creationId="{29155ED2-0B95-0008-EE47-DDA30563F361}"/>
          </ac:spMkLst>
        </pc:spChg>
        <pc:picChg chg="add mod">
          <ac:chgData name="Zia Ur Rahman Mohammad" userId="d8f1cd2bf17086b4" providerId="LiveId" clId="{232D0DC4-3EBC-4147-B678-55E94D277667}" dt="2026-02-06T05:19:13.826" v="190" actId="1076"/>
          <ac:picMkLst>
            <pc:docMk/>
            <pc:sldMk cId="2929047411" sldId="276"/>
            <ac:picMk id="5" creationId="{3063B1AC-5F63-05D6-9107-89584886DA04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19:35.628" v="194" actId="1076"/>
        <pc:sldMkLst>
          <pc:docMk/>
          <pc:sldMk cId="4007364826" sldId="277"/>
        </pc:sldMkLst>
        <pc:spChg chg="del">
          <ac:chgData name="Zia Ur Rahman Mohammad" userId="d8f1cd2bf17086b4" providerId="LiveId" clId="{232D0DC4-3EBC-4147-B678-55E94D277667}" dt="2026-02-06T05:18:43.427" v="178" actId="478"/>
          <ac:spMkLst>
            <pc:docMk/>
            <pc:sldMk cId="4007364826" sldId="277"/>
            <ac:spMk id="2" creationId="{962596C9-07EC-10FC-E371-2592C7B8F1B7}"/>
          </ac:spMkLst>
        </pc:spChg>
        <pc:spChg chg="del">
          <ac:chgData name="Zia Ur Rahman Mohammad" userId="d8f1cd2bf17086b4" providerId="LiveId" clId="{232D0DC4-3EBC-4147-B678-55E94D277667}" dt="2026-02-06T05:18:44.287" v="179" actId="478"/>
          <ac:spMkLst>
            <pc:docMk/>
            <pc:sldMk cId="4007364826" sldId="277"/>
            <ac:spMk id="3" creationId="{ABA42363-6BB6-C420-8080-47D165A2E19D}"/>
          </ac:spMkLst>
        </pc:spChg>
        <pc:picChg chg="add mod">
          <ac:chgData name="Zia Ur Rahman Mohammad" userId="d8f1cd2bf17086b4" providerId="LiveId" clId="{232D0DC4-3EBC-4147-B678-55E94D277667}" dt="2026-02-06T05:19:24.284" v="192" actId="1076"/>
          <ac:picMkLst>
            <pc:docMk/>
            <pc:sldMk cId="4007364826" sldId="277"/>
            <ac:picMk id="5" creationId="{031D4B36-5E1F-4AAC-5CEC-D23C19B957B5}"/>
          </ac:picMkLst>
        </pc:picChg>
        <pc:picChg chg="add mod">
          <ac:chgData name="Zia Ur Rahman Mohammad" userId="d8f1cd2bf17086b4" providerId="LiveId" clId="{232D0DC4-3EBC-4147-B678-55E94D277667}" dt="2026-02-06T05:19:35.628" v="194" actId="1076"/>
          <ac:picMkLst>
            <pc:docMk/>
            <pc:sldMk cId="4007364826" sldId="277"/>
            <ac:picMk id="7" creationId="{9BD601F9-E57C-D9FA-3CC6-561EB7B4F23F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20:08.274" v="196" actId="1076"/>
        <pc:sldMkLst>
          <pc:docMk/>
          <pc:sldMk cId="951696008" sldId="278"/>
        </pc:sldMkLst>
        <pc:spChg chg="del">
          <ac:chgData name="Zia Ur Rahman Mohammad" userId="d8f1cd2bf17086b4" providerId="LiveId" clId="{232D0DC4-3EBC-4147-B678-55E94D277667}" dt="2026-02-06T05:18:46.810" v="180" actId="478"/>
          <ac:spMkLst>
            <pc:docMk/>
            <pc:sldMk cId="951696008" sldId="278"/>
            <ac:spMk id="2" creationId="{022391B3-E346-FA3B-4AAE-36ADED0C95D9}"/>
          </ac:spMkLst>
        </pc:spChg>
        <pc:spChg chg="del">
          <ac:chgData name="Zia Ur Rahman Mohammad" userId="d8f1cd2bf17086b4" providerId="LiveId" clId="{232D0DC4-3EBC-4147-B678-55E94D277667}" dt="2026-02-06T05:18:47.932" v="181" actId="478"/>
          <ac:spMkLst>
            <pc:docMk/>
            <pc:sldMk cId="951696008" sldId="278"/>
            <ac:spMk id="3" creationId="{0528773D-375A-D73A-DAE7-2CDD9121C6D0}"/>
          </ac:spMkLst>
        </pc:spChg>
        <pc:picChg chg="add mod">
          <ac:chgData name="Zia Ur Rahman Mohammad" userId="d8f1cd2bf17086b4" providerId="LiveId" clId="{232D0DC4-3EBC-4147-B678-55E94D277667}" dt="2026-02-06T05:20:08.274" v="196" actId="1076"/>
          <ac:picMkLst>
            <pc:docMk/>
            <pc:sldMk cId="951696008" sldId="278"/>
            <ac:picMk id="5" creationId="{F6838719-562F-DC4A-D1BC-6F7CB5E6457E}"/>
          </ac:picMkLst>
        </pc:picChg>
      </pc:sldChg>
      <pc:sldChg chg="addSp delSp modSp new mod">
        <pc:chgData name="Zia Ur Rahman Mohammad" userId="d8f1cd2bf17086b4" providerId="LiveId" clId="{232D0DC4-3EBC-4147-B678-55E94D277667}" dt="2026-02-06T05:20:17.745" v="198" actId="1076"/>
        <pc:sldMkLst>
          <pc:docMk/>
          <pc:sldMk cId="3171067621" sldId="279"/>
        </pc:sldMkLst>
        <pc:spChg chg="del">
          <ac:chgData name="Zia Ur Rahman Mohammad" userId="d8f1cd2bf17086b4" providerId="LiveId" clId="{232D0DC4-3EBC-4147-B678-55E94D277667}" dt="2026-02-06T05:18:49.760" v="182" actId="478"/>
          <ac:spMkLst>
            <pc:docMk/>
            <pc:sldMk cId="3171067621" sldId="279"/>
            <ac:spMk id="2" creationId="{2CB52D23-166B-EA9C-11C2-63711C70BEBD}"/>
          </ac:spMkLst>
        </pc:spChg>
        <pc:spChg chg="del">
          <ac:chgData name="Zia Ur Rahman Mohammad" userId="d8f1cd2bf17086b4" providerId="LiveId" clId="{232D0DC4-3EBC-4147-B678-55E94D277667}" dt="2026-02-06T05:18:50.522" v="183" actId="478"/>
          <ac:spMkLst>
            <pc:docMk/>
            <pc:sldMk cId="3171067621" sldId="279"/>
            <ac:spMk id="3" creationId="{A257DA28-82EE-D980-45A3-B25FB911DD35}"/>
          </ac:spMkLst>
        </pc:spChg>
        <pc:picChg chg="add mod">
          <ac:chgData name="Zia Ur Rahman Mohammad" userId="d8f1cd2bf17086b4" providerId="LiveId" clId="{232D0DC4-3EBC-4147-B678-55E94D277667}" dt="2026-02-06T05:20:17.745" v="198" actId="1076"/>
          <ac:picMkLst>
            <pc:docMk/>
            <pc:sldMk cId="3171067621" sldId="279"/>
            <ac:picMk id="5" creationId="{289E78EE-9243-DAFE-CC1E-2DA22F2F3FA9}"/>
          </ac:picMkLst>
        </pc:picChg>
      </pc:sldChg>
      <pc:sldChg chg="delSp new mod">
        <pc:chgData name="Zia Ur Rahman Mohammad" userId="d8f1cd2bf17086b4" providerId="LiveId" clId="{232D0DC4-3EBC-4147-B678-55E94D277667}" dt="2026-02-06T05:18:57.391" v="186" actId="478"/>
        <pc:sldMkLst>
          <pc:docMk/>
          <pc:sldMk cId="2948420367" sldId="280"/>
        </pc:sldMkLst>
        <pc:spChg chg="del">
          <ac:chgData name="Zia Ur Rahman Mohammad" userId="d8f1cd2bf17086b4" providerId="LiveId" clId="{232D0DC4-3EBC-4147-B678-55E94D277667}" dt="2026-02-06T05:18:56.338" v="185" actId="478"/>
          <ac:spMkLst>
            <pc:docMk/>
            <pc:sldMk cId="2948420367" sldId="280"/>
            <ac:spMk id="2" creationId="{647AB0B5-2F91-8ADF-BF75-3F5A4B5345BC}"/>
          </ac:spMkLst>
        </pc:spChg>
        <pc:spChg chg="del">
          <ac:chgData name="Zia Ur Rahman Mohammad" userId="d8f1cd2bf17086b4" providerId="LiveId" clId="{232D0DC4-3EBC-4147-B678-55E94D277667}" dt="2026-02-06T05:18:57.391" v="186" actId="478"/>
          <ac:spMkLst>
            <pc:docMk/>
            <pc:sldMk cId="2948420367" sldId="280"/>
            <ac:spMk id="3" creationId="{DBA7570A-8EA5-D084-E6F1-5FDF57E5F0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3CAE4-78C9-F31D-18DD-9C89210B2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5449C-1A3C-96F9-584F-152301CE1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B6C6E-1E6D-AA56-8526-4A6D32633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AC880-F883-5BBE-D707-C8DA7D1D3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743EC-60AE-D5BC-5E7A-32D641E04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9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4178-A0C7-F09B-CABE-EBC7F1E6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E16FB-389D-946E-0E8A-6EC9E6ABA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AAF47-21E7-09C0-6065-20C635DD3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20755-ACD2-4E63-8682-5D1A7347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38B96-E9E7-CB68-B9FD-56D289C5D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95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E5FD3-D523-8914-CCB4-B584D978B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4A038-37AA-5562-A88D-6C443D626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F4A31-6065-7511-F10B-FC5B4AA1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39B74-E5B3-934A-C629-C6BD7123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6BD37-6178-098F-AC6D-8BF3D587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88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1B79-1805-E065-C6C5-EEFB1853C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7D6B7-5F63-72BC-F750-63485A4A7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B1518-3D11-8CEF-FCA3-8AA4A46E7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6C75C-17C5-FEFE-C465-1E0433B7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25D13-8D9C-DE32-EAF4-2CF8ECD6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ABB72-BFE1-F5A9-5ED0-69A11157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622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5067-FD35-C375-7F63-0A2740224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057DF-4DFA-316B-F540-5E17ED479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70F73-5075-AC9D-F971-E6EBFFF25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AB895C-2AD3-33E1-9D96-89CB609BEB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26C92-5034-A61A-96E0-7BCCD4A0A7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5EABC-6137-9928-011D-D8B4AC17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BE8B0-6332-38DD-FE88-0344243E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BC2DE-C53A-7523-BF2B-ADD46562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62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2905-ADEE-4A8F-9E59-2B96227D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0A0604-C9D4-D617-7AF0-F4116643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08BBF-E7DC-56B2-8817-F32B73EC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B78D2-6E45-A35D-FEBD-9FB5D544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89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07D1F-B758-BACB-6A31-C99AD1576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78C29A-50CD-56F8-C720-4B852615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6D64-298C-19B0-F719-1A9CFD74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70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5C3B-9EAE-8246-8F5A-C8EF55EB4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30C66-8179-7376-BB40-EA1D406D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EB7FA-F091-4E17-CB0C-5F355D379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EB67D-B9C0-9D14-7AE6-62BD4298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667F8-0E89-3F9D-30BE-127B2980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B1D33-B49C-2D78-8A98-F1DFDB9F9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65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A2675-08EE-BB9C-8C85-D53BD3D4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D8573-245D-FC35-1DEB-DDED9E855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E6FA5-E77A-783A-30FE-13D83AAC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E0DEC-6896-0F63-9561-6BA38095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0EB85-B4E0-1010-233E-2CD1C30C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0D574-20AE-C201-368F-438205BC0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591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3F860-21C1-FFED-DFF3-EF4556DE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A7AEF-A7A1-DAB7-9661-C5902E7E4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8D2BC-AF06-FBEC-B57E-86AA9B15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3E23C-A051-71EF-39FD-88B9F4DB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1332D-F496-3620-1A37-A390CCBE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40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A4E779-776E-4722-F903-12430F9E8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A7555-ACD9-5EAA-BB14-414874E0B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A1746-C036-AE75-819A-B90FF0F6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5F16D-5D0D-8604-7749-955B62F8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1C43A-CFC9-7B39-DB07-33DA6BA94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42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4133A2-FF1F-A0B8-1F20-EC5FD9D44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E1D3A-3042-8CEB-7C33-E1852ED8F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A6B3D-4E48-AA68-65F7-B272D70BB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4F102-659A-48B8-828C-E5BCEC31109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6F345-0617-5A89-C877-17D3FA476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8DCD4-177B-8EEF-0903-ED1EEB7FF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CEC38-6B9F-4B1E-9725-3441813C1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11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4337C91-8D85-544F-9997-D43B96F24752}"/>
              </a:ext>
            </a:extLst>
          </p:cNvPr>
          <p:cNvSpPr txBox="1"/>
          <p:nvPr/>
        </p:nvSpPr>
        <p:spPr>
          <a:xfrm>
            <a:off x="1469985" y="451413"/>
            <a:ext cx="9769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CO3: Electromagnetic Waves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158273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0211D1-A914-C134-7493-D2B3DA556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84" y="154094"/>
            <a:ext cx="6639852" cy="4029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AAE845-9AC7-18BC-4078-05E0BEF3F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38" y="4394626"/>
            <a:ext cx="77343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4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1D62DF-D159-7EBC-161F-9041C4C61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89" y="562787"/>
            <a:ext cx="801052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67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120264-0C39-809E-72B5-D630FBAAE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734" y="551985"/>
            <a:ext cx="72104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3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946230-F227-4448-33F8-9232EB3D9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3" y="179581"/>
            <a:ext cx="7734300" cy="2038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117D39-2730-2E59-381C-C84BA8031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93" y="2096894"/>
            <a:ext cx="75438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54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E1FE6-66FB-BB65-0A69-B7D0BDA4D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71" y="168197"/>
            <a:ext cx="5772150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E7693A-24AE-7EB8-1189-C766A28C1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525" y="1689178"/>
            <a:ext cx="76866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05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70972F-0E8F-D37A-E100-AAC027A54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93" y="349985"/>
            <a:ext cx="793432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4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AE5C58-A23D-7B05-453F-B4AF8C167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94" y="373217"/>
            <a:ext cx="69913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9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C6DD77-0FA2-B67D-A846-D4D10AA98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19" y="462891"/>
            <a:ext cx="4591050" cy="2809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FD99C4-F85F-AE13-E16C-C38D05D62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06" y="3272766"/>
            <a:ext cx="523875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19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3E1106-D4C8-DCA7-2956-365C72D01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07" y="171333"/>
            <a:ext cx="5305425" cy="3705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7DDA56-ECBE-6912-A960-FB50E73CF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540" y="2681984"/>
            <a:ext cx="491490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1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0D7949-7055-E6E8-A687-A809C364E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86" y="142178"/>
            <a:ext cx="7172325" cy="251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6608A9-4357-0BB5-5D4C-5B8460F38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0017"/>
            <a:ext cx="797242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366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767785-AB15-065F-3E91-67C57737C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069" y="1132313"/>
            <a:ext cx="589597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43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4CB4AE-3D1A-E8C6-8AA1-173170ACA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12" y="1709737"/>
            <a:ext cx="68103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14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E2AAAF-5F2D-6014-66F1-320092A7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33" y="588342"/>
            <a:ext cx="7534275" cy="1666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04B3F-65B5-6B47-7E28-B5610EBB0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650" y="2240584"/>
            <a:ext cx="28003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93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BB33F7-1DD6-A10A-3449-F84A59F18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15" y="281916"/>
            <a:ext cx="778192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18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CD2A21-4F35-B821-60AA-588114D4B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23" y="312467"/>
            <a:ext cx="7734300" cy="2419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4FF72C-DA7B-9BB2-7594-32275EC5A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23" y="2965411"/>
            <a:ext cx="72675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4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8AB340-73BD-A3F0-F658-059D3CB9F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50" y="369036"/>
            <a:ext cx="56102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40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4FFE14-68B9-1758-2F91-90A3EF41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69" y="276225"/>
            <a:ext cx="6696075" cy="3929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3E1F7-F00E-220C-74CF-993D4CCC3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6" y="4188793"/>
            <a:ext cx="659130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95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900A31-B1CC-DE25-6BF4-A77944BF9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80" y="612155"/>
            <a:ext cx="772477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10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0B96B5B-EB9F-6E8A-24B9-898EF8F8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36" y="590318"/>
            <a:ext cx="78105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091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63B1AC-5F63-05D6-9107-89584886D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33" y="541531"/>
            <a:ext cx="61150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47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1D4B36-5E1F-4AAC-5CEC-D23C19B95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4" y="272508"/>
            <a:ext cx="5153025" cy="2343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D601F9-E57C-D9FA-3CC6-561EB7B4F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99" y="3146851"/>
            <a:ext cx="62198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648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8903CF-4398-6634-C5D4-0FBEF79BA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93019" y="-1522141"/>
            <a:ext cx="6244682" cy="1018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27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838719-562F-DC4A-D1BC-6F7CB5E64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01" y="340345"/>
            <a:ext cx="77057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96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9E78EE-9243-DAFE-CC1E-2DA22F2F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09" y="871769"/>
            <a:ext cx="67246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67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E266B8-456B-0534-2290-C867595BF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064" y="546410"/>
            <a:ext cx="9322419" cy="526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20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214222-5E1B-831D-900E-06966D2CB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78" y="311995"/>
            <a:ext cx="8726118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16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9CDEA6-464D-1E0D-08BC-755BA9CB6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257" y="371475"/>
            <a:ext cx="7477125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55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213F0A-93C2-FEB7-03A5-7CF041307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59" y="633412"/>
            <a:ext cx="81629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12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35BD97-EE40-997F-284C-B9FFD0C9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73" y="191893"/>
            <a:ext cx="8258175" cy="544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A2E0B6-F6A2-796E-42FA-0834CDB21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997" y="5640193"/>
            <a:ext cx="8029575" cy="112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73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D85302-84F2-8E9A-4A54-A08317469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10" y="623887"/>
            <a:ext cx="818197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25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9F491D-3B81-C027-2E14-E7EFE955E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55" y="958075"/>
            <a:ext cx="8058150" cy="486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03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7C5143-25CB-F90E-EC25-926D3B8AA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55" y="973989"/>
            <a:ext cx="87915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180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554C40-E06B-383F-6FE3-FC1E477C5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337" y="185737"/>
            <a:ext cx="8315325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76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D5C75F-8683-C941-EE1F-9D0748385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63" y="519228"/>
            <a:ext cx="7381527" cy="265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269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F36BE3-ECC7-EB35-C829-73E853FB7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97" y="682780"/>
            <a:ext cx="83343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76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872109-3607-14F8-E062-874BB57CB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24" y="379140"/>
            <a:ext cx="9092426" cy="621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869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187CCC-677F-DA09-F8EA-429307DBC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724" y="342319"/>
            <a:ext cx="8886825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870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E76FE0-5234-345E-4467-44D254DBF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53" y="620403"/>
            <a:ext cx="8096250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013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6C6292-C1FF-985B-8E3C-64181E6C1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436" y="586716"/>
            <a:ext cx="80676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234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43B5F1-A471-1448-3BA8-F4DCFC1B6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98631"/>
            <a:ext cx="5876925" cy="2210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30D28D-7EA6-7CDD-5B75-E66998532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" y="2408663"/>
            <a:ext cx="84677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388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7E72BC-4982-43D1-0A84-3C74ECB38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92" y="751894"/>
            <a:ext cx="82772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22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13A85-C1AE-A71B-3BAA-ED9E8BB98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33" y="144502"/>
            <a:ext cx="8172450" cy="2019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3BEE96-2C15-8B94-39C1-2D6686541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37" y="2438980"/>
            <a:ext cx="88963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692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4F6E11-948D-0727-E899-AD8FCE484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73" y="1369625"/>
            <a:ext cx="773430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457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8DD096-B2E0-5875-6436-B64FD5FBE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64" y="595312"/>
            <a:ext cx="810577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464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DB4BC9-0872-DCC2-9329-FCE109EFC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18" y="712400"/>
            <a:ext cx="59055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555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1DDB5-1445-CFBF-BDED-5CF29F857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94" y="276225"/>
            <a:ext cx="78581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243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5EB55F-1ED9-783F-1E58-E20DE99FF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945" y="236150"/>
            <a:ext cx="78390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866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AA735B-F5AC-C8B8-E08D-5F3656E24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71" y="304335"/>
            <a:ext cx="78295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759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27F3C-0ADD-49F1-F5CF-92916973C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97" y="556399"/>
            <a:ext cx="80962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959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D72F36-609B-4F09-8CC5-7D9C8962D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94" y="536188"/>
            <a:ext cx="859155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53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BF4860-A997-72CE-5C86-08830B1F5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92" y="466144"/>
            <a:ext cx="8324850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234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1A2D7F-F314-D658-0ADB-8911862CA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16" y="656296"/>
            <a:ext cx="835342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543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E3C53-749E-E48D-0D7F-520B113FB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41" y="535142"/>
            <a:ext cx="8420100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573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FA328A-54DF-F09C-EBDA-AA8615152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92" y="714026"/>
            <a:ext cx="71247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58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FC8217-2A63-2DE4-37CF-4B66CBA49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31" y="584974"/>
            <a:ext cx="885825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201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9227EA-8434-E79F-2C97-C9E23335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69" y="841221"/>
            <a:ext cx="8058150" cy="2343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8E71AD-D788-DCDB-C08D-F71149B7D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889" y="2534115"/>
            <a:ext cx="641985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851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139BF8-7880-FAC3-7E8C-9EC3CF195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26" y="722622"/>
            <a:ext cx="66960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111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3B1258-45FA-977C-F781-A0321F636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40" y="596822"/>
            <a:ext cx="799147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244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D4F9D2-ED97-0EE8-74E0-825988A7A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6" y="611574"/>
            <a:ext cx="7620000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351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5E1920-477D-7B92-1448-357CFB26A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0" y="423978"/>
            <a:ext cx="6953250" cy="2419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6AD28E-DB17-5AB1-5B3C-2D0908E5E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66" y="3429000"/>
            <a:ext cx="805815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183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E546DC-13E9-360A-5A09-B7A6909C3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97" y="352076"/>
            <a:ext cx="7734300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388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3800D2-3C9B-F6FA-59DC-BD2F2A2F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22" y="685451"/>
            <a:ext cx="83629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858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8AA925-5F88-82B5-8515-5B5ABFCBA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64" y="330330"/>
            <a:ext cx="9097645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6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54D0D4-90B5-D878-9540-34ED7508E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4" y="647468"/>
            <a:ext cx="79057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3043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53194EA-D243-CA03-8934-502CE74DF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01" y="773267"/>
            <a:ext cx="572452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0253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2B3612-0C61-3510-D9EE-2E7015F45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78" y="479502"/>
            <a:ext cx="8754243" cy="617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512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BED5D2-5FBF-9017-E2B2-4F683022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11" y="597751"/>
            <a:ext cx="824865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481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B335F0-BD9D-4FFA-05B3-D3E2471E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45" y="304335"/>
            <a:ext cx="829627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454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44FFE7-BAD5-33EF-8E1D-8FA50C00B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99" y="497274"/>
            <a:ext cx="77628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46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BFD164-C781-D9EF-7A80-AC5FEE02A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57" y="430483"/>
            <a:ext cx="851535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405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DC8654-1216-2DF7-B56C-CBB9F7708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69" y="506219"/>
            <a:ext cx="80676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317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F43B5E-48C7-F30A-7527-004EBC664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5" y="725410"/>
            <a:ext cx="816292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754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B35E4-768D-473B-8004-F936189AB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4A45B-B7D4-E859-7809-A64FFFAFB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14" y="368919"/>
            <a:ext cx="779145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267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1DFE3-7BFB-CA93-B4AC-B3892E57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B789A-E14C-B741-F246-E873EEFDF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23" y="708335"/>
            <a:ext cx="9478537" cy="2358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04D85F-168B-E312-CEA2-A584921F7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23" y="3611020"/>
            <a:ext cx="77152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6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D119AF-F248-361B-00F6-024136755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05" y="245326"/>
            <a:ext cx="8486775" cy="613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456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6F53EB-6F9D-F28F-6A2D-28A13E880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6" y="538858"/>
            <a:ext cx="6872521" cy="504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2060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9BA0E2-EC27-2C45-D7F1-97E7E3809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560116"/>
            <a:ext cx="54006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6481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20382C-6F8A-7FB2-8A00-62148516F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83" y="167152"/>
            <a:ext cx="718185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054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BA8FE6-D8A6-1892-01D9-79F8F75AC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80" y="261124"/>
            <a:ext cx="771525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089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3FF71E-8327-C25F-5CC5-0833C686B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83" y="232550"/>
            <a:ext cx="4781550" cy="4095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9487E7-34BF-E999-98A9-64C8AFEE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916" y="4328300"/>
            <a:ext cx="18002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803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354C19-D04F-C076-81D9-9C658DFE5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" y="138229"/>
            <a:ext cx="77914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72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0F00E0-FC2A-B181-9858-E5E985F8C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14" y="802191"/>
            <a:ext cx="78771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7640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38CDD8-BA58-E5C5-B6A5-C582BF28F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63" y="399120"/>
            <a:ext cx="780097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538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A200D7-A50E-1A55-583D-944D2F789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1" y="97689"/>
            <a:ext cx="7743825" cy="1666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D88EC5-8F65-4E09-10F3-4AC9C142E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729" y="1883975"/>
            <a:ext cx="3429000" cy="1038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51B337-7863-6275-0B89-DEB5C9944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86" y="2922200"/>
            <a:ext cx="7753350" cy="1571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8A40B2-4180-8D63-CBCE-98E87BCCF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23" y="4493825"/>
            <a:ext cx="76866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988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4</Words>
  <Application>Microsoft Office PowerPoint</Application>
  <PresentationFormat>Widescreen</PresentationFormat>
  <Paragraphs>1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 Ur Rahman Mohammad</dc:creator>
  <cp:lastModifiedBy>Zia Ur Rahman Mohammad</cp:lastModifiedBy>
  <cp:revision>10</cp:revision>
  <dcterms:created xsi:type="dcterms:W3CDTF">2026-02-06T05:06:59Z</dcterms:created>
  <dcterms:modified xsi:type="dcterms:W3CDTF">2026-02-24T06:08:08Z</dcterms:modified>
</cp:coreProperties>
</file>