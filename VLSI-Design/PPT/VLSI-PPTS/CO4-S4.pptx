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9"/>
  </p:notesMasterIdLst>
  <p:sldIdLst>
    <p:sldId id="271" r:id="rId5"/>
    <p:sldId id="300" r:id="rId6"/>
    <p:sldId id="258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287" r:id="rId44"/>
    <p:sldId id="301" r:id="rId45"/>
    <p:sldId id="302" r:id="rId46"/>
    <p:sldId id="303" r:id="rId47"/>
    <p:sldId id="304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72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06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15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9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56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74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81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2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04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57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01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88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5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26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41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9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14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88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02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1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698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91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89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764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990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931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67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11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333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758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081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01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278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338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489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3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bwrcs.eecs.berkeley.edu/Classes/icdesign/ee141_f01/Notes/chapter5.pdf" TargetMode="External"/><Relationship Id="rId2" Type="http://schemas.openxmlformats.org/officeDocument/2006/relationships/hyperlink" Target="https://www.egr.msu.edu/classes/ece410/mason/files/Ch7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6854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540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62904"/>
            <a:ext cx="6902548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21EC2211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C00000"/>
                </a:solidFill>
              </a:rPr>
              <a:t>Testing of Combinational logics,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C00000"/>
                </a:solidFill>
              </a:rPr>
              <a:t>&amp;Testing of sequential logics,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IN" sz="4800" b="1" dirty="0">
              <a:solidFill>
                <a:srgbClr val="C00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4362256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4 &amp;5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426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combinational and sequential circuits.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29813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dirty="0">
                <a:latin typeface="Poppins"/>
                <a:cs typeface="Poppins"/>
              </a:rPr>
              <a:t>Define combinational logic circuits with relevant examples.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sz="1600" dirty="0">
                <a:latin typeface="Poppins"/>
                <a:cs typeface="Poppins"/>
              </a:rPr>
              <a:t>Define sequential logic circuits with relevant examples.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sz="1600" dirty="0">
              <a:latin typeface="Poppins"/>
              <a:cs typeface="Poppins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50400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dirty="0">
                <a:latin typeface="Poppins"/>
                <a:cs typeface="Poppins"/>
              </a:rPr>
              <a:t>Define combinational logic circuits with relevant examples.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sz="1600" dirty="0">
                <a:latin typeface="Poppins"/>
                <a:cs typeface="Poppins"/>
              </a:rPr>
              <a:t>Define sequential logic circuits with relevant examples.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DD723E-3EC9-08C7-4EFF-3B3011677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3393"/>
            <a:ext cx="12006357" cy="550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C49D4E-8F16-95F0-85DD-1D0A212B4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722" y="783671"/>
            <a:ext cx="8810309" cy="579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45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2D41DD-9CD0-BADD-8906-CAD1F30A1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71181"/>
            <a:ext cx="5342270" cy="4715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C610F8-5985-EEE5-B22A-D0B1B72E9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194" y="1071181"/>
            <a:ext cx="5661180" cy="471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24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E94D15-E178-A811-A896-E11C08D0C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9" y="894735"/>
            <a:ext cx="5858817" cy="5560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3F0673-831A-1714-3B20-932CB3A38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464" y="951270"/>
            <a:ext cx="5476568" cy="556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597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4DA890-228D-4E2A-9C65-59C869ED7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13" y="824865"/>
            <a:ext cx="5964388" cy="5762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A7678A-04E7-66DC-6AF9-4E8527241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725" y="824865"/>
            <a:ext cx="5172165" cy="576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17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89AEFE-742C-EE99-F3C5-8FD2E355B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329" y="600076"/>
            <a:ext cx="9300851" cy="60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95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111F43-F922-A065-81F0-48A1F822F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704" y="600076"/>
            <a:ext cx="8443724" cy="58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514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D2E80A-25C5-1930-1E0D-91E2DEF83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704" y="757391"/>
            <a:ext cx="7444382" cy="560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65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D1B311-A929-324B-927B-F4EBC31FD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275" y="727200"/>
            <a:ext cx="8889561" cy="591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36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EDB532-7529-9BF0-7769-BC4DEC074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62" y="815539"/>
            <a:ext cx="5563082" cy="5437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87E188-0B84-90AD-E3A6-6B5D8E26A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355" y="815539"/>
            <a:ext cx="6223819" cy="543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89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76C198-2205-BBC2-7213-37C7FF157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709" y="668902"/>
            <a:ext cx="9053435" cy="571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507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CD4EBF-0387-654D-5628-CCF95AFA7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8" y="722252"/>
            <a:ext cx="6017732" cy="5767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8F62D-3721-FF32-077F-69524E53A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807" y="739248"/>
            <a:ext cx="5565058" cy="555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588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9DB869-4F16-466F-5EA9-2C8876D89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66" y="832245"/>
            <a:ext cx="5372566" cy="5509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FBB3DE-EE01-8987-D253-7AD4E8A59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474" y="832244"/>
            <a:ext cx="5997460" cy="550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23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A283DD-B77E-56E2-EBBA-D9EF652BD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59" y="915327"/>
            <a:ext cx="5639289" cy="5357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F006CF-B9B2-66AF-FAF0-E221D7A41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882" y="915326"/>
            <a:ext cx="5774137" cy="542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845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68A71A-9C14-FDF5-5D37-4F2A96AE9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15" y="781860"/>
            <a:ext cx="5601882" cy="5540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3C0CD5-E668-3E9C-0489-C58E376A1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509" y="703104"/>
            <a:ext cx="5702710" cy="554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83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589A32-176A-8245-7F8F-88FCBBE95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05" y="949246"/>
            <a:ext cx="5920175" cy="52352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5424F0-147B-4760-02C0-BAE96C82B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648" y="925098"/>
            <a:ext cx="5700254" cy="528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38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3DF8EF-3192-7BC6-83CA-7DB562474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60" y="969285"/>
            <a:ext cx="5889523" cy="5510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DB4634-30E0-7F38-6ADF-727D6D8C9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705" y="845977"/>
            <a:ext cx="5609406" cy="551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407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546C5D-0E9E-3A01-B1A4-6BDB0BC92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59" y="825910"/>
            <a:ext cx="5872041" cy="57617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B41DB5-6353-469D-7064-EE2861334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9" y="825910"/>
            <a:ext cx="5151566" cy="584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730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4D12FE-C6E8-18B9-5751-3A5512C43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82" y="734536"/>
            <a:ext cx="5566521" cy="5656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2126CB-88E4-F105-749E-2B50C4F34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9" y="734536"/>
            <a:ext cx="5082980" cy="565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13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DF6BBA-29C1-0326-991C-2C1F3B60B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75" y="978504"/>
            <a:ext cx="5852884" cy="55009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4BD9D3-D11E-40F5-57D4-3E8B06EDB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9" y="978503"/>
            <a:ext cx="5159187" cy="55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29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557BA7-F678-E76D-D512-465CF6E3C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48" y="778048"/>
            <a:ext cx="5841452" cy="5573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30B83-7BDE-C788-5654-AFDC08F04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9" y="778048"/>
            <a:ext cx="5353773" cy="557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62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946160-088B-2F9B-F85B-0FD85B5D6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53" y="796413"/>
            <a:ext cx="5190392" cy="5847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4301A2-ECED-B307-8E26-89246678C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186" y="796413"/>
            <a:ext cx="4349801" cy="58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17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49AF3A-209C-7EB8-D7BF-BF105FD81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42" y="895663"/>
            <a:ext cx="5128704" cy="52691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833CEB-A68C-7A83-CF63-0CFAAA94D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445" y="895663"/>
            <a:ext cx="5403497" cy="518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956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E0015B-E470-0F72-3BF3-1D3ADBD9D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28" y="804720"/>
            <a:ext cx="5595419" cy="5596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F7A51F-90CE-2BA9-AFFF-DD8B6158C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04720"/>
            <a:ext cx="5742039" cy="559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75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D2F0B6-DF7B-41E5-DBBA-1D6A851FD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39" y="788254"/>
            <a:ext cx="5875529" cy="5445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FD96D3-296D-BC13-D347-9ABBD361F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713" y="788254"/>
            <a:ext cx="5380186" cy="544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397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3AA17C-792B-A603-B81B-B8045245A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19" y="721266"/>
            <a:ext cx="5948381" cy="5679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41FD37-9FD9-FC44-5BA1-EE52AF3B7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568" y="721266"/>
            <a:ext cx="5486875" cy="567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10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7C06A7-9940-E0E5-BFB8-8C4F89031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23" y="808397"/>
            <a:ext cx="5418547" cy="5612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F464E2-07A8-FC39-ECB9-37E09AC5C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08397"/>
            <a:ext cx="5342083" cy="561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819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B346EC-ADEB-BC81-EE29-EE6D06C7D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703" y="857427"/>
            <a:ext cx="8603831" cy="563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90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E681A5-2C50-C348-3335-2F6AB922B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39" y="878342"/>
            <a:ext cx="5875529" cy="5443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DF7219-7963-EC6F-BA1F-B8ACF3ACA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319" y="878341"/>
            <a:ext cx="5685013" cy="544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08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8E14FE-0937-1005-5B22-57E0C99AF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80" y="826596"/>
            <a:ext cx="5934847" cy="5426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AECCEB-6DE7-505C-1844-3DBB7E6DF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105" y="826596"/>
            <a:ext cx="5320449" cy="542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402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AC6A7C-AC91-CC08-496B-087D43886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93" y="831259"/>
            <a:ext cx="5742491" cy="5530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B906D1-5FEC-BA7A-F652-4CB336462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973" y="831258"/>
            <a:ext cx="5319704" cy="553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720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5183E8-F6A9-1E68-5436-B6861B69A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58" y="854495"/>
            <a:ext cx="5885592" cy="5723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A41F89-3375-CB0E-52B4-C09497757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432" y="854495"/>
            <a:ext cx="5425910" cy="564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01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C2F87-282B-ED38-8949-6C5760996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82" y="816259"/>
            <a:ext cx="5425166" cy="5555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0DF208-2B8F-78DE-357B-4D184B4D1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4744" y="940640"/>
            <a:ext cx="5928874" cy="543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60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1C6412-A6DD-C0A8-67C0-ECD30B026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23" y="842967"/>
            <a:ext cx="5966977" cy="5172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0ECF5-7239-7F67-6E33-4173EE596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026" y="842966"/>
            <a:ext cx="5524979" cy="517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25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94B669-AB8A-43DF-1D10-439242B5C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98" y="782472"/>
            <a:ext cx="5791702" cy="5392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7B484-117C-2D05-4DF3-6749F9E11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472" y="562708"/>
            <a:ext cx="4953429" cy="561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81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3FB645-5EE0-A3A4-C82A-C8DCA4259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39" y="870962"/>
            <a:ext cx="5558261" cy="53331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EEAFCC-7CAB-A3EA-83ED-7615CDBFE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775" y="797219"/>
            <a:ext cx="5627594" cy="548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338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23DCFC-F1E4-50C2-CE8B-56F6EEF02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96" y="864700"/>
            <a:ext cx="5609753" cy="5467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0AB704-6802-EEC3-DCB8-FFB26FF20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153" y="695363"/>
            <a:ext cx="5654530" cy="546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51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About brief description of Testing combinational and sequential logic circuits is taken out in this ppt.</a:t>
            </a: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dirty="0">
                <a:latin typeface="Poppins"/>
                <a:cs typeface="Poppins"/>
              </a:rPr>
              <a:t>Define combinational logic circuits with relevant examples.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2" y="2296480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latin typeface="Poppins"/>
                <a:cs typeface="Poppins"/>
              </a:rPr>
              <a:t>2.Define sequential logic circuits with relevant examples.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035BBA-2192-68EA-FCBA-BF13589380F1}"/>
              </a:ext>
            </a:extLst>
          </p:cNvPr>
          <p:cNvSpPr txBox="1"/>
          <p:nvPr/>
        </p:nvSpPr>
        <p:spPr>
          <a:xfrm>
            <a:off x="2706726" y="2099233"/>
            <a:ext cx="7351674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latin typeface="Poppins"/>
                <a:cs typeface="Poppins"/>
              </a:rPr>
              <a:t>Define combinational logic circuits with relevant examples.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sz="1800" dirty="0">
                <a:latin typeface="Poppins"/>
                <a:cs typeface="Poppins"/>
              </a:rPr>
              <a:t>Define sequential logic circuits with relevant examples.</a:t>
            </a: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600076"/>
            <a:ext cx="9608234" cy="5718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1.Douglas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Pucknell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 Kamran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Eshraghian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Basic VLSI Design, PHI, 3rd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Neil H.E.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Weste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David Harris, Ayan Banerjee, CMOS VLSI Design, A Circuits and Systems Perspective, Pearson Education, 4th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Sung-Mo Kang, Yusuf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Leblebici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CMOS Digital Integrated Circuits Analysis and Design, Tata Mc-Graw-Hill, 3rd Ed., 2003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Jab M.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Rabaey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Anantha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Chandra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Borivoje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Nikolic, Digital Integrated Circuits - A Design Perspective, PHI, 2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Ed., 2012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Michal John Sebastian Smith, Application-Specific Integrated Circuits, Pearson Education, 6th Ed., 2009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https://www.egr.msu.edu/classes/ece410/mason/files/Ch7.pdf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http://bwrcs.eecs.berkeley.edu/Classes/icdesign/ee141_f01/Notes/chapter5.pdf</a:t>
            </a:r>
            <a:endParaRPr lang="en-US" u="sng" dirty="0"/>
          </a:p>
          <a:p>
            <a:pPr>
              <a:lnSpc>
                <a:spcPct val="150000"/>
              </a:lnSpc>
            </a:pPr>
            <a:r>
              <a:rPr lang="en-US" dirty="0"/>
              <a:t>3. https://nptelvideos.com/video.php?id=1317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</TotalTime>
  <Words>467</Words>
  <Application>Microsoft Office PowerPoint</Application>
  <PresentationFormat>Widescreen</PresentationFormat>
  <Paragraphs>121</Paragraphs>
  <Slides>44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Poppins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vineethaammu72@gmail.com</cp:lastModifiedBy>
  <cp:revision>56</cp:revision>
  <dcterms:created xsi:type="dcterms:W3CDTF">2020-02-08T09:57:44Z</dcterms:created>
  <dcterms:modified xsi:type="dcterms:W3CDTF">2022-12-02T04:45:51Z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