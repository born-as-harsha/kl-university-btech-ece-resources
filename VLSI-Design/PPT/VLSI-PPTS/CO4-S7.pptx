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71" r:id="rId5"/>
    <p:sldId id="300" r:id="rId6"/>
    <p:sldId id="258" r:id="rId7"/>
    <p:sldId id="288" r:id="rId8"/>
    <p:sldId id="306" r:id="rId9"/>
    <p:sldId id="307" r:id="rId10"/>
    <p:sldId id="308" r:id="rId11"/>
    <p:sldId id="309" r:id="rId12"/>
    <p:sldId id="310" r:id="rId13"/>
    <p:sldId id="287" r:id="rId14"/>
    <p:sldId id="301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>
        <p:scale>
          <a:sx n="79" d="100"/>
          <a:sy n="79" d="100"/>
        </p:scale>
        <p:origin x="821" y="48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11/24/2022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wrcs.eecs.berkeley.edu/Classes/icdesign/ee141_f01/Notes/chapter5.pdf" TargetMode="External"/><Relationship Id="rId2" Type="http://schemas.openxmlformats.org/officeDocument/2006/relationships/hyperlink" Target="https://www.egr.msu.edu/classes/ece410/mason/files/Ch7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854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46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62904"/>
            <a:ext cx="6902548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21EC2211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dirty="0">
                <a:solidFill>
                  <a:srgbClr val="C00000"/>
                </a:solidFill>
              </a:rPr>
              <a:t>BIST Techniques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4067289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BIST Techniques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the basics and types of BIST.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Architecture and Working of the BIST.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the Issues of design, advantages and dis-advantages of BIST?.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</a:t>
            </a:r>
            <a:r>
              <a:rPr lang="en-US" sz="1600" dirty="0">
                <a:latin typeface="Arial" panose="020B0604020202020204" pitchFamily="34" charset="0"/>
              </a:rPr>
              <a:t>basics and types of the BIST.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Define the Architecture and Working of the BIST.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Illustrate the Issues of design, advantages and dis-advantages of BIST.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F3BD33F-7C04-47CA-3607-A2890F445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5806"/>
            <a:ext cx="12192000" cy="579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5852ADE-BB7A-8D41-5DF0-85D245C72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2" y="3429000"/>
            <a:ext cx="12192000" cy="308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A2DAB0-DA17-4B38-EF54-71DCCA73F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23" y="883564"/>
            <a:ext cx="12120562" cy="254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3D3F36B-A603-5C30-B710-4E6E728F2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5870"/>
            <a:ext cx="12192000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623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99580EA-359A-9C67-76BC-8B1D27E86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0076"/>
            <a:ext cx="7039896" cy="3234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A8DEB93-779C-A0F0-EA3F-CBA497E8B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3287"/>
            <a:ext cx="7039897" cy="3310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74230A0-8287-FB4E-498F-BC369854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316" y="600076"/>
            <a:ext cx="5591684" cy="2636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5CFC6C4-8C85-2521-DEAC-407B74811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314" y="3254462"/>
            <a:ext cx="5591685" cy="3519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79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236501E-81A4-88E9-47B0-411968913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9299"/>
            <a:ext cx="12192000" cy="6024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538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31CFE4-6D6F-C4BC-2118-C5E3DDA16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0077"/>
            <a:ext cx="12192000" cy="617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144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12B0F16-6279-4F51-8443-2C323666E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74"/>
            <a:ext cx="12192000" cy="6059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450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About brief description of BIST is taken out in this ppt.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What are the types BIST?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2308514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State </a:t>
            </a:r>
            <a:r>
              <a:rPr lang="en-US" sz="160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the advantages 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and disadvantages of the BIST?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7483BB5B-7A6F-1A0C-0DB8-273FFA9B8D04}"/>
              </a:ext>
            </a:extLst>
          </p:cNvPr>
          <p:cNvSpPr/>
          <p:nvPr/>
        </p:nvSpPr>
        <p:spPr>
          <a:xfrm>
            <a:off x="1009895" y="3429000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3. Define Architecture and working principle of the BIST?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" name="Google Shape;502;p17">
            <a:extLst>
              <a:ext uri="{FF2B5EF4-FFF2-40B4-BE49-F238E27FC236}">
                <a16:creationId xmlns:a16="http://schemas.microsoft.com/office/drawing/2014/main" id="{85A295FE-5838-D2E0-5A99-9F2C7B3953A7}"/>
              </a:ext>
            </a:extLst>
          </p:cNvPr>
          <p:cNvSpPr/>
          <p:nvPr/>
        </p:nvSpPr>
        <p:spPr>
          <a:xfrm>
            <a:off x="1009895" y="4644358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4.State the issues of designing in the BIST?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725" y="2562737"/>
            <a:ext cx="9608234" cy="1732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the basics and types of BIST.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the Architecture and Working of the BIST.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the Issues of design, advantages and dis-advantages of BIST?.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600076"/>
            <a:ext cx="9608234" cy="571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1.Douglas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Pucknell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Kamran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Eshraghian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Basic VLSI Design, PHI, 3rd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Neil H.E.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Weste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David Harris, Ayan Banerjee, CMOS VLSI Design, A Circuits and Systems Perspective, Pearson Education, 4th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Sung-Mo Kang, Yusuf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Leblebici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CMOS Digital Integrated Circuits Analysis and Design, Tata Mc-Graw-Hill, 3rd Ed., 2003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Jab 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Rabaey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Anantha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Chandra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Borivoje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Nikolic, Digital Integrated Circuits - A Design Perspective, PHI, 2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Ed., 2012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Michal John Sebastian Smith, Application-Specific Integrated Circuits, Pearson Education, 6th Ed., 2009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https://www.egr.msu.edu/classes/ece410/mason/files/Ch7.pdf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http://bwrcs.eecs.berkeley.edu/Classes/icdesign/ee141_f01/Notes/chapter5.pdf</a:t>
            </a:r>
            <a:endParaRPr lang="en-US" u="sng" dirty="0"/>
          </a:p>
          <a:p>
            <a:pPr>
              <a:lnSpc>
                <a:spcPct val="150000"/>
              </a:lnSpc>
            </a:pPr>
            <a:r>
              <a:rPr lang="en-US" dirty="0"/>
              <a:t>3. https://nptelvideos.com/video.php?id=1317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413</Words>
  <Application>Microsoft Office PowerPoint</Application>
  <PresentationFormat>Widescreen</PresentationFormat>
  <Paragraphs>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vineethaammu72@gmail.com</cp:lastModifiedBy>
  <cp:revision>47</cp:revision>
  <dcterms:created xsi:type="dcterms:W3CDTF">2020-02-08T09:57:44Z</dcterms:created>
  <dcterms:modified xsi:type="dcterms:W3CDTF">2022-11-24T11:13:12Z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