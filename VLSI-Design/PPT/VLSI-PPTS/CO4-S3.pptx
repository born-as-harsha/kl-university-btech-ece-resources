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sldIdLst>
    <p:sldId id="271" r:id="rId5"/>
    <p:sldId id="300" r:id="rId6"/>
    <p:sldId id="258" r:id="rId7"/>
    <p:sldId id="288" r:id="rId8"/>
    <p:sldId id="310" r:id="rId9"/>
    <p:sldId id="312" r:id="rId10"/>
    <p:sldId id="306" r:id="rId11"/>
    <p:sldId id="307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287" r:id="rId22"/>
    <p:sldId id="301" r:id="rId23"/>
    <p:sldId id="302" r:id="rId24"/>
    <p:sldId id="303" r:id="rId25"/>
    <p:sldId id="30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9"/>
  </p:normalViewPr>
  <p:slideViewPr>
    <p:cSldViewPr snapToGrid="0">
      <p:cViewPr>
        <p:scale>
          <a:sx n="66" d="100"/>
          <a:sy n="66" d="100"/>
        </p:scale>
        <p:origin x="1301" y="317"/>
      </p:cViewPr>
      <p:guideLst>
        <p:guide orient="horz" pos="2160"/>
        <p:guide pos="384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bwrcs.eecs.berkeley.edu/Classes/icdesign/ee141_f01/Notes/chapter5.pdf" TargetMode="External"/><Relationship Id="rId2" Type="http://schemas.openxmlformats.org/officeDocument/2006/relationships/hyperlink" Target="https://www.egr.msu.edu/classes/ece410/mason/files/Ch7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6854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6043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62904"/>
            <a:ext cx="6902548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VLSI DESIGN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21EC2211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 b="1" dirty="0">
                <a:solidFill>
                  <a:srgbClr val="C00000"/>
                </a:solidFill>
              </a:rPr>
              <a:t>CMOS Fault Models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ECE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728171" y="4067289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- 3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42678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</a:t>
            </a:r>
            <a:r>
              <a:rPr lang="en-US" sz="1600" dirty="0">
                <a:latin typeface="Poppins"/>
                <a:cs typeface="Poppins"/>
              </a:rPr>
              <a:t>CMOS Fault </a:t>
            </a:r>
            <a:r>
              <a:rPr lang="en-US" sz="1600" dirty="0" err="1">
                <a:latin typeface="Poppins"/>
                <a:cs typeface="Poppins"/>
              </a:rPr>
              <a:t>Modles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Describe about Logical fault models.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about Single stuck at fault.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Describe about Test stuck at fault.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Describe about Logical fault models.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Describe about Single stuck at fault.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Describe about Test stuck at fault.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7D7102B0-3ADA-B426-66FD-A805B9994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6581"/>
            <a:ext cx="12034684" cy="575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F6D2C8A5-17CD-BF92-86D5-5591B530D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1268"/>
            <a:ext cx="12192000" cy="60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035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79871B-33F1-6186-7FE6-32F1A3731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57250"/>
            <a:ext cx="9144000" cy="550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8028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779DE5-2C1A-7B39-BBB8-ECCC0E3F9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17576"/>
            <a:ext cx="9144000" cy="535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681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07F07CF4-2408-A201-A816-CFF8FD93D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28688"/>
            <a:ext cx="9144000" cy="535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6231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023278-5C9D-A2E5-EA7C-8E28CD91D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28689"/>
            <a:ext cx="9144000" cy="528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3790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CB35A753-576D-FE90-1AE4-F4C7ED0AA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57250"/>
            <a:ext cx="9144000" cy="550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208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FAABF0-3C42-9A08-09BC-6516061E7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57250"/>
            <a:ext cx="9144000" cy="542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018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99C7045F-ECFC-F700-6337-9DEF6F4AB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57250"/>
            <a:ext cx="9144000" cy="542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3130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8">
            <a:extLst>
              <a:ext uri="{FF2B5EF4-FFF2-40B4-BE49-F238E27FC236}">
                <a16:creationId xmlns:a16="http://schemas.microsoft.com/office/drawing/2014/main" id="{9B29A1A8-492A-139C-C297-C65B2377A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28688"/>
            <a:ext cx="9144000" cy="535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8862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DBD3CDE3-4B3F-2898-A4D6-FD390C5FE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39" y="1000126"/>
            <a:ext cx="9001125" cy="528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320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53DAA997-2EE8-6756-CE21-C9650264A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57250"/>
            <a:ext cx="9144000" cy="542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545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427B18C0-D05B-22F0-984C-AE9E05B37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71564"/>
            <a:ext cx="9144000" cy="528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213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0F492595-390D-3F23-5BCD-090CEFD96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75" y="928688"/>
            <a:ext cx="8858250" cy="535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0306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70099ADC-DFA9-D5F2-13D4-932892760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81063"/>
            <a:ext cx="8929688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673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252025"/>
            <a:ext cx="10086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About brief description of CMOS Fault model is taken out in this ppt.</a:t>
            </a:r>
          </a:p>
        </p:txBody>
      </p:sp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Describe about Logical fault models.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995362" y="2308514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latin typeface="Arial" panose="020B0604020202020204" pitchFamily="34" charset="0"/>
              </a:rPr>
              <a:t>2.Describe about Single stuck at fault.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id="{7483BB5B-7A6F-1A0C-0DB8-273FFA9B8D04}"/>
              </a:ext>
            </a:extLst>
          </p:cNvPr>
          <p:cNvSpPr/>
          <p:nvPr/>
        </p:nvSpPr>
        <p:spPr>
          <a:xfrm>
            <a:off x="1009895" y="3429000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  <a:sym typeface="Calibri"/>
            </a:endParaRPr>
          </a:p>
          <a:p>
            <a:r>
              <a:rPr lang="en-US" sz="1600" dirty="0">
                <a:latin typeface="Arial" panose="020B0604020202020204" pitchFamily="34" charset="0"/>
              </a:rPr>
              <a:t>3.Describe about Test stuck at fault.</a:t>
            </a:r>
          </a:p>
          <a:p>
            <a:endParaRPr lang="en-US"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  <a:p>
            <a:pPr lvl="0"/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3" grpId="0" animBg="1"/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035BBA-2192-68EA-FCBA-BF13589380F1}"/>
              </a:ext>
            </a:extLst>
          </p:cNvPr>
          <p:cNvSpPr txBox="1"/>
          <p:nvPr/>
        </p:nvSpPr>
        <p:spPr>
          <a:xfrm>
            <a:off x="2706726" y="2099233"/>
            <a:ext cx="73516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800" dirty="0">
                <a:latin typeface="Arial" panose="020B0604020202020204" pitchFamily="34" charset="0"/>
              </a:rPr>
              <a:t>Describe about Logical fault models.</a:t>
            </a:r>
          </a:p>
          <a:p>
            <a:pPr marL="342900" indent="-342900">
              <a:buAutoNum type="arabicPeriod"/>
            </a:pPr>
            <a:r>
              <a:rPr lang="en-US" sz="1800" b="0" i="0" dirty="0">
                <a:effectLst/>
                <a:latin typeface="Arial" panose="020B0604020202020204" pitchFamily="34" charset="0"/>
              </a:rPr>
              <a:t>Describe about Single stuck at fault.</a:t>
            </a:r>
          </a:p>
          <a:p>
            <a:pPr marL="342900" indent="-342900">
              <a:buAutoNum type="arabicPeriod"/>
            </a:pPr>
            <a:r>
              <a:rPr lang="en-US" sz="1800" dirty="0">
                <a:latin typeface="Arial" panose="020B0604020202020204" pitchFamily="34" charset="0"/>
              </a:rPr>
              <a:t>Describe about Test stuck at fault.</a:t>
            </a:r>
            <a:endParaRPr lang="en-US" sz="1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9789" y="600076"/>
            <a:ext cx="9608234" cy="5718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 Books: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1.Douglas A.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Pucknell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&amp; Kamran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Eshraghian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Basic VLSI Design, PHI, 3rd Ed., 2011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Neil H.E.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Weste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David Harris, Ayan Banerjee, CMOS VLSI Design, A Circuits and Systems Perspective, Pearson Education, 4th Ed., 2011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Sung-Mo Kang, Yusuf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Leblebici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CMOS Digital Integrated Circuits Analysis and Design, Tata Mc-Graw-Hill, 3rd Ed., 2003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 Books: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Jab M.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Rabaey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Anantha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Chandra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Kasan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Borivoje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Nikolic, Digital Integrated Circuits - A Design Perspective, PHI, 2</a:t>
            </a:r>
            <a:r>
              <a:rPr lang="en-US" sz="18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nd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Ed., 2012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Michal John Sebastian Smith, Application-Specific Integrated Circuits, Pearson Education, 6th Ed., 2009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https://www.egr.msu.edu/classes/ece410/mason/files/Ch7.pdf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</a:t>
            </a:r>
            <a:r>
              <a:rPr lang="en-US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http://bwrcs.eecs.berkeley.edu/Classes/icdesign/ee141_f01/Notes/chapter5.pdf</a:t>
            </a:r>
            <a:endParaRPr lang="en-US" u="sng" dirty="0"/>
          </a:p>
          <a:p>
            <a:pPr>
              <a:lnSpc>
                <a:spcPct val="150000"/>
              </a:lnSpc>
            </a:pPr>
            <a:r>
              <a:rPr lang="en-US" dirty="0"/>
              <a:t>3. https://nptelvideos.com/video.php?id=1317</a:t>
            </a: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VLSI Design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</TotalTime>
  <Words>390</Words>
  <Application>Microsoft Office PowerPoint</Application>
  <PresentationFormat>Widescreen</PresentationFormat>
  <Paragraphs>66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Poppins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vineethaammu72@gmail.com</cp:lastModifiedBy>
  <cp:revision>53</cp:revision>
  <dcterms:created xsi:type="dcterms:W3CDTF">2020-02-08T09:57:44Z</dcterms:created>
  <dcterms:modified xsi:type="dcterms:W3CDTF">2022-12-01T09:08:13Z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