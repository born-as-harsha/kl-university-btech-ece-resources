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5" r:id="rId2"/>
    <p:sldMasterId id="2147483697" r:id="rId3"/>
  </p:sldMasterIdLst>
  <p:notesMasterIdLst>
    <p:notesMasterId r:id="rId14"/>
  </p:notesMasterIdLst>
  <p:sldIdLst>
    <p:sldId id="271" r:id="rId4"/>
    <p:sldId id="883" r:id="rId5"/>
    <p:sldId id="313" r:id="rId6"/>
    <p:sldId id="306" r:id="rId7"/>
    <p:sldId id="288" r:id="rId8"/>
    <p:sldId id="307" r:id="rId9"/>
    <p:sldId id="882" r:id="rId10"/>
    <p:sldId id="308" r:id="rId11"/>
    <p:sldId id="315" r:id="rId12"/>
    <p:sldId id="30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69294-BE40-4F53-9009-F96CD52AF726}" type="datetimeFigureOut">
              <a:rPr lang="en-US" smtClean="0"/>
              <a:pPr/>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7285F-CC9D-4373-8D84-5F563E3CB58B}" type="slidenum">
              <a:rPr lang="en-US" smtClean="0"/>
              <a:pPr/>
              <a:t>‹#›</a:t>
            </a:fld>
            <a:endParaRPr lang="en-US"/>
          </a:p>
        </p:txBody>
      </p:sp>
    </p:spTree>
    <p:extLst>
      <p:ext uri="{BB962C8B-B14F-4D97-AF65-F5344CB8AC3E}">
        <p14:creationId xmlns:p14="http://schemas.microsoft.com/office/powerpoint/2010/main" val="2808001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14DB6-6761-437F-B95E-3033844DC3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ECE015F-7129-4784-AE3E-2C2725E4EC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EE66F83-C630-4352-A337-695843505174}"/>
              </a:ext>
            </a:extLst>
          </p:cNvPr>
          <p:cNvSpPr>
            <a:spLocks noGrp="1"/>
          </p:cNvSpPr>
          <p:nvPr>
            <p:ph type="dt" sz="half" idx="10"/>
          </p:nvPr>
        </p:nvSpPr>
        <p:spPr/>
        <p:txBody>
          <a:bodyPr/>
          <a:lstStyle/>
          <a:p>
            <a:fld id="{A415E10E-A097-4834-80C5-A2C1D646F8B9}" type="datetimeFigureOut">
              <a:rPr lang="en-IN" smtClean="0"/>
              <a:pPr/>
              <a:t>17-12-2025</a:t>
            </a:fld>
            <a:endParaRPr lang="en-IN"/>
          </a:p>
        </p:txBody>
      </p:sp>
      <p:sp>
        <p:nvSpPr>
          <p:cNvPr id="5" name="Footer Placeholder 4">
            <a:extLst>
              <a:ext uri="{FF2B5EF4-FFF2-40B4-BE49-F238E27FC236}">
                <a16:creationId xmlns:a16="http://schemas.microsoft.com/office/drawing/2014/main" id="{BC147517-E525-4912-A43E-5AF556D780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C69AF5-8030-4A6D-9C9F-660FAF75AD0F}"/>
              </a:ext>
            </a:extLst>
          </p:cNvPr>
          <p:cNvSpPr>
            <a:spLocks noGrp="1"/>
          </p:cNvSpPr>
          <p:nvPr>
            <p:ph type="sldNum" sz="quarter" idx="12"/>
          </p:nvPr>
        </p:nvSpPr>
        <p:spPr/>
        <p:txBody>
          <a:bodyPr/>
          <a:lstStyle/>
          <a:p>
            <a:fld id="{F3EAE7FC-C46B-42A3-8E15-9BB501A8C155}" type="slidenum">
              <a:rPr lang="en-IN" smtClean="0"/>
              <a:pPr/>
              <a:t>‹#›</a:t>
            </a:fld>
            <a:endParaRPr lang="en-IN"/>
          </a:p>
        </p:txBody>
      </p:sp>
    </p:spTree>
    <p:extLst>
      <p:ext uri="{BB962C8B-B14F-4D97-AF65-F5344CB8AC3E}">
        <p14:creationId xmlns:p14="http://schemas.microsoft.com/office/powerpoint/2010/main" val="861174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C34DA-CF80-4098-8032-66B9C76782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DBBD4A-F574-40DA-A4A9-4C60335805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B5F068-E82C-4BDA-8B27-A057172E6F63}"/>
              </a:ext>
            </a:extLst>
          </p:cNvPr>
          <p:cNvSpPr>
            <a:spLocks noGrp="1"/>
          </p:cNvSpPr>
          <p:nvPr>
            <p:ph type="dt" sz="half" idx="10"/>
          </p:nvPr>
        </p:nvSpPr>
        <p:spPr/>
        <p:txBody>
          <a:bodyPr/>
          <a:lstStyle/>
          <a:p>
            <a:fld id="{A415E10E-A097-4834-80C5-A2C1D646F8B9}" type="datetimeFigureOut">
              <a:rPr lang="en-IN" smtClean="0"/>
              <a:pPr/>
              <a:t>17-12-2025</a:t>
            </a:fld>
            <a:endParaRPr lang="en-IN"/>
          </a:p>
        </p:txBody>
      </p:sp>
      <p:sp>
        <p:nvSpPr>
          <p:cNvPr id="5" name="Footer Placeholder 4">
            <a:extLst>
              <a:ext uri="{FF2B5EF4-FFF2-40B4-BE49-F238E27FC236}">
                <a16:creationId xmlns:a16="http://schemas.microsoft.com/office/drawing/2014/main" id="{2436CDD7-36BE-428E-9143-D0E3B638E1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08C47E-C57D-48ED-9ACC-F06A887BF5DD}"/>
              </a:ext>
            </a:extLst>
          </p:cNvPr>
          <p:cNvSpPr>
            <a:spLocks noGrp="1"/>
          </p:cNvSpPr>
          <p:nvPr>
            <p:ph type="sldNum" sz="quarter" idx="12"/>
          </p:nvPr>
        </p:nvSpPr>
        <p:spPr/>
        <p:txBody>
          <a:bodyPr/>
          <a:lstStyle/>
          <a:p>
            <a:fld id="{F3EAE7FC-C46B-42A3-8E15-9BB501A8C155}" type="slidenum">
              <a:rPr lang="en-IN" smtClean="0"/>
              <a:pPr/>
              <a:t>‹#›</a:t>
            </a:fld>
            <a:endParaRPr lang="en-IN"/>
          </a:p>
        </p:txBody>
      </p:sp>
    </p:spTree>
    <p:extLst>
      <p:ext uri="{BB962C8B-B14F-4D97-AF65-F5344CB8AC3E}">
        <p14:creationId xmlns:p14="http://schemas.microsoft.com/office/powerpoint/2010/main" val="3493889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8FB6A-49B8-40BE-AFB5-D1439981A1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E8B54F-FFF6-4DB6-B061-27CFA7DBA6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137F1C-7A83-45ED-ADF4-C57454825F84}"/>
              </a:ext>
            </a:extLst>
          </p:cNvPr>
          <p:cNvSpPr>
            <a:spLocks noGrp="1"/>
          </p:cNvSpPr>
          <p:nvPr>
            <p:ph type="dt" sz="half" idx="10"/>
          </p:nvPr>
        </p:nvSpPr>
        <p:spPr/>
        <p:txBody>
          <a:bodyPr/>
          <a:lstStyle/>
          <a:p>
            <a:fld id="{A415E10E-A097-4834-80C5-A2C1D646F8B9}" type="datetimeFigureOut">
              <a:rPr lang="en-IN" smtClean="0"/>
              <a:pPr/>
              <a:t>17-12-2025</a:t>
            </a:fld>
            <a:endParaRPr lang="en-IN"/>
          </a:p>
        </p:txBody>
      </p:sp>
      <p:sp>
        <p:nvSpPr>
          <p:cNvPr id="5" name="Footer Placeholder 4">
            <a:extLst>
              <a:ext uri="{FF2B5EF4-FFF2-40B4-BE49-F238E27FC236}">
                <a16:creationId xmlns:a16="http://schemas.microsoft.com/office/drawing/2014/main" id="{E36D6F42-B533-4DC6-820C-854FB9C192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EF1956-F8A0-4378-98DF-EF2707FF5AC8}"/>
              </a:ext>
            </a:extLst>
          </p:cNvPr>
          <p:cNvSpPr>
            <a:spLocks noGrp="1"/>
          </p:cNvSpPr>
          <p:nvPr>
            <p:ph type="sldNum" sz="quarter" idx="12"/>
          </p:nvPr>
        </p:nvSpPr>
        <p:spPr/>
        <p:txBody>
          <a:bodyPr/>
          <a:lstStyle/>
          <a:p>
            <a:fld id="{F3EAE7FC-C46B-42A3-8E15-9BB501A8C155}" type="slidenum">
              <a:rPr lang="en-IN" smtClean="0"/>
              <a:pPr/>
              <a:t>‹#›</a:t>
            </a:fld>
            <a:endParaRPr lang="en-IN"/>
          </a:p>
        </p:txBody>
      </p:sp>
    </p:spTree>
    <p:extLst>
      <p:ext uri="{BB962C8B-B14F-4D97-AF65-F5344CB8AC3E}">
        <p14:creationId xmlns:p14="http://schemas.microsoft.com/office/powerpoint/2010/main" val="3426004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6E11-B93D-4F0B-B90A-3C74540435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2AB8E7-62D8-4876-97A1-599F779AD7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6953DD0-09E4-47FE-A563-CFA033B506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095A888-7BD8-4CD2-82EC-0DB6D0B319D3}"/>
              </a:ext>
            </a:extLst>
          </p:cNvPr>
          <p:cNvSpPr>
            <a:spLocks noGrp="1"/>
          </p:cNvSpPr>
          <p:nvPr>
            <p:ph type="dt" sz="half" idx="10"/>
          </p:nvPr>
        </p:nvSpPr>
        <p:spPr/>
        <p:txBody>
          <a:bodyPr/>
          <a:lstStyle/>
          <a:p>
            <a:fld id="{A415E10E-A097-4834-80C5-A2C1D646F8B9}" type="datetimeFigureOut">
              <a:rPr lang="en-IN" smtClean="0"/>
              <a:pPr/>
              <a:t>17-12-2025</a:t>
            </a:fld>
            <a:endParaRPr lang="en-IN"/>
          </a:p>
        </p:txBody>
      </p:sp>
      <p:sp>
        <p:nvSpPr>
          <p:cNvPr id="6" name="Footer Placeholder 5">
            <a:extLst>
              <a:ext uri="{FF2B5EF4-FFF2-40B4-BE49-F238E27FC236}">
                <a16:creationId xmlns:a16="http://schemas.microsoft.com/office/drawing/2014/main" id="{007BF1EF-DDE2-4965-9B34-D3AD065E15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EA9EAD-F8CC-4481-9125-E39BA85A5187}"/>
              </a:ext>
            </a:extLst>
          </p:cNvPr>
          <p:cNvSpPr>
            <a:spLocks noGrp="1"/>
          </p:cNvSpPr>
          <p:nvPr>
            <p:ph type="sldNum" sz="quarter" idx="12"/>
          </p:nvPr>
        </p:nvSpPr>
        <p:spPr/>
        <p:txBody>
          <a:bodyPr/>
          <a:lstStyle/>
          <a:p>
            <a:fld id="{F3EAE7FC-C46B-42A3-8E15-9BB501A8C155}" type="slidenum">
              <a:rPr lang="en-IN" smtClean="0"/>
              <a:pPr/>
              <a:t>‹#›</a:t>
            </a:fld>
            <a:endParaRPr lang="en-IN"/>
          </a:p>
        </p:txBody>
      </p:sp>
    </p:spTree>
    <p:extLst>
      <p:ext uri="{BB962C8B-B14F-4D97-AF65-F5344CB8AC3E}">
        <p14:creationId xmlns:p14="http://schemas.microsoft.com/office/powerpoint/2010/main" val="2873338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3A411-E29A-4F55-A591-F0F198B358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FD6120-8B1A-4E13-A339-94B0180B08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2FDDFA-3ED9-4F29-8D98-6AA79E21D2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9AD302-7A28-40C5-A49B-517E72D858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2B195A-E823-4E77-97BD-BDD009B14D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B1E756-45FD-4315-8E4D-7EF8AAD414B2}"/>
              </a:ext>
            </a:extLst>
          </p:cNvPr>
          <p:cNvSpPr>
            <a:spLocks noGrp="1"/>
          </p:cNvSpPr>
          <p:nvPr>
            <p:ph type="dt" sz="half" idx="10"/>
          </p:nvPr>
        </p:nvSpPr>
        <p:spPr/>
        <p:txBody>
          <a:bodyPr/>
          <a:lstStyle/>
          <a:p>
            <a:fld id="{A415E10E-A097-4834-80C5-A2C1D646F8B9}" type="datetimeFigureOut">
              <a:rPr lang="en-IN" smtClean="0"/>
              <a:pPr/>
              <a:t>17-12-2025</a:t>
            </a:fld>
            <a:endParaRPr lang="en-IN"/>
          </a:p>
        </p:txBody>
      </p:sp>
      <p:sp>
        <p:nvSpPr>
          <p:cNvPr id="8" name="Footer Placeholder 7">
            <a:extLst>
              <a:ext uri="{FF2B5EF4-FFF2-40B4-BE49-F238E27FC236}">
                <a16:creationId xmlns:a16="http://schemas.microsoft.com/office/drawing/2014/main" id="{9ED107C5-FD00-4959-B547-4676B7D9672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48B722F-FD80-48CD-BE30-6ECC6D1FFDF5}"/>
              </a:ext>
            </a:extLst>
          </p:cNvPr>
          <p:cNvSpPr>
            <a:spLocks noGrp="1"/>
          </p:cNvSpPr>
          <p:nvPr>
            <p:ph type="sldNum" sz="quarter" idx="12"/>
          </p:nvPr>
        </p:nvSpPr>
        <p:spPr/>
        <p:txBody>
          <a:bodyPr/>
          <a:lstStyle/>
          <a:p>
            <a:fld id="{F3EAE7FC-C46B-42A3-8E15-9BB501A8C155}" type="slidenum">
              <a:rPr lang="en-IN" smtClean="0"/>
              <a:pPr/>
              <a:t>‹#›</a:t>
            </a:fld>
            <a:endParaRPr lang="en-IN"/>
          </a:p>
        </p:txBody>
      </p:sp>
    </p:spTree>
    <p:extLst>
      <p:ext uri="{BB962C8B-B14F-4D97-AF65-F5344CB8AC3E}">
        <p14:creationId xmlns:p14="http://schemas.microsoft.com/office/powerpoint/2010/main" val="2625389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EC06-1148-4F5E-B74D-756E565E8DD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9413FA-5354-4A74-9464-8AE0B4559585}"/>
              </a:ext>
            </a:extLst>
          </p:cNvPr>
          <p:cNvSpPr>
            <a:spLocks noGrp="1"/>
          </p:cNvSpPr>
          <p:nvPr>
            <p:ph type="dt" sz="half" idx="10"/>
          </p:nvPr>
        </p:nvSpPr>
        <p:spPr/>
        <p:txBody>
          <a:bodyPr/>
          <a:lstStyle/>
          <a:p>
            <a:fld id="{A415E10E-A097-4834-80C5-A2C1D646F8B9}" type="datetimeFigureOut">
              <a:rPr lang="en-IN" smtClean="0"/>
              <a:pPr/>
              <a:t>17-12-2025</a:t>
            </a:fld>
            <a:endParaRPr lang="en-IN"/>
          </a:p>
        </p:txBody>
      </p:sp>
      <p:sp>
        <p:nvSpPr>
          <p:cNvPr id="4" name="Footer Placeholder 3">
            <a:extLst>
              <a:ext uri="{FF2B5EF4-FFF2-40B4-BE49-F238E27FC236}">
                <a16:creationId xmlns:a16="http://schemas.microsoft.com/office/drawing/2014/main" id="{233AD2E3-65B8-4082-AEDD-B39071FCEC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A97EE3-7013-4FB2-93B8-385C1388B87C}"/>
              </a:ext>
            </a:extLst>
          </p:cNvPr>
          <p:cNvSpPr>
            <a:spLocks noGrp="1"/>
          </p:cNvSpPr>
          <p:nvPr>
            <p:ph type="sldNum" sz="quarter" idx="12"/>
          </p:nvPr>
        </p:nvSpPr>
        <p:spPr/>
        <p:txBody>
          <a:bodyPr/>
          <a:lstStyle/>
          <a:p>
            <a:fld id="{F3EAE7FC-C46B-42A3-8E15-9BB501A8C155}" type="slidenum">
              <a:rPr lang="en-IN" smtClean="0"/>
              <a:pPr/>
              <a:t>‹#›</a:t>
            </a:fld>
            <a:endParaRPr lang="en-IN"/>
          </a:p>
        </p:txBody>
      </p:sp>
    </p:spTree>
    <p:extLst>
      <p:ext uri="{BB962C8B-B14F-4D97-AF65-F5344CB8AC3E}">
        <p14:creationId xmlns:p14="http://schemas.microsoft.com/office/powerpoint/2010/main" val="2105010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29CE45-E766-4B11-8B5E-B31088AF03A8}"/>
              </a:ext>
            </a:extLst>
          </p:cNvPr>
          <p:cNvSpPr>
            <a:spLocks noGrp="1"/>
          </p:cNvSpPr>
          <p:nvPr>
            <p:ph type="dt" sz="half" idx="10"/>
          </p:nvPr>
        </p:nvSpPr>
        <p:spPr/>
        <p:txBody>
          <a:bodyPr/>
          <a:lstStyle/>
          <a:p>
            <a:fld id="{A415E10E-A097-4834-80C5-A2C1D646F8B9}" type="datetimeFigureOut">
              <a:rPr lang="en-IN" smtClean="0"/>
              <a:pPr/>
              <a:t>17-12-2025</a:t>
            </a:fld>
            <a:endParaRPr lang="en-IN"/>
          </a:p>
        </p:txBody>
      </p:sp>
      <p:sp>
        <p:nvSpPr>
          <p:cNvPr id="3" name="Footer Placeholder 2">
            <a:extLst>
              <a:ext uri="{FF2B5EF4-FFF2-40B4-BE49-F238E27FC236}">
                <a16:creationId xmlns:a16="http://schemas.microsoft.com/office/drawing/2014/main" id="{F033EE6B-8FF9-447B-AF81-2BB11EF688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9CE41A-4BB0-4205-8B1F-3D944C2F9841}"/>
              </a:ext>
            </a:extLst>
          </p:cNvPr>
          <p:cNvSpPr>
            <a:spLocks noGrp="1"/>
          </p:cNvSpPr>
          <p:nvPr>
            <p:ph type="sldNum" sz="quarter" idx="12"/>
          </p:nvPr>
        </p:nvSpPr>
        <p:spPr/>
        <p:txBody>
          <a:bodyPr/>
          <a:lstStyle/>
          <a:p>
            <a:fld id="{F3EAE7FC-C46B-42A3-8E15-9BB501A8C155}" type="slidenum">
              <a:rPr lang="en-IN" smtClean="0"/>
              <a:pPr/>
              <a:t>‹#›</a:t>
            </a:fld>
            <a:endParaRPr lang="en-IN"/>
          </a:p>
        </p:txBody>
      </p:sp>
    </p:spTree>
    <p:extLst>
      <p:ext uri="{BB962C8B-B14F-4D97-AF65-F5344CB8AC3E}">
        <p14:creationId xmlns:p14="http://schemas.microsoft.com/office/powerpoint/2010/main" val="2150797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0F668-F57B-4683-AD1E-C574F88064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C789D4C-C546-434E-9C7E-D4A59EBFE7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A5243C9-36B2-4931-ACD1-F079B102ED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B54C5D-2B32-4BF3-B9C4-E94002B456AA}"/>
              </a:ext>
            </a:extLst>
          </p:cNvPr>
          <p:cNvSpPr>
            <a:spLocks noGrp="1"/>
          </p:cNvSpPr>
          <p:nvPr>
            <p:ph type="dt" sz="half" idx="10"/>
          </p:nvPr>
        </p:nvSpPr>
        <p:spPr/>
        <p:txBody>
          <a:bodyPr/>
          <a:lstStyle/>
          <a:p>
            <a:fld id="{A415E10E-A097-4834-80C5-A2C1D646F8B9}" type="datetimeFigureOut">
              <a:rPr lang="en-IN" smtClean="0"/>
              <a:pPr/>
              <a:t>17-12-2025</a:t>
            </a:fld>
            <a:endParaRPr lang="en-IN"/>
          </a:p>
        </p:txBody>
      </p:sp>
      <p:sp>
        <p:nvSpPr>
          <p:cNvPr id="6" name="Footer Placeholder 5">
            <a:extLst>
              <a:ext uri="{FF2B5EF4-FFF2-40B4-BE49-F238E27FC236}">
                <a16:creationId xmlns:a16="http://schemas.microsoft.com/office/drawing/2014/main" id="{8DBCC8B5-631F-4F76-B6F0-9CC738D95E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9FC4EF-5C1C-4E1A-AF20-0519CA9EAEF2}"/>
              </a:ext>
            </a:extLst>
          </p:cNvPr>
          <p:cNvSpPr>
            <a:spLocks noGrp="1"/>
          </p:cNvSpPr>
          <p:nvPr>
            <p:ph type="sldNum" sz="quarter" idx="12"/>
          </p:nvPr>
        </p:nvSpPr>
        <p:spPr/>
        <p:txBody>
          <a:bodyPr/>
          <a:lstStyle/>
          <a:p>
            <a:fld id="{F3EAE7FC-C46B-42A3-8E15-9BB501A8C155}" type="slidenum">
              <a:rPr lang="en-IN" smtClean="0"/>
              <a:pPr/>
              <a:t>‹#›</a:t>
            </a:fld>
            <a:endParaRPr lang="en-IN"/>
          </a:p>
        </p:txBody>
      </p:sp>
    </p:spTree>
    <p:extLst>
      <p:ext uri="{BB962C8B-B14F-4D97-AF65-F5344CB8AC3E}">
        <p14:creationId xmlns:p14="http://schemas.microsoft.com/office/powerpoint/2010/main" val="1029025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6D122-E7E5-4367-AEA1-19CA8D877B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7FBB05E-73C0-48EC-A09F-564A1B0A6D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ED38C03-3BE1-456E-87F5-ADA7AEBDC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D78AD5-AC0F-458D-9B68-D92E5BD13F37}"/>
              </a:ext>
            </a:extLst>
          </p:cNvPr>
          <p:cNvSpPr>
            <a:spLocks noGrp="1"/>
          </p:cNvSpPr>
          <p:nvPr>
            <p:ph type="dt" sz="half" idx="10"/>
          </p:nvPr>
        </p:nvSpPr>
        <p:spPr/>
        <p:txBody>
          <a:bodyPr/>
          <a:lstStyle/>
          <a:p>
            <a:fld id="{A415E10E-A097-4834-80C5-A2C1D646F8B9}" type="datetimeFigureOut">
              <a:rPr lang="en-IN" smtClean="0"/>
              <a:pPr/>
              <a:t>17-12-2025</a:t>
            </a:fld>
            <a:endParaRPr lang="en-IN"/>
          </a:p>
        </p:txBody>
      </p:sp>
      <p:sp>
        <p:nvSpPr>
          <p:cNvPr id="6" name="Footer Placeholder 5">
            <a:extLst>
              <a:ext uri="{FF2B5EF4-FFF2-40B4-BE49-F238E27FC236}">
                <a16:creationId xmlns:a16="http://schemas.microsoft.com/office/drawing/2014/main" id="{9D0D8AB4-5808-4149-A1CE-636EE0E17C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748D49-7538-40E6-B050-BD6D4D6D3A0C}"/>
              </a:ext>
            </a:extLst>
          </p:cNvPr>
          <p:cNvSpPr>
            <a:spLocks noGrp="1"/>
          </p:cNvSpPr>
          <p:nvPr>
            <p:ph type="sldNum" sz="quarter" idx="12"/>
          </p:nvPr>
        </p:nvSpPr>
        <p:spPr/>
        <p:txBody>
          <a:bodyPr/>
          <a:lstStyle/>
          <a:p>
            <a:fld id="{F3EAE7FC-C46B-42A3-8E15-9BB501A8C155}" type="slidenum">
              <a:rPr lang="en-IN" smtClean="0"/>
              <a:pPr/>
              <a:t>‹#›</a:t>
            </a:fld>
            <a:endParaRPr lang="en-IN"/>
          </a:p>
        </p:txBody>
      </p:sp>
    </p:spTree>
    <p:extLst>
      <p:ext uri="{BB962C8B-B14F-4D97-AF65-F5344CB8AC3E}">
        <p14:creationId xmlns:p14="http://schemas.microsoft.com/office/powerpoint/2010/main" val="154622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ADF8D-2F27-40EE-AD13-38CFC99913C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364A6D-A2BD-4882-BC4A-D596170D3E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251286-1C19-4FEF-ABEF-96D7F205AF8B}"/>
              </a:ext>
            </a:extLst>
          </p:cNvPr>
          <p:cNvSpPr>
            <a:spLocks noGrp="1"/>
          </p:cNvSpPr>
          <p:nvPr>
            <p:ph type="dt" sz="half" idx="10"/>
          </p:nvPr>
        </p:nvSpPr>
        <p:spPr/>
        <p:txBody>
          <a:bodyPr/>
          <a:lstStyle/>
          <a:p>
            <a:fld id="{A415E10E-A097-4834-80C5-A2C1D646F8B9}" type="datetimeFigureOut">
              <a:rPr lang="en-IN" smtClean="0"/>
              <a:pPr/>
              <a:t>17-12-2025</a:t>
            </a:fld>
            <a:endParaRPr lang="en-IN"/>
          </a:p>
        </p:txBody>
      </p:sp>
      <p:sp>
        <p:nvSpPr>
          <p:cNvPr id="5" name="Footer Placeholder 4">
            <a:extLst>
              <a:ext uri="{FF2B5EF4-FFF2-40B4-BE49-F238E27FC236}">
                <a16:creationId xmlns:a16="http://schemas.microsoft.com/office/drawing/2014/main" id="{205C89C8-BED1-4C3D-B648-24CD159A2E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B65E69-7640-4C45-94A0-50E8D9946C75}"/>
              </a:ext>
            </a:extLst>
          </p:cNvPr>
          <p:cNvSpPr>
            <a:spLocks noGrp="1"/>
          </p:cNvSpPr>
          <p:nvPr>
            <p:ph type="sldNum" sz="quarter" idx="12"/>
          </p:nvPr>
        </p:nvSpPr>
        <p:spPr/>
        <p:txBody>
          <a:bodyPr/>
          <a:lstStyle/>
          <a:p>
            <a:fld id="{F3EAE7FC-C46B-42A3-8E15-9BB501A8C155}" type="slidenum">
              <a:rPr lang="en-IN" smtClean="0"/>
              <a:pPr/>
              <a:t>‹#›</a:t>
            </a:fld>
            <a:endParaRPr lang="en-IN"/>
          </a:p>
        </p:txBody>
      </p:sp>
    </p:spTree>
    <p:extLst>
      <p:ext uri="{BB962C8B-B14F-4D97-AF65-F5344CB8AC3E}">
        <p14:creationId xmlns:p14="http://schemas.microsoft.com/office/powerpoint/2010/main" val="1101064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35EFCE-E769-47FE-8ED1-81A3821988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7AEF29-1321-419D-8003-FBEF9EB717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8F4BF0-2B41-4EF2-AAED-539DDCD03DA0}"/>
              </a:ext>
            </a:extLst>
          </p:cNvPr>
          <p:cNvSpPr>
            <a:spLocks noGrp="1"/>
          </p:cNvSpPr>
          <p:nvPr>
            <p:ph type="dt" sz="half" idx="10"/>
          </p:nvPr>
        </p:nvSpPr>
        <p:spPr/>
        <p:txBody>
          <a:bodyPr/>
          <a:lstStyle/>
          <a:p>
            <a:fld id="{A415E10E-A097-4834-80C5-A2C1D646F8B9}" type="datetimeFigureOut">
              <a:rPr lang="en-IN" smtClean="0"/>
              <a:pPr/>
              <a:t>17-12-2025</a:t>
            </a:fld>
            <a:endParaRPr lang="en-IN"/>
          </a:p>
        </p:txBody>
      </p:sp>
      <p:sp>
        <p:nvSpPr>
          <p:cNvPr id="5" name="Footer Placeholder 4">
            <a:extLst>
              <a:ext uri="{FF2B5EF4-FFF2-40B4-BE49-F238E27FC236}">
                <a16:creationId xmlns:a16="http://schemas.microsoft.com/office/drawing/2014/main" id="{69B5D27F-31DA-4BCB-AD4E-C0D75E8097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B9A3BA-5BDE-4AD2-A6D2-B4CA6174441A}"/>
              </a:ext>
            </a:extLst>
          </p:cNvPr>
          <p:cNvSpPr>
            <a:spLocks noGrp="1"/>
          </p:cNvSpPr>
          <p:nvPr>
            <p:ph type="sldNum" sz="quarter" idx="12"/>
          </p:nvPr>
        </p:nvSpPr>
        <p:spPr/>
        <p:txBody>
          <a:bodyPr/>
          <a:lstStyle/>
          <a:p>
            <a:fld id="{F3EAE7FC-C46B-42A3-8E15-9BB501A8C155}" type="slidenum">
              <a:rPr lang="en-IN" smtClean="0"/>
              <a:pPr/>
              <a:t>‹#›</a:t>
            </a:fld>
            <a:endParaRPr lang="en-IN"/>
          </a:p>
        </p:txBody>
      </p:sp>
    </p:spTree>
    <p:extLst>
      <p:ext uri="{BB962C8B-B14F-4D97-AF65-F5344CB8AC3E}">
        <p14:creationId xmlns:p14="http://schemas.microsoft.com/office/powerpoint/2010/main" val="2437701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4D814FC-E926-4084-8429-4372D9FF5F08}" type="datetimeFigureOut">
              <a:rPr lang="en-IN" smtClean="0"/>
              <a:pPr/>
              <a:t>17-12-2025</a:t>
            </a:fld>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411B506F-014D-4AEE-AB19-7CED1B81311E}"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814FC-E926-4084-8429-4372D9FF5F08}" type="datetimeFigureOut">
              <a:rPr lang="en-IN" smtClean="0"/>
              <a:pPr/>
              <a:t>17-12-2025</a:t>
            </a:fld>
            <a:endParaRPr lang="en-IN"/>
          </a:p>
        </p:txBody>
      </p:sp>
      <p:sp>
        <p:nvSpPr>
          <p:cNvPr id="6" name="Slide Number Placeholder 5"/>
          <p:cNvSpPr>
            <a:spLocks noGrp="1"/>
          </p:cNvSpPr>
          <p:nvPr>
            <p:ph type="sldNum" sz="quarter" idx="12"/>
          </p:nvPr>
        </p:nvSpPr>
        <p:spPr/>
        <p:txBody>
          <a:bodyPr/>
          <a:lstStyle/>
          <a:p>
            <a:fld id="{411B506F-014D-4AEE-AB19-7CED1B81311E}"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D814FC-E926-4084-8429-4372D9FF5F08}" type="datetimeFigureOut">
              <a:rPr lang="en-IN" smtClean="0"/>
              <a:pPr/>
              <a:t>17-12-2025</a:t>
            </a:fld>
            <a:endParaRPr lang="en-IN"/>
          </a:p>
        </p:txBody>
      </p:sp>
      <p:sp>
        <p:nvSpPr>
          <p:cNvPr id="6" name="Slide Number Placeholder 5"/>
          <p:cNvSpPr>
            <a:spLocks noGrp="1"/>
          </p:cNvSpPr>
          <p:nvPr>
            <p:ph type="sldNum" sz="quarter" idx="12"/>
          </p:nvPr>
        </p:nvSpPr>
        <p:spPr/>
        <p:txBody>
          <a:bodyPr/>
          <a:lstStyle/>
          <a:p>
            <a:fld id="{411B506F-014D-4AEE-AB19-7CED1B81311E}"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D814FC-E926-4084-8429-4372D9FF5F08}" type="datetimeFigureOut">
              <a:rPr lang="en-IN" smtClean="0"/>
              <a:pPr/>
              <a:t>17-12-2025</a:t>
            </a:fld>
            <a:endParaRPr lang="en-IN"/>
          </a:p>
        </p:txBody>
      </p:sp>
      <p:sp>
        <p:nvSpPr>
          <p:cNvPr id="7" name="Slide Number Placeholder 6"/>
          <p:cNvSpPr>
            <a:spLocks noGrp="1"/>
          </p:cNvSpPr>
          <p:nvPr>
            <p:ph type="sldNum" sz="quarter" idx="12"/>
          </p:nvPr>
        </p:nvSpPr>
        <p:spPr/>
        <p:txBody>
          <a:bodyPr/>
          <a:lstStyle/>
          <a:p>
            <a:fld id="{411B506F-014D-4AEE-AB19-7CED1B81311E}"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D814FC-E926-4084-8429-4372D9FF5F08}" type="datetimeFigureOut">
              <a:rPr lang="en-IN" smtClean="0"/>
              <a:pPr/>
              <a:t>17-12-2025</a:t>
            </a:fld>
            <a:endParaRPr lang="en-IN"/>
          </a:p>
        </p:txBody>
      </p:sp>
      <p:sp>
        <p:nvSpPr>
          <p:cNvPr id="9" name="Slide Number Placeholder 8"/>
          <p:cNvSpPr>
            <a:spLocks noGrp="1"/>
          </p:cNvSpPr>
          <p:nvPr>
            <p:ph type="sldNum" sz="quarter" idx="12"/>
          </p:nvPr>
        </p:nvSpPr>
        <p:spPr/>
        <p:txBody>
          <a:bodyPr/>
          <a:lstStyle/>
          <a:p>
            <a:fld id="{411B506F-014D-4AEE-AB19-7CED1B81311E}"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D814FC-E926-4084-8429-4372D9FF5F08}" type="datetimeFigureOut">
              <a:rPr lang="en-IN" smtClean="0"/>
              <a:pPr/>
              <a:t>17-12-2025</a:t>
            </a:fld>
            <a:endParaRPr lang="en-IN"/>
          </a:p>
        </p:txBody>
      </p:sp>
      <p:sp>
        <p:nvSpPr>
          <p:cNvPr id="5" name="Slide Number Placeholder 4"/>
          <p:cNvSpPr>
            <a:spLocks noGrp="1"/>
          </p:cNvSpPr>
          <p:nvPr>
            <p:ph type="sldNum" sz="quarter" idx="12"/>
          </p:nvPr>
        </p:nvSpPr>
        <p:spPr/>
        <p:txBody>
          <a:bodyPr/>
          <a:lstStyle/>
          <a:p>
            <a:fld id="{411B506F-014D-4AEE-AB19-7CED1B81311E}"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D814FC-E926-4084-8429-4372D9FF5F08}" type="datetimeFigureOut">
              <a:rPr lang="en-IN" smtClean="0"/>
              <a:pPr/>
              <a:t>17-12-2025</a:t>
            </a:fld>
            <a:endParaRPr lang="en-IN"/>
          </a:p>
        </p:txBody>
      </p:sp>
      <p:sp>
        <p:nvSpPr>
          <p:cNvPr id="4" name="Slide Number Placeholder 3"/>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D814FC-E926-4084-8429-4372D9FF5F08}" type="datetimeFigureOut">
              <a:rPr lang="en-IN" smtClean="0"/>
              <a:pPr/>
              <a:t>17-12-2025</a:t>
            </a:fld>
            <a:endParaRPr lang="en-IN"/>
          </a:p>
        </p:txBody>
      </p:sp>
      <p:sp>
        <p:nvSpPr>
          <p:cNvPr id="7" name="Slide Number Placeholder 6"/>
          <p:cNvSpPr>
            <a:spLocks noGrp="1"/>
          </p:cNvSpPr>
          <p:nvPr>
            <p:ph type="sldNum" sz="quarter" idx="12"/>
          </p:nvPr>
        </p:nvSpPr>
        <p:spPr/>
        <p:txBody>
          <a:bodyPr/>
          <a:lstStyle/>
          <a:p>
            <a:fld id="{411B506F-014D-4AEE-AB19-7CED1B81311E}"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4D814FC-E926-4084-8429-4372D9FF5F08}" type="datetimeFigureOut">
              <a:rPr lang="en-IN" smtClean="0"/>
              <a:pPr/>
              <a:t>17-12-2025</a:t>
            </a:fld>
            <a:endParaRPr lang="en-IN"/>
          </a:p>
        </p:txBody>
      </p:sp>
      <p:sp>
        <p:nvSpPr>
          <p:cNvPr id="7" name="Slide Number Placeholder 6"/>
          <p:cNvSpPr>
            <a:spLocks noGrp="1"/>
          </p:cNvSpPr>
          <p:nvPr>
            <p:ph type="sldNum" sz="quarter" idx="12"/>
          </p:nvPr>
        </p:nvSpPr>
        <p:spPr/>
        <p:txBody>
          <a:bodyPr/>
          <a:lstStyle/>
          <a:p>
            <a:fld id="{411B506F-014D-4AEE-AB19-7CED1B81311E}"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814FC-E926-4084-8429-4372D9FF5F08}" type="datetimeFigureOut">
              <a:rPr lang="en-IN" smtClean="0"/>
              <a:pPr/>
              <a:t>17-12-2025</a:t>
            </a:fld>
            <a:endParaRPr lang="en-IN"/>
          </a:p>
        </p:txBody>
      </p:sp>
      <p:sp>
        <p:nvSpPr>
          <p:cNvPr id="6" name="Slide Number Placeholder 5"/>
          <p:cNvSpPr>
            <a:spLocks noGrp="1"/>
          </p:cNvSpPr>
          <p:nvPr>
            <p:ph type="sldNum" sz="quarter" idx="12"/>
          </p:nvPr>
        </p:nvSpPr>
        <p:spPr/>
        <p:txBody>
          <a:bodyPr/>
          <a:lstStyle/>
          <a:p>
            <a:fld id="{411B506F-014D-4AEE-AB19-7CED1B81311E}"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814FC-E926-4084-8429-4372D9FF5F08}" type="datetimeFigureOut">
              <a:rPr lang="en-IN" smtClean="0"/>
              <a:pPr/>
              <a:t>17-12-2025</a:t>
            </a:fld>
            <a:endParaRPr lang="en-IN"/>
          </a:p>
        </p:txBody>
      </p:sp>
      <p:sp>
        <p:nvSpPr>
          <p:cNvPr id="6" name="Slide Number Placeholder 5"/>
          <p:cNvSpPr>
            <a:spLocks noGrp="1"/>
          </p:cNvSpPr>
          <p:nvPr>
            <p:ph type="sldNum" sz="quarter" idx="12"/>
          </p:nvPr>
        </p:nvSpPr>
        <p:spPr/>
        <p:txBody>
          <a:bodyPr/>
          <a:lstStyle/>
          <a:p>
            <a:fld id="{411B506F-014D-4AEE-AB19-7CED1B81311E}"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FD3F6B-7404-4646-84C0-AC5BDFFC8711}" type="datetimeFigureOut">
              <a:rPr lang="en-IN" smtClean="0"/>
              <a:pPr/>
              <a:t>17-12-2025</a:t>
            </a:fld>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5E6B12C2-C7BD-4B18-8E75-AF701D5C39C4}"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D3F6B-7404-4646-84C0-AC5BDFFC8711}" type="datetimeFigureOut">
              <a:rPr lang="en-IN" smtClean="0"/>
              <a:pPr/>
              <a:t>17-12-2025</a:t>
            </a:fld>
            <a:endParaRPr lang="en-IN"/>
          </a:p>
        </p:txBody>
      </p:sp>
      <p:sp>
        <p:nvSpPr>
          <p:cNvPr id="6" name="Slide Number Placeholder 5"/>
          <p:cNvSpPr>
            <a:spLocks noGrp="1"/>
          </p:cNvSpPr>
          <p:nvPr>
            <p:ph type="sldNum" sz="quarter" idx="12"/>
          </p:nvPr>
        </p:nvSpPr>
        <p:spPr/>
        <p:txBody>
          <a:bodyPr/>
          <a:lstStyle/>
          <a:p>
            <a:fld id="{5E6B12C2-C7BD-4B18-8E75-AF701D5C39C4}"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FD3F6B-7404-4646-84C0-AC5BDFFC8711}" type="datetimeFigureOut">
              <a:rPr lang="en-IN" smtClean="0"/>
              <a:pPr/>
              <a:t>17-12-2025</a:t>
            </a:fld>
            <a:endParaRPr lang="en-IN"/>
          </a:p>
        </p:txBody>
      </p:sp>
      <p:sp>
        <p:nvSpPr>
          <p:cNvPr id="6" name="Slide Number Placeholder 5"/>
          <p:cNvSpPr>
            <a:spLocks noGrp="1"/>
          </p:cNvSpPr>
          <p:nvPr>
            <p:ph type="sldNum" sz="quarter" idx="12"/>
          </p:nvPr>
        </p:nvSpPr>
        <p:spPr/>
        <p:txBody>
          <a:bodyPr/>
          <a:lstStyle/>
          <a:p>
            <a:fld id="{5E6B12C2-C7BD-4B18-8E75-AF701D5C39C4}"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FD3F6B-7404-4646-84C0-AC5BDFFC8711}" type="datetimeFigureOut">
              <a:rPr lang="en-IN" smtClean="0"/>
              <a:pPr/>
              <a:t>17-12-2025</a:t>
            </a:fld>
            <a:endParaRPr lang="en-IN"/>
          </a:p>
        </p:txBody>
      </p:sp>
      <p:sp>
        <p:nvSpPr>
          <p:cNvPr id="7" name="Slide Number Placeholder 6"/>
          <p:cNvSpPr>
            <a:spLocks noGrp="1"/>
          </p:cNvSpPr>
          <p:nvPr>
            <p:ph type="sldNum" sz="quarter" idx="12"/>
          </p:nvPr>
        </p:nvSpPr>
        <p:spPr/>
        <p:txBody>
          <a:bodyPr/>
          <a:lstStyle/>
          <a:p>
            <a:fld id="{5E6B12C2-C7BD-4B18-8E75-AF701D5C39C4}"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FD3F6B-7404-4646-84C0-AC5BDFFC8711}" type="datetimeFigureOut">
              <a:rPr lang="en-IN" smtClean="0"/>
              <a:pPr/>
              <a:t>17-12-2025</a:t>
            </a:fld>
            <a:endParaRPr lang="en-IN"/>
          </a:p>
        </p:txBody>
      </p:sp>
      <p:sp>
        <p:nvSpPr>
          <p:cNvPr id="9" name="Slide Number Placeholder 8"/>
          <p:cNvSpPr>
            <a:spLocks noGrp="1"/>
          </p:cNvSpPr>
          <p:nvPr>
            <p:ph type="sldNum" sz="quarter" idx="12"/>
          </p:nvPr>
        </p:nvSpPr>
        <p:spPr/>
        <p:txBody>
          <a:bodyPr/>
          <a:lstStyle/>
          <a:p>
            <a:fld id="{5E6B12C2-C7BD-4B18-8E75-AF701D5C39C4}"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FD3F6B-7404-4646-84C0-AC5BDFFC8711}" type="datetimeFigureOut">
              <a:rPr lang="en-IN" smtClean="0"/>
              <a:pPr/>
              <a:t>17-12-2025</a:t>
            </a:fld>
            <a:endParaRPr lang="en-IN"/>
          </a:p>
        </p:txBody>
      </p:sp>
      <p:sp>
        <p:nvSpPr>
          <p:cNvPr id="5" name="Slide Number Placeholder 4"/>
          <p:cNvSpPr>
            <a:spLocks noGrp="1"/>
          </p:cNvSpPr>
          <p:nvPr>
            <p:ph type="sldNum" sz="quarter" idx="12"/>
          </p:nvPr>
        </p:nvSpPr>
        <p:spPr/>
        <p:txBody>
          <a:bodyPr/>
          <a:lstStyle/>
          <a:p>
            <a:fld id="{5E6B12C2-C7BD-4B18-8E75-AF701D5C39C4}"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FD3F6B-7404-4646-84C0-AC5BDFFC8711}" type="datetimeFigureOut">
              <a:rPr lang="en-IN" smtClean="0"/>
              <a:pPr/>
              <a:t>17-12-2025</a:t>
            </a:fld>
            <a:endParaRPr lang="en-IN"/>
          </a:p>
        </p:txBody>
      </p:sp>
      <p:sp>
        <p:nvSpPr>
          <p:cNvPr id="4" name="Slide Number Placeholder 3"/>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FD3F6B-7404-4646-84C0-AC5BDFFC8711}" type="datetimeFigureOut">
              <a:rPr lang="en-IN" smtClean="0"/>
              <a:pPr/>
              <a:t>17-12-2025</a:t>
            </a:fld>
            <a:endParaRPr lang="en-IN"/>
          </a:p>
        </p:txBody>
      </p:sp>
      <p:sp>
        <p:nvSpPr>
          <p:cNvPr id="7" name="Slide Number Placeholder 6"/>
          <p:cNvSpPr>
            <a:spLocks noGrp="1"/>
          </p:cNvSpPr>
          <p:nvPr>
            <p:ph type="sldNum" sz="quarter" idx="12"/>
          </p:nvPr>
        </p:nvSpPr>
        <p:spPr/>
        <p:txBody>
          <a:bodyPr/>
          <a:lstStyle/>
          <a:p>
            <a:fld id="{5E6B12C2-C7BD-4B18-8E75-AF701D5C39C4}"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22FD3F6B-7404-4646-84C0-AC5BDFFC8711}" type="datetimeFigureOut">
              <a:rPr lang="en-IN" smtClean="0"/>
              <a:pPr/>
              <a:t>17-12-2025</a:t>
            </a:fld>
            <a:endParaRPr lang="en-IN"/>
          </a:p>
        </p:txBody>
      </p:sp>
      <p:sp>
        <p:nvSpPr>
          <p:cNvPr id="7" name="Slide Number Placeholder 6"/>
          <p:cNvSpPr>
            <a:spLocks noGrp="1"/>
          </p:cNvSpPr>
          <p:nvPr>
            <p:ph type="sldNum" sz="quarter" idx="12"/>
          </p:nvPr>
        </p:nvSpPr>
        <p:spPr/>
        <p:txBody>
          <a:bodyPr/>
          <a:lstStyle/>
          <a:p>
            <a:fld id="{5E6B12C2-C7BD-4B18-8E75-AF701D5C39C4}"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D3F6B-7404-4646-84C0-AC5BDFFC8711}" type="datetimeFigureOut">
              <a:rPr lang="en-IN" smtClean="0"/>
              <a:pPr/>
              <a:t>17-12-2025</a:t>
            </a:fld>
            <a:endParaRPr lang="en-IN"/>
          </a:p>
        </p:txBody>
      </p:sp>
      <p:sp>
        <p:nvSpPr>
          <p:cNvPr id="6" name="Slide Number Placeholder 5"/>
          <p:cNvSpPr>
            <a:spLocks noGrp="1"/>
          </p:cNvSpPr>
          <p:nvPr>
            <p:ph type="sldNum" sz="quarter" idx="12"/>
          </p:nvPr>
        </p:nvSpPr>
        <p:spPr/>
        <p:txBody>
          <a:bodyPr/>
          <a:lstStyle/>
          <a:p>
            <a:fld id="{5E6B12C2-C7BD-4B18-8E75-AF701D5C39C4}"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D3F6B-7404-4646-84C0-AC5BDFFC8711}" type="datetimeFigureOut">
              <a:rPr lang="en-IN" smtClean="0"/>
              <a:pPr/>
              <a:t>17-12-2025</a:t>
            </a:fld>
            <a:endParaRPr lang="en-IN"/>
          </a:p>
        </p:txBody>
      </p:sp>
      <p:sp>
        <p:nvSpPr>
          <p:cNvPr id="6" name="Slide Number Placeholder 5"/>
          <p:cNvSpPr>
            <a:spLocks noGrp="1"/>
          </p:cNvSpPr>
          <p:nvPr>
            <p:ph type="sldNum" sz="quarter" idx="12"/>
          </p:nvPr>
        </p:nvSpPr>
        <p:spPr/>
        <p:txBody>
          <a:bodyPr/>
          <a:lstStyle/>
          <a:p>
            <a:fld id="{5E6B12C2-C7BD-4B18-8E75-AF701D5C39C4}"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775422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6" Type="http://schemas.openxmlformats.org/officeDocument/2006/relationships/image" Target="../media/image3.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2.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41AEED-4BCF-4979-81D9-0166B93617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2EBA93-F619-46C6-96C8-422CFE077F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4F536-3BEE-43C0-AF40-426278572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15E10E-A097-4834-80C5-A2C1D646F8B9}" type="datetimeFigureOut">
              <a:rPr lang="en-IN" smtClean="0"/>
              <a:pPr/>
              <a:t>17-12-2025</a:t>
            </a:fld>
            <a:endParaRPr lang="en-IN"/>
          </a:p>
        </p:txBody>
      </p:sp>
      <p:sp>
        <p:nvSpPr>
          <p:cNvPr id="5" name="Footer Placeholder 4">
            <a:extLst>
              <a:ext uri="{FF2B5EF4-FFF2-40B4-BE49-F238E27FC236}">
                <a16:creationId xmlns:a16="http://schemas.microsoft.com/office/drawing/2014/main" id="{CF5F20A7-5A09-42EC-894A-B8B76E35ED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C40339D-DDC1-40BE-8A48-192D4B275E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EAE7FC-C46B-42A3-8E15-9BB501A8C155}" type="slidenum">
              <a:rPr lang="en-IN" smtClean="0"/>
              <a:pPr/>
              <a:t>‹#›</a:t>
            </a:fld>
            <a:endParaRPr lang="en-IN"/>
          </a:p>
        </p:txBody>
      </p:sp>
    </p:spTree>
    <p:extLst>
      <p:ext uri="{BB962C8B-B14F-4D97-AF65-F5344CB8AC3E}">
        <p14:creationId xmlns:p14="http://schemas.microsoft.com/office/powerpoint/2010/main" val="884832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415E10E-A097-4834-80C5-A2C1D646F8B9}" type="datetimeFigureOut">
              <a:rPr lang="en-IN" smtClean="0"/>
              <a:pPr/>
              <a:t>17-12-2025</a:t>
            </a:fld>
            <a:endParaRPr lang="en-IN"/>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F3EAE7FC-C46B-42A3-8E15-9BB501A8C155}" type="slidenum">
              <a:rPr lang="en-IN" smtClean="0"/>
              <a:pPr/>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415E10E-A097-4834-80C5-A2C1D646F8B9}" type="datetimeFigureOut">
              <a:rPr lang="en-IN" smtClean="0"/>
              <a:pPr/>
              <a:t>17-12-2025</a:t>
            </a:fld>
            <a:endParaRPr lang="en-IN"/>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F3EAE7FC-C46B-42A3-8E15-9BB501A8C155}" type="slidenum">
              <a:rPr lang="en-IN" smtClean="0"/>
              <a:pPr/>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4.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34.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470427" y="1609558"/>
            <a:ext cx="6902548" cy="3170058"/>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24EC2210</a:t>
            </a: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3200" b="1" cap="all" dirty="0">
                <a:ln/>
                <a:solidFill>
                  <a:srgbClr val="C00000"/>
                </a:solidFill>
                <a:cs typeface="Poppins" panose="00000500000000000000" pitchFamily="2" charset="0"/>
              </a:rPr>
              <a:t>IPv6 addressing</a:t>
            </a:r>
            <a:endParaRPr lang="en-US" sz="32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804143" y="5025565"/>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14</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42678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a:t>
            </a:r>
            <a:r>
              <a:rPr lang="en-US" sz="1600" dirty="0">
                <a:latin typeface="Poppins"/>
                <a:cs typeface="Poppins"/>
              </a:rPr>
              <a:t>concepts of IPv6 Addressing.</a:t>
            </a:r>
            <a:r>
              <a:rPr lang="en-US" sz="1600" b="0" i="0" dirty="0">
                <a:effectLst/>
                <a:latin typeface="Poppins"/>
                <a:cs typeface="Poppins"/>
              </a:rPr>
              <a:t> </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Describe the address space of IPv6.</a:t>
            </a:r>
          </a:p>
          <a:p>
            <a:pPr marL="342900" indent="-342900">
              <a:buAutoNum type="arabicPeriod"/>
            </a:pPr>
            <a:r>
              <a:rPr lang="en-US" sz="1600" b="0" i="0" dirty="0">
                <a:effectLst/>
                <a:latin typeface="Arial" panose="020B0604020202020204" pitchFamily="34" charset="0"/>
              </a:rPr>
              <a:t>Describe the concepts of IPv6 addressing.</a:t>
            </a:r>
            <a:r>
              <a:rPr lang="en-US" sz="1600" b="0" i="0" dirty="0">
                <a:effectLst/>
                <a:latin typeface="Arial"/>
                <a:cs typeface="Arial"/>
              </a:rPr>
              <a:t> </a:t>
            </a:r>
            <a:endParaRPr lang="en-US" sz="1600" dirty="0">
              <a:latin typeface="Arial"/>
              <a:cs typeface="Arial"/>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the student will be able to:</a:t>
            </a:r>
          </a:p>
          <a:p>
            <a:pPr marL="342900" indent="-342900">
              <a:buAutoNum type="arabicPeriod"/>
            </a:pPr>
            <a:r>
              <a:rPr lang="en-US" sz="1600" b="0" i="0" dirty="0">
                <a:effectLst/>
                <a:latin typeface="Arial" panose="020B0604020202020204" pitchFamily="34" charset="0"/>
              </a:rPr>
              <a:t>Understand the need for IPv6 and its address space.</a:t>
            </a:r>
          </a:p>
          <a:p>
            <a:pPr marL="342900" indent="-342900">
              <a:buAutoNum type="arabicPeriod"/>
            </a:pPr>
            <a:r>
              <a:rPr lang="en-US" sz="1600" dirty="0">
                <a:latin typeface="Arial" panose="020B0604020202020204" pitchFamily="34" charset="0"/>
              </a:rPr>
              <a:t>Identify the short and extended notations of IPv6.</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DF138E-C7D1-623B-2842-3F39EC816139}"/>
              </a:ext>
            </a:extLst>
          </p:cNvPr>
          <p:cNvSpPr>
            <a:spLocks noGrp="1"/>
          </p:cNvSpPr>
          <p:nvPr>
            <p:ph idx="1"/>
          </p:nvPr>
        </p:nvSpPr>
        <p:spPr>
          <a:xfrm>
            <a:off x="1434953" y="2019497"/>
            <a:ext cx="9603275" cy="4029611"/>
          </a:xfrm>
        </p:spPr>
        <p:txBody>
          <a:bodyPr>
            <a:noAutofit/>
          </a:bodyPr>
          <a:lstStyle/>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IPv6 Address​es</a:t>
            </a:r>
          </a:p>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IPv6 Address Space</a:t>
            </a:r>
          </a:p>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IPv6 Short Notation</a:t>
            </a:r>
          </a:p>
        </p:txBody>
      </p:sp>
      <p:sp>
        <p:nvSpPr>
          <p:cNvPr id="4" name="Slide Number Placeholder 3">
            <a:extLst>
              <a:ext uri="{FF2B5EF4-FFF2-40B4-BE49-F238E27FC236}">
                <a16:creationId xmlns:a16="http://schemas.microsoft.com/office/drawing/2014/main" id="{8464C45C-D82B-56E6-54E4-3972FAEAAC0E}"/>
              </a:ext>
            </a:extLst>
          </p:cNvPr>
          <p:cNvSpPr>
            <a:spLocks noGrp="1"/>
          </p:cNvSpPr>
          <p:nvPr>
            <p:ph type="sldNum" sz="quarter" idx="12"/>
          </p:nvPr>
        </p:nvSpPr>
        <p:spPr/>
        <p:txBody>
          <a:bodyPr/>
          <a:lstStyle/>
          <a:p>
            <a:fld id="{CBABCCC1-BF11-4F37-963E-1BCD5B23FD72}" type="slidenum">
              <a:rPr lang="en-IN" smtClean="0"/>
              <a:pPr/>
              <a:t>3</a:t>
            </a:fld>
            <a:endParaRPr lang="en-IN"/>
          </a:p>
        </p:txBody>
      </p:sp>
      <p:sp>
        <p:nvSpPr>
          <p:cNvPr id="6" name="TextBox 5">
            <a:extLst>
              <a:ext uri="{FF2B5EF4-FFF2-40B4-BE49-F238E27FC236}">
                <a16:creationId xmlns:a16="http://schemas.microsoft.com/office/drawing/2014/main" id="{54B4EB8B-F374-DF0E-47FD-1702A670AF3F}"/>
              </a:ext>
            </a:extLst>
          </p:cNvPr>
          <p:cNvSpPr txBox="1"/>
          <p:nvPr/>
        </p:nvSpPr>
        <p:spPr>
          <a:xfrm>
            <a:off x="3041072" y="1190938"/>
            <a:ext cx="6109854" cy="707886"/>
          </a:xfrm>
          <a:prstGeom prst="rect">
            <a:avLst/>
          </a:prstGeom>
          <a:noFill/>
        </p:spPr>
        <p:txBody>
          <a:bodyPr wrap="square">
            <a:spAutoFit/>
          </a:bodyPr>
          <a:lstStyle/>
          <a:p>
            <a:pPr algn="ctr">
              <a:spcBef>
                <a:spcPts val="600"/>
              </a:spcBef>
              <a:spcAft>
                <a:spcPts val="600"/>
              </a:spcAft>
            </a:pPr>
            <a:r>
              <a:rPr lang="en-IN" sz="4000" b="1" dirty="0">
                <a:solidFill>
                  <a:srgbClr val="C00000"/>
                </a:solidFill>
                <a:latin typeface="Times New Roman" panose="02020603050405020304" pitchFamily="18" charset="0"/>
                <a:cs typeface="Times New Roman" panose="02020603050405020304" pitchFamily="18" charset="0"/>
              </a:rPr>
              <a:t>AGENDA</a:t>
            </a:r>
          </a:p>
        </p:txBody>
      </p:sp>
    </p:spTree>
    <p:extLst>
      <p:ext uri="{BB962C8B-B14F-4D97-AF65-F5344CB8AC3E}">
        <p14:creationId xmlns:p14="http://schemas.microsoft.com/office/powerpoint/2010/main" val="1433369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3314" y="1204917"/>
            <a:ext cx="9515418" cy="503490"/>
          </a:xfrm>
          <a:prstGeom prst="rect">
            <a:avLst/>
          </a:prstGeom>
        </p:spPr>
        <p:txBody>
          <a:bodyPr vert="horz" wrap="square" lIns="0" tIns="10941" rIns="0" bIns="0" rtlCol="0" anchor="ctr">
            <a:spAutoFit/>
          </a:bodyPr>
          <a:lstStyle/>
          <a:p>
            <a:pPr marL="284454" fontAlgn="base">
              <a:lnSpc>
                <a:spcPct val="100000"/>
              </a:lnSpc>
              <a:spcBef>
                <a:spcPts val="86"/>
              </a:spcBef>
              <a:tabLst>
                <a:tab pos="1235130" algn="l"/>
              </a:tabLst>
            </a:pPr>
            <a:r>
              <a:rPr lang="en-IN" spc="-5" dirty="0"/>
              <a:t>Internet Protocol version 6 (IPv6)</a:t>
            </a:r>
          </a:p>
        </p:txBody>
      </p:sp>
      <p:sp>
        <p:nvSpPr>
          <p:cNvPr id="3" name="Rectangle 2"/>
          <p:cNvSpPr/>
          <p:nvPr/>
        </p:nvSpPr>
        <p:spPr>
          <a:xfrm>
            <a:off x="1514620" y="1955079"/>
            <a:ext cx="9877279" cy="2323713"/>
          </a:xfrm>
          <a:prstGeom prst="rect">
            <a:avLst/>
          </a:prstGeom>
        </p:spPr>
        <p:txBody>
          <a:bodyPr wrap="square">
            <a:spAutoFit/>
          </a:bodyPr>
          <a:lstStyle/>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tabLst/>
              <a:defRPr/>
            </a:pPr>
            <a:r>
              <a:rPr lang="en-US" sz="2000" i="1" dirty="0"/>
              <a:t>Despite all short-term solutions, address depletion is still a long-term problem for the Internet. </a:t>
            </a:r>
          </a:p>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tabLst/>
              <a:defRPr/>
            </a:pPr>
            <a:endParaRPr lang="en-US" sz="2000" i="1" dirty="0"/>
          </a:p>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tabLst/>
              <a:defRPr/>
            </a:pPr>
            <a:r>
              <a:rPr lang="en-US" sz="2000" i="1" dirty="0"/>
              <a:t>This and  other problems in the IP protocol itself have been the  motivation for IPv6.</a:t>
            </a:r>
          </a:p>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tabLst/>
              <a:defRPr/>
            </a:pPr>
            <a:endParaRPr lang="en-US" sz="2000" i="1" dirty="0"/>
          </a:p>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tabLst/>
              <a:defRPr/>
            </a:pPr>
            <a:r>
              <a:rPr lang="en-IN" sz="2000" dirty="0"/>
              <a:t>IPv6 is a </a:t>
            </a:r>
            <a:r>
              <a:rPr lang="en-IN" sz="2000" b="1" dirty="0"/>
              <a:t>128-bits</a:t>
            </a:r>
            <a:r>
              <a:rPr lang="en-IN" sz="2000" dirty="0"/>
              <a:t> address.</a:t>
            </a:r>
          </a:p>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tabLst/>
              <a:defRPr/>
            </a:pPr>
            <a:endParaRPr lang="en-IN" sz="2000" dirty="0"/>
          </a:p>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tabLst/>
              <a:defRPr/>
            </a:pPr>
            <a:r>
              <a:rPr lang="en-IN" sz="2000" dirty="0"/>
              <a:t>IPv6 use </a:t>
            </a:r>
            <a:r>
              <a:rPr lang="en-IN" sz="2000" b="1" dirty="0"/>
              <a:t>Hexa-Decimal format </a:t>
            </a:r>
            <a:r>
              <a:rPr lang="en-IN" sz="2000" dirty="0"/>
              <a:t>separated by colon (:) .</a:t>
            </a:r>
          </a:p>
        </p:txBody>
      </p:sp>
    </p:spTree>
    <p:extLst>
      <p:ext uri="{BB962C8B-B14F-4D97-AF65-F5344CB8AC3E}">
        <p14:creationId xmlns:p14="http://schemas.microsoft.com/office/powerpoint/2010/main" val="2708997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96D8-9EBE-41D7-8575-7852B9AE0295}"/>
              </a:ext>
            </a:extLst>
          </p:cNvPr>
          <p:cNvSpPr>
            <a:spLocks noGrp="1"/>
          </p:cNvSpPr>
          <p:nvPr>
            <p:ph type="title"/>
          </p:nvPr>
        </p:nvSpPr>
        <p:spPr/>
        <p:txBody>
          <a:bodyPr/>
          <a:lstStyle/>
          <a:p>
            <a:r>
              <a:rPr lang="en-IN" dirty="0"/>
              <a:t>IPv6 Address SPACE</a:t>
            </a:r>
          </a:p>
        </p:txBody>
      </p:sp>
      <p:sp>
        <p:nvSpPr>
          <p:cNvPr id="3" name="Content Placeholder 2">
            <a:extLst>
              <a:ext uri="{FF2B5EF4-FFF2-40B4-BE49-F238E27FC236}">
                <a16:creationId xmlns:a16="http://schemas.microsoft.com/office/drawing/2014/main" id="{960932E5-3102-42B7-B473-8EC44E00D212}"/>
              </a:ext>
            </a:extLst>
          </p:cNvPr>
          <p:cNvSpPr>
            <a:spLocks noGrp="1"/>
          </p:cNvSpPr>
          <p:nvPr>
            <p:ph idx="1"/>
          </p:nvPr>
        </p:nvSpPr>
        <p:spPr>
          <a:xfrm>
            <a:off x="1331659" y="2015732"/>
            <a:ext cx="10155491" cy="3765943"/>
          </a:xfrm>
        </p:spPr>
        <p:txBody>
          <a:bodyPr>
            <a:normAutofit fontScale="92500" lnSpcReduction="10000"/>
          </a:bodyPr>
          <a:lstStyle/>
          <a:p>
            <a:pPr algn="just"/>
            <a:r>
              <a:rPr lang="en-IN" dirty="0"/>
              <a:t>The total number of addresses used by the protocol. If a protocol uses N bits to define</a:t>
            </a:r>
            <a:br>
              <a:rPr lang="en-IN" dirty="0"/>
            </a:br>
            <a:r>
              <a:rPr lang="en-IN" dirty="0"/>
              <a:t>an address, the address space is 2</a:t>
            </a:r>
            <a:r>
              <a:rPr lang="en-IN" baseline="30000" dirty="0"/>
              <a:t>N</a:t>
            </a:r>
            <a:r>
              <a:rPr lang="en-IN" dirty="0"/>
              <a:t> because each bit can have two different values (0 or 1) and N bits can have 2</a:t>
            </a:r>
            <a:r>
              <a:rPr lang="en-IN" baseline="30000" dirty="0"/>
              <a:t>N</a:t>
            </a:r>
            <a:r>
              <a:rPr lang="en-IN" dirty="0"/>
              <a:t> values.  </a:t>
            </a:r>
          </a:p>
          <a:p>
            <a:pPr algn="just"/>
            <a:endParaRPr lang="en-IN" dirty="0"/>
          </a:p>
          <a:p>
            <a:pPr algn="just"/>
            <a:r>
              <a:rPr lang="en-IN" dirty="0"/>
              <a:t>The address space of IPv4 is 2</a:t>
            </a:r>
            <a:r>
              <a:rPr lang="en-IN" baseline="30000" dirty="0"/>
              <a:t>32</a:t>
            </a:r>
            <a:r>
              <a:rPr lang="en-IN" dirty="0"/>
              <a:t> or 4,294,967,296. </a:t>
            </a:r>
          </a:p>
          <a:p>
            <a:pPr algn="just"/>
            <a:endParaRPr lang="en-IN" dirty="0"/>
          </a:p>
          <a:p>
            <a:r>
              <a:rPr lang="en-IN" dirty="0"/>
              <a:t>The address space of IPv6 is 2</a:t>
            </a:r>
            <a:r>
              <a:rPr lang="en-IN" baseline="30000" dirty="0"/>
              <a:t>128</a:t>
            </a:r>
            <a:r>
              <a:rPr lang="en-IN" dirty="0"/>
              <a:t> or 40,282,366,920,938,463,463,374,607,431,768,211,456. </a:t>
            </a:r>
          </a:p>
          <a:p>
            <a:endParaRPr lang="en-IN" dirty="0"/>
          </a:p>
          <a:p>
            <a:r>
              <a:rPr lang="en-IN" dirty="0"/>
              <a:t>The address space of IPv6 is much larger than the IPv4.</a:t>
            </a:r>
            <a:endParaRPr lang="en-US" dirty="0"/>
          </a:p>
          <a:p>
            <a:pPr marL="0" indent="0" algn="just">
              <a:buNone/>
            </a:pPr>
            <a:endParaRPr lang="en-US" dirty="0"/>
          </a:p>
        </p:txBody>
      </p:sp>
    </p:spTree>
    <p:extLst>
      <p:ext uri="{BB962C8B-B14F-4D97-AF65-F5344CB8AC3E}">
        <p14:creationId xmlns:p14="http://schemas.microsoft.com/office/powerpoint/2010/main" val="202362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50559" y="1204917"/>
            <a:ext cx="9708173" cy="503490"/>
          </a:xfrm>
          <a:prstGeom prst="rect">
            <a:avLst/>
          </a:prstGeom>
        </p:spPr>
        <p:txBody>
          <a:bodyPr vert="horz" wrap="square" lIns="0" tIns="10941" rIns="0" bIns="0" rtlCol="0" anchor="ctr">
            <a:spAutoFit/>
          </a:bodyPr>
          <a:lstStyle/>
          <a:p>
            <a:pPr marL="284454" fontAlgn="base">
              <a:lnSpc>
                <a:spcPct val="100000"/>
              </a:lnSpc>
              <a:spcBef>
                <a:spcPts val="86"/>
              </a:spcBef>
              <a:tabLst>
                <a:tab pos="1235130" algn="l"/>
              </a:tabLst>
            </a:pPr>
            <a:r>
              <a:rPr lang="en-IN" spc="-5" dirty="0"/>
              <a:t>Internet Protocol version 6 (IPv6)</a:t>
            </a:r>
          </a:p>
        </p:txBody>
      </p:sp>
      <p:sp>
        <p:nvSpPr>
          <p:cNvPr id="3" name="Rectangle 2"/>
          <p:cNvSpPr/>
          <p:nvPr/>
        </p:nvSpPr>
        <p:spPr>
          <a:xfrm>
            <a:off x="1123950" y="1955079"/>
            <a:ext cx="9708173" cy="2708434"/>
          </a:xfrm>
          <a:prstGeom prst="rect">
            <a:avLst/>
          </a:prstGeom>
        </p:spPr>
        <p:txBody>
          <a:bodyPr wrap="square">
            <a:spAutoFit/>
          </a:bodyPr>
          <a:lstStyle/>
          <a:p>
            <a:pPr fontAlgn="base"/>
            <a:r>
              <a:rPr lang="en-IN" sz="2000" b="1" dirty="0"/>
              <a:t>Components in Address format :  </a:t>
            </a:r>
          </a:p>
          <a:p>
            <a:pPr fontAlgn="base"/>
            <a:r>
              <a:rPr lang="en-IN" sz="2000" b="1" dirty="0"/>
              <a:t> </a:t>
            </a:r>
          </a:p>
          <a:p>
            <a:pPr marL="342900" indent="-342900" fontAlgn="base">
              <a:lnSpc>
                <a:spcPct val="150000"/>
              </a:lnSpc>
              <a:buFont typeface="Wingdings" pitchFamily="2" charset="2"/>
              <a:buChar char="Ø"/>
            </a:pPr>
            <a:r>
              <a:rPr lang="en-IN" sz="2000" dirty="0"/>
              <a:t>There are 8 groups and each group represents 2 Bytes (16-bits). </a:t>
            </a:r>
          </a:p>
          <a:p>
            <a:pPr marL="342900" indent="-342900" fontAlgn="base">
              <a:lnSpc>
                <a:spcPct val="150000"/>
              </a:lnSpc>
              <a:buFont typeface="Wingdings" pitchFamily="2" charset="2"/>
              <a:buChar char="Ø"/>
            </a:pPr>
            <a:r>
              <a:rPr lang="en-IN" sz="2000" dirty="0"/>
              <a:t>Each Hex-Digit is of 4 bits (1 nibble)</a:t>
            </a:r>
          </a:p>
          <a:p>
            <a:pPr marL="342900" indent="-342900" fontAlgn="base">
              <a:lnSpc>
                <a:spcPct val="150000"/>
              </a:lnSpc>
              <a:buFont typeface="Wingdings" pitchFamily="2" charset="2"/>
              <a:buChar char="Ø"/>
            </a:pPr>
            <a:r>
              <a:rPr lang="en-IN" sz="2000" dirty="0"/>
              <a:t>Delimiter used – colon (:)</a:t>
            </a:r>
          </a:p>
          <a:p>
            <a:br>
              <a:rPr lang="en-IN" sz="2000" dirty="0"/>
            </a:br>
            <a:endParaRPr lang="en-IN" sz="2000" dirty="0"/>
          </a:p>
        </p:txBody>
      </p:sp>
      <p:sp>
        <p:nvSpPr>
          <p:cNvPr id="4" name="object 4">
            <a:extLst>
              <a:ext uri="{FF2B5EF4-FFF2-40B4-BE49-F238E27FC236}">
                <a16:creationId xmlns:a16="http://schemas.microsoft.com/office/drawing/2014/main" id="{CFDEE756-C00B-10C9-3947-5B13F144F68C}"/>
              </a:ext>
            </a:extLst>
          </p:cNvPr>
          <p:cNvSpPr/>
          <p:nvPr/>
        </p:nvSpPr>
        <p:spPr>
          <a:xfrm>
            <a:off x="4962524" y="3940733"/>
            <a:ext cx="7038975" cy="1938904"/>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632"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2263447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2929" y="1136953"/>
            <a:ext cx="8675421" cy="319405"/>
          </a:xfrm>
          <a:prstGeom prst="rect">
            <a:avLst/>
          </a:prstGeom>
        </p:spPr>
        <p:txBody>
          <a:bodyPr vert="horz" wrap="square" lIns="0" tIns="11516" rIns="0" bIns="0" rtlCol="0" anchor="b">
            <a:spAutoFit/>
          </a:bodyPr>
          <a:lstStyle/>
          <a:p>
            <a:pPr marL="11516">
              <a:spcBef>
                <a:spcPts val="91"/>
              </a:spcBef>
              <a:tabLst>
                <a:tab pos="1616321" algn="l"/>
              </a:tabLst>
            </a:pPr>
            <a:r>
              <a:rPr lang="en-IN" sz="2000" b="1" i="1" spc="-5" dirty="0">
                <a:latin typeface="Times New Roman"/>
                <a:cs typeface="Times New Roman"/>
              </a:rPr>
              <a:t>Short notation of IPv6 or </a:t>
            </a:r>
            <a:r>
              <a:rPr sz="2000" b="1" i="1" spc="-5" dirty="0">
                <a:latin typeface="Times New Roman"/>
                <a:cs typeface="Times New Roman"/>
              </a:rPr>
              <a:t>Abbreviated IPv6</a:t>
            </a:r>
            <a:r>
              <a:rPr sz="2000" b="1" i="1" spc="-27" dirty="0">
                <a:latin typeface="Times New Roman"/>
                <a:cs typeface="Times New Roman"/>
              </a:rPr>
              <a:t> </a:t>
            </a:r>
            <a:r>
              <a:rPr sz="2000" b="1" i="1" spc="-5" dirty="0">
                <a:latin typeface="Times New Roman"/>
                <a:cs typeface="Times New Roman"/>
              </a:rPr>
              <a:t>address</a:t>
            </a:r>
            <a:endParaRPr sz="2000" b="1" dirty="0">
              <a:latin typeface="Times New Roman"/>
              <a:cs typeface="Times New Roman"/>
            </a:endParaRPr>
          </a:p>
        </p:txBody>
      </p:sp>
      <p:sp>
        <p:nvSpPr>
          <p:cNvPr id="3" name="object 3"/>
          <p:cNvSpPr/>
          <p:nvPr/>
        </p:nvSpPr>
        <p:spPr>
          <a:xfrm>
            <a:off x="1831574" y="1893059"/>
            <a:ext cx="7946297" cy="17275"/>
          </a:xfrm>
          <a:custGeom>
            <a:avLst/>
            <a:gdLst/>
            <a:ahLst/>
            <a:cxnLst/>
            <a:rect l="l" t="t" r="r" b="b"/>
            <a:pathLst>
              <a:path w="8763000" h="19050">
                <a:moveTo>
                  <a:pt x="8763000" y="19049"/>
                </a:moveTo>
                <a:lnTo>
                  <a:pt x="8763000" y="0"/>
                </a:lnTo>
                <a:lnTo>
                  <a:pt x="0" y="0"/>
                </a:lnTo>
                <a:lnTo>
                  <a:pt x="0" y="19050"/>
                </a:lnTo>
                <a:lnTo>
                  <a:pt x="8763000" y="19049"/>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632"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4" name="object 4"/>
          <p:cNvSpPr/>
          <p:nvPr/>
        </p:nvSpPr>
        <p:spPr>
          <a:xfrm>
            <a:off x="2572116" y="2092986"/>
            <a:ext cx="6623756" cy="2981588"/>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632"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5" name="object 5"/>
          <p:cNvSpPr/>
          <p:nvPr/>
        </p:nvSpPr>
        <p:spPr>
          <a:xfrm>
            <a:off x="2088428" y="5947975"/>
            <a:ext cx="7946297" cy="69098"/>
          </a:xfrm>
          <a:custGeom>
            <a:avLst/>
            <a:gdLst/>
            <a:ahLst/>
            <a:cxnLst/>
            <a:rect l="l" t="t" r="r" b="b"/>
            <a:pathLst>
              <a:path w="8763000" h="76200">
                <a:moveTo>
                  <a:pt x="8763000" y="76200"/>
                </a:moveTo>
                <a:lnTo>
                  <a:pt x="8763000" y="0"/>
                </a:lnTo>
                <a:lnTo>
                  <a:pt x="0" y="0"/>
                </a:lnTo>
                <a:lnTo>
                  <a:pt x="0" y="76200"/>
                </a:lnTo>
                <a:lnTo>
                  <a:pt x="8763000" y="76200"/>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632"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6" name="object 6"/>
          <p:cNvSpPr txBox="1">
            <a:spLocks noGrp="1"/>
          </p:cNvSpPr>
          <p:nvPr>
            <p:ph type="sldNum" sz="quarter" idx="7"/>
          </p:nvPr>
        </p:nvSpPr>
        <p:spPr>
          <a:xfrm>
            <a:off x="777373" y="6860954"/>
            <a:ext cx="685800" cy="309245"/>
          </a:xfrm>
          <a:prstGeom prst="rect">
            <a:avLst/>
          </a:prstGeom>
        </p:spPr>
        <p:txBody>
          <a:bodyPr vert="horz" wrap="square" lIns="0" tIns="0" rIns="0" bIns="0" rtlCol="0">
            <a:spAutoFit/>
          </a:bodyPr>
          <a:lstStyle>
            <a:defPPr>
              <a:defRPr lang="en-US"/>
            </a:defPPr>
            <a:lvl1pPr marL="0" algn="l" defTabSz="914400" rtl="0" eaLnBrk="1" latinLnBrk="0" hangingPunct="1">
              <a:defRPr sz="2000" b="1" i="0" kern="1200">
                <a:solidFill>
                  <a:srgbClr val="1B1B1B"/>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516" marR="0" lvl="0" indent="0" algn="l" defTabSz="914400" rtl="0" eaLnBrk="1" fontAlgn="auto" latinLnBrk="0" hangingPunct="1">
              <a:lnSpc>
                <a:spcPts val="2095"/>
              </a:lnSpc>
              <a:spcBef>
                <a:spcPts val="0"/>
              </a:spcBef>
              <a:spcAft>
                <a:spcPts val="0"/>
              </a:spcAft>
              <a:buClrTx/>
              <a:buSzTx/>
              <a:buFontTx/>
              <a:buNone/>
              <a:tabLst/>
              <a:defRPr/>
            </a:pPr>
            <a:r>
              <a:rPr kumimoji="0" lang="en-IN" sz="2000" b="1" i="0" u="none" strike="noStrike" kern="1200" cap="none" spc="-5" normalizeH="0" baseline="0" noProof="0">
                <a:ln>
                  <a:noFill/>
                </a:ln>
                <a:solidFill>
                  <a:srgbClr val="1B1B1B"/>
                </a:solidFill>
                <a:effectLst/>
                <a:uLnTx/>
                <a:uFillTx/>
                <a:latin typeface="Arial"/>
                <a:ea typeface="+mn-ea"/>
                <a:cs typeface="Arial"/>
              </a:rPr>
              <a:t>19.</a:t>
            </a:r>
            <a:fld id="{81D60167-4931-47E6-BA6A-407CBD079E47}" type="slidenum">
              <a:rPr kumimoji="0" sz="2000" b="1" i="0" u="none" strike="noStrike" kern="1200" cap="none" spc="-5" normalizeH="0" baseline="0" noProof="0" smtClean="0">
                <a:ln>
                  <a:noFill/>
                </a:ln>
                <a:solidFill>
                  <a:srgbClr val="1B1B1B"/>
                </a:solidFill>
                <a:effectLst/>
                <a:uLnTx/>
                <a:uFillTx/>
                <a:latin typeface="Arial"/>
                <a:ea typeface="+mn-ea"/>
                <a:cs typeface="Arial"/>
              </a:rPr>
              <a:pPr marL="11516" marR="0" lvl="0" indent="0" algn="l" defTabSz="914400" rtl="0" eaLnBrk="1" fontAlgn="auto" latinLnBrk="0" hangingPunct="1">
                <a:lnSpc>
                  <a:spcPts val="2095"/>
                </a:lnSpc>
                <a:spcBef>
                  <a:spcPts val="0"/>
                </a:spcBef>
                <a:spcAft>
                  <a:spcPts val="0"/>
                </a:spcAft>
                <a:buClrTx/>
                <a:buSzTx/>
                <a:buFontTx/>
                <a:buNone/>
                <a:tabLst/>
                <a:defRPr/>
              </a:pPr>
              <a:t>7</a:t>
            </a:fld>
            <a:endParaRPr kumimoji="0" sz="2000" b="1" i="0" u="none" strike="noStrike" kern="1200" cap="none" spc="-5" normalizeH="0" baseline="0" noProof="0" dirty="0">
              <a:ln>
                <a:noFill/>
              </a:ln>
              <a:solidFill>
                <a:srgbClr val="1B1B1B"/>
              </a:solidFill>
              <a:effectLst/>
              <a:uLnTx/>
              <a:uFillTx/>
              <a:latin typeface="Arial"/>
              <a:ea typeface="+mn-ea"/>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p:nvPr/>
        </p:nvSpPr>
        <p:spPr>
          <a:xfrm>
            <a:off x="1463173" y="1907380"/>
            <a:ext cx="10471651" cy="3856784"/>
          </a:xfrm>
          <a:prstGeom prst="rect">
            <a:avLst/>
          </a:prstGeom>
        </p:spPr>
        <p:txBody>
          <a:bodyPr vert="horz" wrap="square" lIns="0" tIns="11516" rIns="0" bIns="0" rtlCol="0">
            <a:spAutoFit/>
          </a:bodyPr>
          <a:lstStyle/>
          <a:p>
            <a:pPr marR="4607" fontAlgn="base">
              <a:lnSpc>
                <a:spcPct val="150000"/>
              </a:lnSpc>
              <a:defRPr/>
            </a:pPr>
            <a:r>
              <a:rPr lang="en-IN" sz="2000" dirty="0"/>
              <a:t>Example: </a:t>
            </a:r>
            <a:r>
              <a:rPr sz="2000" b="1" dirty="0"/>
              <a:t>Expand the address 0:15::1:12:1213 to its original.</a:t>
            </a:r>
          </a:p>
          <a:p>
            <a:pPr marL="11516" marR="0" lvl="0" indent="0" algn="l" defTabSz="457200" rtl="0" eaLnBrk="1" fontAlgn="auto" latinLnBrk="0" hangingPunct="1">
              <a:lnSpc>
                <a:spcPct val="100000"/>
              </a:lnSpc>
              <a:spcBef>
                <a:spcPts val="0"/>
              </a:spcBef>
              <a:spcAft>
                <a:spcPts val="0"/>
              </a:spcAft>
              <a:buClrTx/>
              <a:buSzTx/>
              <a:buFontTx/>
              <a:buNone/>
              <a:tabLst/>
              <a:defRPr/>
            </a:pPr>
            <a:r>
              <a:rPr kumimoji="0" sz="2539" b="1" i="1" u="none" strike="noStrike" kern="1200" cap="none" spc="0" normalizeH="0" baseline="0" noProof="0" dirty="0">
                <a:ln>
                  <a:noFill/>
                </a:ln>
                <a:solidFill>
                  <a:srgbClr val="FF0000"/>
                </a:solidFill>
                <a:effectLst/>
                <a:uLnTx/>
                <a:uFillTx/>
                <a:latin typeface="Times New Roman"/>
                <a:ea typeface="+mn-ea"/>
                <a:cs typeface="Times New Roman"/>
              </a:rPr>
              <a:t>Solution</a:t>
            </a:r>
            <a:endParaRPr kumimoji="0" sz="2539" b="0" i="0" u="none" strike="noStrike" kern="1200" cap="none" spc="0" normalizeH="0" baseline="0" noProof="0" dirty="0">
              <a:ln>
                <a:noFill/>
              </a:ln>
              <a:solidFill>
                <a:prstClr val="black"/>
              </a:solidFill>
              <a:effectLst/>
              <a:uLnTx/>
              <a:uFillTx/>
              <a:latin typeface="Times New Roman"/>
              <a:ea typeface="+mn-ea"/>
              <a:cs typeface="Times New Roman"/>
            </a:endParaRPr>
          </a:p>
          <a:p>
            <a:pPr marL="342900" marR="4607" lvl="0" indent="-342900" fontAlgn="base">
              <a:lnSpc>
                <a:spcPct val="150000"/>
              </a:lnSpc>
              <a:spcBef>
                <a:spcPts val="0"/>
              </a:spcBef>
              <a:spcAft>
                <a:spcPts val="0"/>
              </a:spcAft>
              <a:buClrTx/>
              <a:buSzTx/>
              <a:buFont typeface="Wingdings" pitchFamily="2" charset="2"/>
              <a:buChar char="Ø"/>
              <a:tabLst/>
              <a:defRPr/>
            </a:pPr>
            <a:r>
              <a:rPr sz="2000" dirty="0"/>
              <a:t>We first need to align the left side of the double colon to  the left of the original pattern and the right side of the  double colon to the right of the original pattern to find  how many 0s we need to replace the double colon.</a:t>
            </a:r>
            <a:endParaRPr lang="en-IN" sz="2000" dirty="0"/>
          </a:p>
          <a:p>
            <a:pPr marL="342900" marR="4607" lvl="0" indent="-342900" fontAlgn="base">
              <a:lnSpc>
                <a:spcPct val="150000"/>
              </a:lnSpc>
              <a:spcBef>
                <a:spcPts val="0"/>
              </a:spcBef>
              <a:spcAft>
                <a:spcPts val="0"/>
              </a:spcAft>
              <a:buClrTx/>
              <a:buSzTx/>
              <a:buFont typeface="Wingdings" pitchFamily="2" charset="2"/>
              <a:buChar char="Ø"/>
              <a:tabLst/>
              <a:defRPr/>
            </a:pPr>
            <a:endParaRPr lang="en-IN" sz="2000" dirty="0"/>
          </a:p>
          <a:p>
            <a:pPr marL="342900" marR="4607" lvl="0" indent="-342900" fontAlgn="base">
              <a:lnSpc>
                <a:spcPct val="150000"/>
              </a:lnSpc>
              <a:spcBef>
                <a:spcPts val="0"/>
              </a:spcBef>
              <a:spcAft>
                <a:spcPts val="0"/>
              </a:spcAft>
              <a:buClrTx/>
              <a:buSzTx/>
              <a:buFont typeface="Wingdings" pitchFamily="2" charset="2"/>
              <a:buChar char="Ø"/>
              <a:tabLst/>
              <a:defRPr/>
            </a:pPr>
            <a:endParaRPr lang="en-IN" sz="1100" dirty="0"/>
          </a:p>
          <a:p>
            <a:pPr marL="342900" marR="4607" indent="-342900" fontAlgn="base">
              <a:lnSpc>
                <a:spcPct val="150000"/>
              </a:lnSpc>
              <a:buFont typeface="Wingdings" pitchFamily="2" charset="2"/>
              <a:buChar char="Ø"/>
              <a:defRPr/>
            </a:pPr>
            <a:r>
              <a:rPr kumimoji="0" lang="en-US" sz="2000" b="1" i="1" u="none" strike="noStrike" kern="1200" cap="none" spc="0" normalizeH="0" baseline="0" noProof="0" dirty="0">
                <a:ln>
                  <a:noFill/>
                </a:ln>
                <a:solidFill>
                  <a:prstClr val="black"/>
                </a:solidFill>
                <a:effectLst/>
                <a:uLnTx/>
                <a:uFillTx/>
                <a:latin typeface="Times New Roman"/>
                <a:ea typeface="+mn-ea"/>
                <a:cs typeface="Times New Roman"/>
              </a:rPr>
              <a:t>This means </a:t>
            </a:r>
            <a:r>
              <a:rPr kumimoji="0" lang="en-US" sz="2000" b="1" i="1" u="none" strike="noStrike" kern="1200" cap="none" spc="-5" normalizeH="0" baseline="0" noProof="0" dirty="0">
                <a:ln>
                  <a:noFill/>
                </a:ln>
                <a:solidFill>
                  <a:prstClr val="black"/>
                </a:solidFill>
                <a:effectLst/>
                <a:uLnTx/>
                <a:uFillTx/>
                <a:latin typeface="Times New Roman"/>
                <a:ea typeface="+mn-ea"/>
                <a:cs typeface="Times New Roman"/>
              </a:rPr>
              <a:t>that </a:t>
            </a:r>
            <a:r>
              <a:rPr kumimoji="0" lang="en-US" sz="2000" b="1" i="1" u="none" strike="noStrike" kern="1200" cap="none" spc="0" normalizeH="0" baseline="0" noProof="0" dirty="0">
                <a:ln>
                  <a:noFill/>
                </a:ln>
                <a:solidFill>
                  <a:prstClr val="black"/>
                </a:solidFill>
                <a:effectLst/>
                <a:uLnTx/>
                <a:uFillTx/>
                <a:latin typeface="Times New Roman"/>
                <a:ea typeface="+mn-ea"/>
                <a:cs typeface="Times New Roman"/>
              </a:rPr>
              <a:t>the original address</a:t>
            </a:r>
            <a:r>
              <a:rPr kumimoji="0" lang="en-US" sz="2000" b="1" i="1" u="none" strike="noStrike" kern="1200" cap="none" spc="-150" normalizeH="0" baseline="0" noProof="0" dirty="0">
                <a:ln>
                  <a:noFill/>
                </a:ln>
                <a:solidFill>
                  <a:prstClr val="black"/>
                </a:solidFill>
                <a:effectLst/>
                <a:uLnTx/>
                <a:uFillTx/>
                <a:latin typeface="Times New Roman"/>
                <a:ea typeface="+mn-ea"/>
                <a:cs typeface="Times New Roman"/>
              </a:rPr>
              <a:t> </a:t>
            </a:r>
            <a:r>
              <a:rPr kumimoji="0" lang="en-US" sz="2000" b="1" i="1" u="none" strike="noStrike" kern="1200" cap="none" spc="0" normalizeH="0" baseline="0" noProof="0" dirty="0">
                <a:ln>
                  <a:noFill/>
                </a:ln>
                <a:solidFill>
                  <a:prstClr val="black"/>
                </a:solidFill>
                <a:effectLst/>
                <a:uLnTx/>
                <a:uFillTx/>
                <a:latin typeface="Times New Roman"/>
                <a:ea typeface="+mn-ea"/>
                <a:cs typeface="Times New Roman"/>
              </a:rPr>
              <a:t>is.</a:t>
            </a:r>
            <a:endParaRPr kumimoji="0" lang="en-US" sz="2000" b="0" i="0" u="none" strike="noStrike" kern="1200" cap="none" spc="0" normalizeH="0" baseline="0" noProof="0" dirty="0">
              <a:ln>
                <a:noFill/>
              </a:ln>
              <a:solidFill>
                <a:prstClr val="black"/>
              </a:solidFill>
              <a:effectLst/>
              <a:uLnTx/>
              <a:uFillTx/>
              <a:latin typeface="Times New Roman"/>
              <a:ea typeface="+mn-ea"/>
              <a:cs typeface="Times New Roman"/>
            </a:endParaRPr>
          </a:p>
          <a:p>
            <a:pPr marL="342900" marR="4607" lvl="0" indent="-342900" fontAlgn="base">
              <a:lnSpc>
                <a:spcPct val="150000"/>
              </a:lnSpc>
              <a:spcBef>
                <a:spcPts val="0"/>
              </a:spcBef>
              <a:spcAft>
                <a:spcPts val="0"/>
              </a:spcAft>
              <a:buClrTx/>
              <a:buSzTx/>
              <a:buFont typeface="Wingdings" pitchFamily="2" charset="2"/>
              <a:buChar char="Ø"/>
              <a:tabLst/>
              <a:defRPr/>
            </a:pPr>
            <a:endParaRPr sz="2000" dirty="0"/>
          </a:p>
        </p:txBody>
      </p:sp>
      <p:grpSp>
        <p:nvGrpSpPr>
          <p:cNvPr id="11" name="object 11"/>
          <p:cNvGrpSpPr/>
          <p:nvPr/>
        </p:nvGrpSpPr>
        <p:grpSpPr>
          <a:xfrm>
            <a:off x="5247938" y="3761190"/>
            <a:ext cx="5667712" cy="901957"/>
            <a:chOff x="2720339" y="4444746"/>
            <a:chExt cx="5252720" cy="762000"/>
          </a:xfrm>
        </p:grpSpPr>
        <p:sp>
          <p:nvSpPr>
            <p:cNvPr id="12" name="object 12"/>
            <p:cNvSpPr/>
            <p:nvPr/>
          </p:nvSpPr>
          <p:spPr>
            <a:xfrm>
              <a:off x="2720340" y="4444758"/>
              <a:ext cx="5252720" cy="190500"/>
            </a:xfrm>
            <a:custGeom>
              <a:avLst/>
              <a:gdLst/>
              <a:ahLst/>
              <a:cxnLst/>
              <a:rect l="l" t="t" r="r" b="b"/>
              <a:pathLst>
                <a:path w="5252720" h="190500">
                  <a:moveTo>
                    <a:pt x="57150" y="45720"/>
                  </a:moveTo>
                  <a:lnTo>
                    <a:pt x="45720" y="45720"/>
                  </a:lnTo>
                  <a:lnTo>
                    <a:pt x="45720" y="190500"/>
                  </a:lnTo>
                  <a:lnTo>
                    <a:pt x="57150" y="190500"/>
                  </a:lnTo>
                  <a:lnTo>
                    <a:pt x="57150" y="45720"/>
                  </a:lnTo>
                  <a:close/>
                </a:path>
                <a:path w="5252720" h="190500">
                  <a:moveTo>
                    <a:pt x="5252720" y="0"/>
                  </a:moveTo>
                  <a:lnTo>
                    <a:pt x="5218430" y="0"/>
                  </a:lnTo>
                  <a:lnTo>
                    <a:pt x="34290" y="0"/>
                  </a:lnTo>
                  <a:lnTo>
                    <a:pt x="0" y="0"/>
                  </a:lnTo>
                  <a:lnTo>
                    <a:pt x="0" y="190500"/>
                  </a:lnTo>
                  <a:lnTo>
                    <a:pt x="34290" y="190500"/>
                  </a:lnTo>
                  <a:lnTo>
                    <a:pt x="34290" y="34290"/>
                  </a:lnTo>
                  <a:lnTo>
                    <a:pt x="5218430" y="34290"/>
                  </a:lnTo>
                  <a:lnTo>
                    <a:pt x="5218430" y="190500"/>
                  </a:lnTo>
                  <a:lnTo>
                    <a:pt x="5252720" y="190500"/>
                  </a:lnTo>
                  <a:lnTo>
                    <a:pt x="5252720" y="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632"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3" name="object 13"/>
            <p:cNvSpPr/>
            <p:nvPr/>
          </p:nvSpPr>
          <p:spPr>
            <a:xfrm>
              <a:off x="2777489" y="4490466"/>
              <a:ext cx="5138420" cy="659130"/>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632"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4" name="object 14"/>
            <p:cNvSpPr/>
            <p:nvPr/>
          </p:nvSpPr>
          <p:spPr>
            <a:xfrm>
              <a:off x="2720340" y="4490478"/>
              <a:ext cx="5252720" cy="716280"/>
            </a:xfrm>
            <a:custGeom>
              <a:avLst/>
              <a:gdLst/>
              <a:ahLst/>
              <a:cxnLst/>
              <a:rect l="l" t="t" r="r" b="b"/>
              <a:pathLst>
                <a:path w="5252720" h="716279">
                  <a:moveTo>
                    <a:pt x="5207000" y="0"/>
                  </a:moveTo>
                  <a:lnTo>
                    <a:pt x="5195570" y="0"/>
                  </a:lnTo>
                  <a:lnTo>
                    <a:pt x="5195570" y="144780"/>
                  </a:lnTo>
                  <a:lnTo>
                    <a:pt x="5195570" y="659130"/>
                  </a:lnTo>
                  <a:lnTo>
                    <a:pt x="57150" y="659130"/>
                  </a:lnTo>
                  <a:lnTo>
                    <a:pt x="57150" y="144780"/>
                  </a:lnTo>
                  <a:lnTo>
                    <a:pt x="45720" y="144780"/>
                  </a:lnTo>
                  <a:lnTo>
                    <a:pt x="45720" y="670560"/>
                  </a:lnTo>
                  <a:lnTo>
                    <a:pt x="57150" y="670560"/>
                  </a:lnTo>
                  <a:lnTo>
                    <a:pt x="5195570" y="670560"/>
                  </a:lnTo>
                  <a:lnTo>
                    <a:pt x="5207000" y="670560"/>
                  </a:lnTo>
                  <a:lnTo>
                    <a:pt x="5207000" y="144780"/>
                  </a:lnTo>
                  <a:lnTo>
                    <a:pt x="5207000" y="0"/>
                  </a:lnTo>
                  <a:close/>
                </a:path>
                <a:path w="5252720" h="716279">
                  <a:moveTo>
                    <a:pt x="5252720" y="144780"/>
                  </a:moveTo>
                  <a:lnTo>
                    <a:pt x="5218430" y="144780"/>
                  </a:lnTo>
                  <a:lnTo>
                    <a:pt x="5218430" y="681990"/>
                  </a:lnTo>
                  <a:lnTo>
                    <a:pt x="34290" y="681990"/>
                  </a:lnTo>
                  <a:lnTo>
                    <a:pt x="34290" y="144780"/>
                  </a:lnTo>
                  <a:lnTo>
                    <a:pt x="0" y="144780"/>
                  </a:lnTo>
                  <a:lnTo>
                    <a:pt x="0" y="716280"/>
                  </a:lnTo>
                  <a:lnTo>
                    <a:pt x="34290" y="716280"/>
                  </a:lnTo>
                  <a:lnTo>
                    <a:pt x="5218430" y="716280"/>
                  </a:lnTo>
                  <a:lnTo>
                    <a:pt x="5252720" y="716280"/>
                  </a:lnTo>
                  <a:lnTo>
                    <a:pt x="5252720" y="14478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632"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grpSp>
      <p:grpSp>
        <p:nvGrpSpPr>
          <p:cNvPr id="16" name="object 16"/>
          <p:cNvGrpSpPr/>
          <p:nvPr/>
        </p:nvGrpSpPr>
        <p:grpSpPr>
          <a:xfrm>
            <a:off x="5247938" y="5456401"/>
            <a:ext cx="5667711" cy="457200"/>
            <a:chOff x="2739389" y="6091428"/>
            <a:chExt cx="5215890" cy="410845"/>
          </a:xfrm>
        </p:grpSpPr>
        <p:sp>
          <p:nvSpPr>
            <p:cNvPr id="17" name="object 17"/>
            <p:cNvSpPr/>
            <p:nvPr/>
          </p:nvSpPr>
          <p:spPr>
            <a:xfrm>
              <a:off x="2739389" y="6091428"/>
              <a:ext cx="34290" cy="258445"/>
            </a:xfrm>
            <a:custGeom>
              <a:avLst/>
              <a:gdLst/>
              <a:ahLst/>
              <a:cxnLst/>
              <a:rect l="l" t="t" r="r" b="b"/>
              <a:pathLst>
                <a:path w="34289" h="258445">
                  <a:moveTo>
                    <a:pt x="0" y="0"/>
                  </a:moveTo>
                  <a:lnTo>
                    <a:pt x="0" y="258318"/>
                  </a:lnTo>
                  <a:lnTo>
                    <a:pt x="34289" y="258318"/>
                  </a:lnTo>
                  <a:lnTo>
                    <a:pt x="34289" y="0"/>
                  </a:lnTo>
                  <a:lnTo>
                    <a:pt x="0" y="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632"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8" name="object 18"/>
            <p:cNvSpPr/>
            <p:nvPr/>
          </p:nvSpPr>
          <p:spPr>
            <a:xfrm>
              <a:off x="2773679" y="6091428"/>
              <a:ext cx="5147310" cy="353568"/>
            </a:xfrm>
            <a:prstGeom prst="rect">
              <a:avLst/>
            </a:prstGeom>
            <a:blipFill>
              <a:blip r:embed="rId3"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632"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9" name="object 19"/>
            <p:cNvSpPr/>
            <p:nvPr/>
          </p:nvSpPr>
          <p:spPr>
            <a:xfrm>
              <a:off x="2739390" y="6091440"/>
              <a:ext cx="5215890" cy="410845"/>
            </a:xfrm>
            <a:custGeom>
              <a:avLst/>
              <a:gdLst/>
              <a:ahLst/>
              <a:cxnLst/>
              <a:rect l="l" t="t" r="r" b="b"/>
              <a:pathLst>
                <a:path w="5215890" h="410845">
                  <a:moveTo>
                    <a:pt x="5170170" y="45720"/>
                  </a:moveTo>
                  <a:lnTo>
                    <a:pt x="5158740" y="45720"/>
                  </a:lnTo>
                  <a:lnTo>
                    <a:pt x="5158740" y="57150"/>
                  </a:lnTo>
                  <a:lnTo>
                    <a:pt x="5158740" y="258318"/>
                  </a:lnTo>
                  <a:lnTo>
                    <a:pt x="5158740" y="353568"/>
                  </a:lnTo>
                  <a:lnTo>
                    <a:pt x="57150" y="353568"/>
                  </a:lnTo>
                  <a:lnTo>
                    <a:pt x="57150" y="258318"/>
                  </a:lnTo>
                  <a:lnTo>
                    <a:pt x="57150" y="57150"/>
                  </a:lnTo>
                  <a:lnTo>
                    <a:pt x="5158740" y="57150"/>
                  </a:lnTo>
                  <a:lnTo>
                    <a:pt x="5158740" y="45720"/>
                  </a:lnTo>
                  <a:lnTo>
                    <a:pt x="57150" y="45720"/>
                  </a:lnTo>
                  <a:lnTo>
                    <a:pt x="45720" y="45720"/>
                  </a:lnTo>
                  <a:lnTo>
                    <a:pt x="45720" y="258318"/>
                  </a:lnTo>
                  <a:lnTo>
                    <a:pt x="45720" y="364998"/>
                  </a:lnTo>
                  <a:lnTo>
                    <a:pt x="57150" y="364998"/>
                  </a:lnTo>
                  <a:lnTo>
                    <a:pt x="5158740" y="364998"/>
                  </a:lnTo>
                  <a:lnTo>
                    <a:pt x="5170170" y="364998"/>
                  </a:lnTo>
                  <a:lnTo>
                    <a:pt x="5170170" y="258318"/>
                  </a:lnTo>
                  <a:lnTo>
                    <a:pt x="5170170" y="45720"/>
                  </a:lnTo>
                  <a:close/>
                </a:path>
                <a:path w="5215890" h="410845">
                  <a:moveTo>
                    <a:pt x="5215890" y="0"/>
                  </a:moveTo>
                  <a:lnTo>
                    <a:pt x="5181600" y="0"/>
                  </a:lnTo>
                  <a:lnTo>
                    <a:pt x="5181600" y="258318"/>
                  </a:lnTo>
                  <a:lnTo>
                    <a:pt x="5181600" y="376428"/>
                  </a:lnTo>
                  <a:lnTo>
                    <a:pt x="34290" y="376428"/>
                  </a:lnTo>
                  <a:lnTo>
                    <a:pt x="34290" y="258318"/>
                  </a:lnTo>
                  <a:lnTo>
                    <a:pt x="0" y="258318"/>
                  </a:lnTo>
                  <a:lnTo>
                    <a:pt x="0" y="410718"/>
                  </a:lnTo>
                  <a:lnTo>
                    <a:pt x="34290" y="410718"/>
                  </a:lnTo>
                  <a:lnTo>
                    <a:pt x="5181600" y="410718"/>
                  </a:lnTo>
                  <a:lnTo>
                    <a:pt x="5215890" y="410718"/>
                  </a:lnTo>
                  <a:lnTo>
                    <a:pt x="5215890" y="258318"/>
                  </a:lnTo>
                  <a:lnTo>
                    <a:pt x="5215890" y="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632"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grpSp>
      <p:sp>
        <p:nvSpPr>
          <p:cNvPr id="20" name="object 20"/>
          <p:cNvSpPr txBox="1">
            <a:spLocks noGrp="1"/>
          </p:cNvSpPr>
          <p:nvPr>
            <p:ph type="sldNum" sz="quarter" idx="7"/>
          </p:nvPr>
        </p:nvSpPr>
        <p:spPr>
          <a:xfrm>
            <a:off x="777373" y="6860954"/>
            <a:ext cx="685800" cy="309245"/>
          </a:xfrm>
          <a:prstGeom prst="rect">
            <a:avLst/>
          </a:prstGeom>
        </p:spPr>
        <p:txBody>
          <a:bodyPr vert="horz" wrap="square" lIns="0" tIns="0" rIns="0" bIns="0" rtlCol="0">
            <a:spAutoFit/>
          </a:bodyPr>
          <a:lstStyle>
            <a:defPPr>
              <a:defRPr lang="en-US"/>
            </a:defPPr>
            <a:lvl1pPr marL="0" algn="l" defTabSz="914400" rtl="0" eaLnBrk="1" latinLnBrk="0" hangingPunct="1">
              <a:defRPr sz="2000" b="1" i="0" kern="1200">
                <a:solidFill>
                  <a:srgbClr val="1B1B1B"/>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516" marR="0" lvl="0" indent="0" algn="l" defTabSz="914400" rtl="0" eaLnBrk="1" fontAlgn="auto" latinLnBrk="0" hangingPunct="1">
              <a:lnSpc>
                <a:spcPts val="2095"/>
              </a:lnSpc>
              <a:spcBef>
                <a:spcPts val="0"/>
              </a:spcBef>
              <a:spcAft>
                <a:spcPts val="0"/>
              </a:spcAft>
              <a:buClrTx/>
              <a:buSzTx/>
              <a:buFontTx/>
              <a:buNone/>
              <a:tabLst/>
              <a:defRPr/>
            </a:pPr>
            <a:r>
              <a:rPr kumimoji="0" lang="en-IN" sz="2000" b="1" i="0" u="none" strike="noStrike" kern="1200" cap="none" spc="-5" normalizeH="0" baseline="0" noProof="0">
                <a:ln>
                  <a:noFill/>
                </a:ln>
                <a:solidFill>
                  <a:srgbClr val="1B1B1B"/>
                </a:solidFill>
                <a:effectLst/>
                <a:uLnTx/>
                <a:uFillTx/>
                <a:latin typeface="Arial"/>
                <a:ea typeface="+mn-ea"/>
                <a:cs typeface="Arial"/>
              </a:rPr>
              <a:t>19.</a:t>
            </a:r>
            <a:fld id="{81D60167-4931-47E6-BA6A-407CBD079E47}" type="slidenum">
              <a:rPr kumimoji="0" sz="2000" b="1" i="0" u="none" strike="noStrike" kern="1200" cap="none" spc="-5" normalizeH="0" baseline="0" noProof="0" smtClean="0">
                <a:ln>
                  <a:noFill/>
                </a:ln>
                <a:solidFill>
                  <a:srgbClr val="1B1B1B"/>
                </a:solidFill>
                <a:effectLst/>
                <a:uLnTx/>
                <a:uFillTx/>
                <a:latin typeface="Arial"/>
                <a:ea typeface="+mn-ea"/>
                <a:cs typeface="Arial"/>
              </a:rPr>
              <a:pPr marL="11516" marR="0" lvl="0" indent="0" algn="l" defTabSz="914400" rtl="0" eaLnBrk="1" fontAlgn="auto" latinLnBrk="0" hangingPunct="1">
                <a:lnSpc>
                  <a:spcPts val="2095"/>
                </a:lnSpc>
                <a:spcBef>
                  <a:spcPts val="0"/>
                </a:spcBef>
                <a:spcAft>
                  <a:spcPts val="0"/>
                </a:spcAft>
                <a:buClrTx/>
                <a:buSzTx/>
                <a:buFontTx/>
                <a:buNone/>
                <a:tabLst/>
                <a:defRPr/>
              </a:pPr>
              <a:t>8</a:t>
            </a:fld>
            <a:endParaRPr kumimoji="0" sz="2000" b="1" i="0" u="none" strike="noStrike" kern="1200" cap="none" spc="-5" normalizeH="0" baseline="0" noProof="0" dirty="0">
              <a:ln>
                <a:noFill/>
              </a:ln>
              <a:solidFill>
                <a:srgbClr val="1B1B1B"/>
              </a:solidFill>
              <a:effectLst/>
              <a:uLnTx/>
              <a:uFillTx/>
              <a:latin typeface="Arial"/>
              <a:ea typeface="+mn-ea"/>
              <a:cs typeface="Arial"/>
            </a:endParaRPr>
          </a:p>
        </p:txBody>
      </p:sp>
      <p:sp>
        <p:nvSpPr>
          <p:cNvPr id="2" name="TextBox 1">
            <a:extLst>
              <a:ext uri="{FF2B5EF4-FFF2-40B4-BE49-F238E27FC236}">
                <a16:creationId xmlns:a16="http://schemas.microsoft.com/office/drawing/2014/main" id="{D58DD602-128E-900B-1A69-1B29F3AC9A7C}"/>
              </a:ext>
            </a:extLst>
          </p:cNvPr>
          <p:cNvSpPr txBox="1"/>
          <p:nvPr/>
        </p:nvSpPr>
        <p:spPr>
          <a:xfrm flipH="1">
            <a:off x="1350642" y="1172999"/>
            <a:ext cx="7660007" cy="461665"/>
          </a:xfrm>
          <a:prstGeom prst="rect">
            <a:avLst/>
          </a:prstGeom>
          <a:noFill/>
        </p:spPr>
        <p:txBody>
          <a:bodyPr wrap="square" rtlCol="0">
            <a:spAutoFit/>
          </a:bodyPr>
          <a:lstStyle/>
          <a:p>
            <a:r>
              <a:rPr lang="en-IN" sz="2400" b="1" dirty="0"/>
              <a:t>Expansion of IPv6 address from its short notation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5E08B-AB6F-9949-3996-71048D030D00}"/>
              </a:ext>
            </a:extLst>
          </p:cNvPr>
          <p:cNvSpPr>
            <a:spLocks noGrp="1"/>
          </p:cNvSpPr>
          <p:nvPr>
            <p:ph type="title"/>
          </p:nvPr>
        </p:nvSpPr>
        <p:spPr/>
        <p:txBody>
          <a:bodyPr>
            <a:normAutofit/>
          </a:bodyPr>
          <a:lstStyle/>
          <a:p>
            <a:pPr algn="ctr"/>
            <a:r>
              <a:rPr lang="en-US" sz="3000" b="1" dirty="0">
                <a:solidFill>
                  <a:srgbClr val="C00000"/>
                </a:solidFill>
                <a:latin typeface="Times New Roman" panose="02020603050405020304" pitchFamily="18" charset="0"/>
                <a:ea typeface="+mn-ea"/>
                <a:cs typeface="Times New Roman" panose="02020603050405020304" pitchFamily="18" charset="0"/>
              </a:rPr>
              <a:t>REFERENCES FOR FURTHER LEARNING OF THE SESSION</a:t>
            </a:r>
            <a:endParaRPr lang="en-IN" sz="3000" b="1" dirty="0">
              <a:solidFill>
                <a:srgbClr val="C00000"/>
              </a:solidFill>
              <a:latin typeface="Times New Roman" panose="02020603050405020304" pitchFamily="18" charset="0"/>
              <a:ea typeface="+mn-ea"/>
              <a:cs typeface="Times New Roman" panose="02020603050405020304" pitchFamily="18" charset="0"/>
            </a:endParaRPr>
          </a:p>
        </p:txBody>
      </p:sp>
      <p:sp>
        <p:nvSpPr>
          <p:cNvPr id="4" name="Slide Number Placeholder 3">
            <a:extLst>
              <a:ext uri="{FF2B5EF4-FFF2-40B4-BE49-F238E27FC236}">
                <a16:creationId xmlns:a16="http://schemas.microsoft.com/office/drawing/2014/main" id="{0286811D-092E-E989-454F-68E65DF4CC39}"/>
              </a:ext>
            </a:extLst>
          </p:cNvPr>
          <p:cNvSpPr>
            <a:spLocks noGrp="1"/>
          </p:cNvSpPr>
          <p:nvPr>
            <p:ph type="sldNum" sz="quarter" idx="12"/>
          </p:nvPr>
        </p:nvSpPr>
        <p:spPr/>
        <p:txBody>
          <a:bodyPr/>
          <a:lstStyle/>
          <a:p>
            <a:fld id="{CBABCCC1-BF11-4F37-963E-1BCD5B23FD72}" type="slidenum">
              <a:rPr lang="en-IN" smtClean="0"/>
              <a:pPr/>
              <a:t>9</a:t>
            </a:fld>
            <a:endParaRPr lang="en-IN"/>
          </a:p>
        </p:txBody>
      </p:sp>
      <p:sp>
        <p:nvSpPr>
          <p:cNvPr id="5" name="TextBox 4">
            <a:extLst>
              <a:ext uri="{FF2B5EF4-FFF2-40B4-BE49-F238E27FC236}">
                <a16:creationId xmlns:a16="http://schemas.microsoft.com/office/drawing/2014/main" id="{81A0B57B-FD1F-D26E-7DDA-9CB4D0E6FF4D}"/>
              </a:ext>
            </a:extLst>
          </p:cNvPr>
          <p:cNvSpPr txBox="1"/>
          <p:nvPr/>
        </p:nvSpPr>
        <p:spPr>
          <a:xfrm>
            <a:off x="1491176" y="1955558"/>
            <a:ext cx="9453490" cy="3277820"/>
          </a:xfrm>
          <a:prstGeom prst="rect">
            <a:avLst/>
          </a:prstGeom>
          <a:noFill/>
        </p:spPr>
        <p:txBody>
          <a:bodyPr wrap="square" rtlCol="0">
            <a:spAutoFit/>
          </a:bodyPr>
          <a:lstStyle/>
          <a:p>
            <a:pPr fontAlgn="base"/>
            <a:r>
              <a:rPr lang="en-US" dirty="0"/>
              <a:t> </a:t>
            </a:r>
            <a:r>
              <a:rPr lang="en-IN" b="1" dirty="0"/>
              <a:t>Reference Books:</a:t>
            </a:r>
          </a:p>
          <a:p>
            <a:pPr fontAlgn="base"/>
            <a:endParaRPr lang="en-IN" dirty="0"/>
          </a:p>
          <a:p>
            <a:pPr fontAlgn="base"/>
            <a:r>
              <a:rPr lang="en-IN" dirty="0"/>
              <a:t>1. Data Communications and Networking, </a:t>
            </a:r>
            <a:r>
              <a:rPr lang="en-IN" dirty="0" err="1"/>
              <a:t>Behrouz</a:t>
            </a:r>
            <a:r>
              <a:rPr lang="en-IN" dirty="0"/>
              <a:t> A. </a:t>
            </a:r>
            <a:r>
              <a:rPr lang="en-IN" dirty="0" err="1"/>
              <a:t>Forouzan</a:t>
            </a:r>
            <a:r>
              <a:rPr lang="en-IN" dirty="0"/>
              <a:t>, 4</a:t>
            </a:r>
            <a:r>
              <a:rPr lang="en-IN" baseline="30000" dirty="0"/>
              <a:t>th</a:t>
            </a:r>
            <a:r>
              <a:rPr lang="en-IN" dirty="0"/>
              <a:t> Edition, McGraw Hill.  </a:t>
            </a:r>
          </a:p>
          <a:p>
            <a:pPr fontAlgn="base"/>
            <a:r>
              <a:rPr lang="en-IN" dirty="0"/>
              <a:t>2. Computer Networks, </a:t>
            </a:r>
            <a:r>
              <a:rPr lang="en-IN" dirty="0" err="1"/>
              <a:t>Tanenbaum</a:t>
            </a:r>
            <a:r>
              <a:rPr lang="en-IN" dirty="0"/>
              <a:t>, 6</a:t>
            </a:r>
            <a:r>
              <a:rPr lang="en-IN" baseline="30000" dirty="0"/>
              <a:t>th</a:t>
            </a:r>
            <a:r>
              <a:rPr lang="en-IN" dirty="0"/>
              <a:t> Edition, Pearson.</a:t>
            </a:r>
          </a:p>
          <a:p>
            <a:pPr fontAlgn="base"/>
            <a:endParaRPr lang="en-IN" dirty="0"/>
          </a:p>
          <a:p>
            <a:pPr fontAlgn="base"/>
            <a:r>
              <a:rPr lang="en-IN" b="1" dirty="0"/>
              <a:t>Sites and Web links:</a:t>
            </a:r>
            <a:endParaRPr lang="en-IN" dirty="0"/>
          </a:p>
          <a:p>
            <a:pPr lvl="0" fontAlgn="base"/>
            <a:endParaRPr lang="en-IN" dirty="0"/>
          </a:p>
          <a:p>
            <a:pPr lvl="0" fontAlgn="base"/>
            <a:r>
              <a:rPr lang="en-IN" dirty="0"/>
              <a:t>CISCO Academy</a:t>
            </a:r>
          </a:p>
          <a:p>
            <a:pPr lvl="0" fontAlgn="base"/>
            <a:r>
              <a:rPr lang="en-IN" dirty="0"/>
              <a:t>NPTEL, Computer Networks and Internet Protocols, Prof. </a:t>
            </a:r>
            <a:r>
              <a:rPr lang="en-IN" dirty="0" err="1"/>
              <a:t>Soumya</a:t>
            </a:r>
            <a:r>
              <a:rPr lang="en-IN" dirty="0"/>
              <a:t> </a:t>
            </a:r>
            <a:r>
              <a:rPr lang="en-IN" dirty="0" err="1"/>
              <a:t>Kanti</a:t>
            </a:r>
            <a:r>
              <a:rPr lang="en-IN" dirty="0"/>
              <a:t> </a:t>
            </a:r>
            <a:r>
              <a:rPr lang="en-IN" dirty="0" err="1"/>
              <a:t>Ghosh</a:t>
            </a:r>
            <a:r>
              <a:rPr lang="en-IN" dirty="0"/>
              <a:t>, Prof. </a:t>
            </a:r>
            <a:r>
              <a:rPr lang="en-IN" dirty="0" err="1"/>
              <a:t>Sandip</a:t>
            </a:r>
            <a:r>
              <a:rPr lang="en-IN" dirty="0"/>
              <a:t> </a:t>
            </a:r>
            <a:r>
              <a:rPr lang="en-IN" dirty="0" err="1"/>
              <a:t>Chakraborty</a:t>
            </a:r>
            <a:r>
              <a:rPr lang="en-IN" dirty="0"/>
              <a:t> IIT </a:t>
            </a:r>
            <a:r>
              <a:rPr lang="en-IN" dirty="0" err="1"/>
              <a:t>Kharagpur</a:t>
            </a:r>
            <a:r>
              <a:rPr lang="en-IN" dirty="0"/>
              <a:t>. (https://nptel.ac.in/courses/106105183)</a:t>
            </a:r>
          </a:p>
          <a:p>
            <a:pPr>
              <a:lnSpc>
                <a:spcPct val="150000"/>
              </a:lnSpc>
            </a:pPr>
            <a:endParaRPr lang="en-US" dirty="0"/>
          </a:p>
        </p:txBody>
      </p:sp>
    </p:spTree>
    <p:extLst>
      <p:ext uri="{BB962C8B-B14F-4D97-AF65-F5344CB8AC3E}">
        <p14:creationId xmlns:p14="http://schemas.microsoft.com/office/powerpoint/2010/main" val="3870409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16"/>
          <p:cNvSpPr/>
          <p:nvPr/>
        </p:nvSpPr>
        <p:spPr>
          <a:xfrm>
            <a:off x="2601913" y="1857375"/>
            <a:ext cx="7920037" cy="2882900"/>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latin typeface="Poppins" pitchFamily="2" charset="77"/>
              <a:cs typeface="Poppins" pitchFamily="2" charset="77"/>
            </a:endParaRPr>
          </a:p>
          <a:p>
            <a:pPr algn="ctr" fontAlgn="auto">
              <a:spcBef>
                <a:spcPts val="0"/>
              </a:spcBef>
              <a:spcAft>
                <a:spcPts val="0"/>
              </a:spcAft>
              <a:defRPr/>
            </a:pPr>
            <a:endParaRPr lang="en-US" sz="2400" b="1" dirty="0">
              <a:latin typeface="Poppins" pitchFamily="2" charset="77"/>
              <a:cs typeface="Poppins" pitchFamily="2" charset="77"/>
            </a:endParaRPr>
          </a:p>
          <a:p>
            <a:pPr algn="ctr" fontAlgn="auto">
              <a:spcBef>
                <a:spcPts val="0"/>
              </a:spcBef>
              <a:spcAft>
                <a:spcPts val="0"/>
              </a:spcAft>
              <a:defRPr/>
            </a:pPr>
            <a:r>
              <a:rPr lang="en-US" sz="2400" b="1" dirty="0">
                <a:latin typeface="Poppins" pitchFamily="2" charset="77"/>
                <a:cs typeface="Poppins" pitchFamily="2" charset="77"/>
              </a:rPr>
              <a:t>THANK YOU</a:t>
            </a:r>
          </a:p>
          <a:p>
            <a:pPr algn="ctr" fontAlgn="auto">
              <a:spcBef>
                <a:spcPts val="0"/>
              </a:spcBef>
              <a:spcAft>
                <a:spcPts val="0"/>
              </a:spcAft>
              <a:defRPr/>
            </a:pPr>
            <a:endParaRPr lang="en-US" sz="2400" dirty="0">
              <a:latin typeface="Poppins" pitchFamily="2" charset="77"/>
              <a:cs typeface="Poppins" pitchFamily="2" charset="77"/>
            </a:endParaRPr>
          </a:p>
          <a:p>
            <a:pPr algn="ctr" fontAlgn="auto">
              <a:spcBef>
                <a:spcPts val="0"/>
              </a:spcBef>
              <a:spcAft>
                <a:spcPts val="0"/>
              </a:spcAft>
              <a:defRPr/>
            </a:pPr>
            <a:endParaRPr lang="en-US" sz="2400" dirty="0">
              <a:latin typeface="Poppins" pitchFamily="2" charset="77"/>
              <a:cs typeface="Poppins" pitchFamily="2" charset="77"/>
            </a:endParaRPr>
          </a:p>
          <a:p>
            <a:pPr algn="ctr" fontAlgn="auto">
              <a:spcBef>
                <a:spcPts val="0"/>
              </a:spcBef>
              <a:spcAft>
                <a:spcPts val="0"/>
              </a:spcAft>
              <a:defRPr/>
            </a:pPr>
            <a:endParaRPr lang="en-US" sz="2400" dirty="0">
              <a:latin typeface="Poppins" pitchFamily="2" charset="77"/>
              <a:cs typeface="Poppins" pitchFamily="2" charset="77"/>
            </a:endParaRPr>
          </a:p>
          <a:p>
            <a:pPr algn="ctr" fontAlgn="auto">
              <a:spcBef>
                <a:spcPts val="0"/>
              </a:spcBef>
              <a:spcAft>
                <a:spcPts val="0"/>
              </a:spcAft>
              <a:defRPr/>
            </a:pPr>
            <a:endParaRPr lang="en-US" sz="2400" dirty="0">
              <a:latin typeface="Poppins" pitchFamily="2" charset="77"/>
              <a:cs typeface="Poppins" pitchFamily="2" charset="77"/>
            </a:endParaRPr>
          </a:p>
          <a:p>
            <a:pPr lvl="0" algn="ctr" defTabSz="457200">
              <a:defRPr/>
            </a:pPr>
            <a:r>
              <a:rPr lang="en-US" sz="2400" b="1" dirty="0">
                <a:latin typeface="Poppins" pitchFamily="2" charset="77"/>
                <a:cs typeface="Poppins" pitchFamily="2" charset="77"/>
              </a:rPr>
              <a:t>Team – </a:t>
            </a:r>
            <a:r>
              <a:rPr lang="en-IN" sz="2400" b="1" dirty="0">
                <a:solidFill>
                  <a:prstClr val="black"/>
                </a:solidFill>
              </a:rPr>
              <a:t>Networks Protocols &amp; Security</a:t>
            </a:r>
          </a:p>
          <a:p>
            <a:pPr algn="ctr" fontAlgn="auto">
              <a:spcBef>
                <a:spcPts val="0"/>
              </a:spcBef>
              <a:spcAft>
                <a:spcPts val="0"/>
              </a:spcAft>
              <a:defRPr/>
            </a:pPr>
            <a:endParaRPr lang="en-US" sz="2400" dirty="0">
              <a:solidFill>
                <a:schemeClr val="bg1"/>
              </a:solidFill>
              <a:latin typeface="Poppins" pitchFamily="2" charset="77"/>
              <a:cs typeface="Poppins" pitchFamily="2" charset="77"/>
            </a:endParaRPr>
          </a:p>
          <a:p>
            <a:pPr algn="ctr" fontAlgn="auto">
              <a:spcBef>
                <a:spcPts val="0"/>
              </a:spcBef>
              <a:spcAft>
                <a:spcPts val="0"/>
              </a:spcAft>
              <a:defRPr/>
            </a:pPr>
            <a:endParaRPr lang="en-US" sz="2400" dirty="0">
              <a:solidFill>
                <a:schemeClr val="bg1"/>
              </a:solidFill>
              <a:latin typeface="Poppins" pitchFamily="2" charset="77"/>
              <a:cs typeface="Poppins" pitchFamily="2" charset="77"/>
            </a:endParaRPr>
          </a:p>
          <a:p>
            <a:pPr algn="ctr" fontAlgn="auto">
              <a:spcBef>
                <a:spcPts val="0"/>
              </a:spcBef>
              <a:spcAft>
                <a:spcPts val="0"/>
              </a:spcAft>
              <a:defRPr/>
            </a:pPr>
            <a:endParaRPr lang="en-US" sz="2400" dirty="0">
              <a:solidFill>
                <a:schemeClr val="bg1"/>
              </a:solidFill>
              <a:latin typeface="Poppins" pitchFamily="2" charset="77"/>
              <a:cs typeface="Poppins" pitchFamily="2" charset="77"/>
            </a:endParaRPr>
          </a:p>
        </p:txBody>
      </p:sp>
      <p:pic>
        <p:nvPicPr>
          <p:cNvPr id="18"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4975" y="2560638"/>
            <a:ext cx="323532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1378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3.xml><?xml version="1.0" encoding="utf-8"?>
<a:theme xmlns:a="http://schemas.openxmlformats.org/drawingml/2006/main" name="1_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4741</TotalTime>
  <Words>453</Words>
  <Application>Microsoft Office PowerPoint</Application>
  <PresentationFormat>Widescreen</PresentationFormat>
  <Paragraphs>75</Paragraphs>
  <Slides>10</Slides>
  <Notes>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10</vt:i4>
      </vt:variant>
    </vt:vector>
  </HeadingPairs>
  <TitlesOfParts>
    <vt:vector size="21" baseType="lpstr">
      <vt:lpstr>Arial</vt:lpstr>
      <vt:lpstr>BioRhyme ExtraBold</vt:lpstr>
      <vt:lpstr>Calibri</vt:lpstr>
      <vt:lpstr>Calibri Light</vt:lpstr>
      <vt:lpstr>Gill Sans MT</vt:lpstr>
      <vt:lpstr>Poppins</vt:lpstr>
      <vt:lpstr>Times New Roman</vt:lpstr>
      <vt:lpstr>Wingdings</vt:lpstr>
      <vt:lpstr>Office Theme</vt:lpstr>
      <vt:lpstr>Gallery</vt:lpstr>
      <vt:lpstr>1_Gallery</vt:lpstr>
      <vt:lpstr>PowerPoint Presentation</vt:lpstr>
      <vt:lpstr>PowerPoint Presentation</vt:lpstr>
      <vt:lpstr>PowerPoint Presentation</vt:lpstr>
      <vt:lpstr>Internet Protocol version 6 (IPv6)</vt:lpstr>
      <vt:lpstr>IPv6 Address SPACE</vt:lpstr>
      <vt:lpstr>Internet Protocol version 6 (IPv6)</vt:lpstr>
      <vt:lpstr>Short notation of IPv6 or Abbreviated IPv6 address</vt:lpstr>
      <vt:lpstr>PowerPoint Presentation</vt:lpstr>
      <vt:lpstr>REFERENCES FOR FURTHER LEARNING OF THE SESSION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IPv4 ADDRESSES</dc:title>
  <dc:creator>preetham chiramana</dc:creator>
  <cp:lastModifiedBy>GORLA VENKATA GANESH</cp:lastModifiedBy>
  <cp:revision>87</cp:revision>
  <dcterms:created xsi:type="dcterms:W3CDTF">2020-11-27T11:49:36Z</dcterms:created>
  <dcterms:modified xsi:type="dcterms:W3CDTF">2025-12-17T06:33:30Z</dcterms:modified>
</cp:coreProperties>
</file>