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41"/>
  </p:notesMasterIdLst>
  <p:handoutMasterIdLst>
    <p:handoutMasterId r:id="rId42"/>
  </p:handoutMasterIdLst>
  <p:sldIdLst>
    <p:sldId id="302" r:id="rId3"/>
    <p:sldId id="303" r:id="rId4"/>
    <p:sldId id="304"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7" r:id="rId29"/>
    <p:sldId id="283" r:id="rId30"/>
    <p:sldId id="284" r:id="rId31"/>
    <p:sldId id="285" r:id="rId32"/>
    <p:sldId id="286" r:id="rId33"/>
    <p:sldId id="288" r:id="rId34"/>
    <p:sldId id="289" r:id="rId35"/>
    <p:sldId id="290" r:id="rId36"/>
    <p:sldId id="291" r:id="rId37"/>
    <p:sldId id="292" r:id="rId38"/>
    <p:sldId id="307" r:id="rId39"/>
    <p:sldId id="305"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17-12-2025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3553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24103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983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2138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5368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4232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741460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62851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55533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703306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54893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4155833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6293374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cloudflare.com/learning/ssl/what-is-ssl/" TargetMode="External"/><Relationship Id="rId2" Type="http://schemas.openxmlformats.org/officeDocument/2006/relationships/hyperlink" Target="https://www.geeksforgeeks.org/socket-in-computer-network/" TargetMode="External"/><Relationship Id="rId1" Type="http://schemas.openxmlformats.org/officeDocument/2006/relationships/slideLayout" Target="../slideLayouts/slideLayout2.xml"/><Relationship Id="rId5" Type="http://schemas.openxmlformats.org/officeDocument/2006/relationships/hyperlink" Target="https://www.javatpoint.com/simple-network-management-protocol" TargetMode="External"/><Relationship Id="rId4" Type="http://schemas.openxmlformats.org/officeDocument/2006/relationships/hyperlink" Target="https://www.geeksforgeeks.org/secure-socket-layer-ssl/"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FA60E-D65E-CEE8-1A89-09DFFD6E0227}"/>
              </a:ext>
            </a:extLst>
          </p:cNvPr>
          <p:cNvSpPr>
            <a:spLocks noGrp="1"/>
          </p:cNvSpPr>
          <p:nvPr>
            <p:ph type="ctrTitle"/>
          </p:nvPr>
        </p:nvSpPr>
        <p:spPr>
          <a:xfrm>
            <a:off x="5830957" y="802298"/>
            <a:ext cx="5223895" cy="2541431"/>
          </a:xfrm>
        </p:spPr>
        <p:txBody>
          <a:bodyPr>
            <a:normAutofit/>
          </a:bodyPr>
          <a:lstStyle/>
          <a:p>
            <a:pPr algn="ctr"/>
            <a:r>
              <a:rPr lang="en-US" sz="2200" b="1" dirty="0">
                <a:ln/>
                <a:solidFill>
                  <a:srgbClr val="C00000"/>
                </a:solidFill>
                <a:cs typeface="Poppins" panose="00000500000000000000" pitchFamily="2" charset="0"/>
                <a:sym typeface="BioRhyme ExtraBold"/>
              </a:rPr>
              <a:t>NETWORKS, PROTOCOLS &amp; SECURITY (DNPS) </a:t>
            </a:r>
            <a:br>
              <a:rPr lang="en-US" sz="2200" b="1" dirty="0">
                <a:ln/>
                <a:solidFill>
                  <a:srgbClr val="C00000"/>
                </a:solidFill>
                <a:cs typeface="Poppins" panose="00000500000000000000" pitchFamily="2" charset="0"/>
                <a:sym typeface="BioRhyme ExtraBold"/>
              </a:rPr>
            </a:br>
            <a:r>
              <a:rPr lang="en-IN" sz="2200" b="1" dirty="0">
                <a:ln/>
                <a:solidFill>
                  <a:srgbClr val="C00000"/>
                </a:solidFill>
                <a:cs typeface="Poppins" panose="00000500000000000000" pitchFamily="2" charset="0"/>
                <a:sym typeface="BioRhyme ExtraBold"/>
              </a:rPr>
              <a:t>24EC2210</a:t>
            </a:r>
            <a:br>
              <a:rPr lang="en-US" sz="2200" b="1" dirty="0">
                <a:solidFill>
                  <a:schemeClr val="bg1">
                    <a:lumMod val="50000"/>
                  </a:schemeClr>
                </a:solidFill>
                <a:ea typeface="BioRhyme ExtraBold"/>
                <a:cs typeface="Poppins" panose="00000500000000000000" pitchFamily="2" charset="0"/>
                <a:sym typeface="BioRhyme ExtraBold"/>
              </a:rPr>
            </a:br>
            <a:br>
              <a:rPr lang="en-US" sz="2200" b="1" dirty="0">
                <a:solidFill>
                  <a:schemeClr val="bg1">
                    <a:lumMod val="50000"/>
                  </a:schemeClr>
                </a:solidFill>
                <a:ea typeface="BioRhyme ExtraBold"/>
                <a:cs typeface="Poppins" panose="00000500000000000000" pitchFamily="2" charset="0"/>
                <a:sym typeface="BioRhyme ExtraBold"/>
              </a:rPr>
            </a:br>
            <a:br>
              <a:rPr lang="en-US" sz="2200" b="1" dirty="0">
                <a:solidFill>
                  <a:schemeClr val="bg1">
                    <a:lumMod val="50000"/>
                  </a:schemeClr>
                </a:solidFill>
                <a:ea typeface="BioRhyme ExtraBold"/>
                <a:cs typeface="Poppins" panose="00000500000000000000" pitchFamily="2" charset="0"/>
                <a:sym typeface="BioRhyme ExtraBold"/>
              </a:rPr>
            </a:br>
            <a:r>
              <a:rPr lang="en-US" sz="2200" b="1" dirty="0">
                <a:solidFill>
                  <a:schemeClr val="bg1">
                    <a:lumMod val="50000"/>
                  </a:schemeClr>
                </a:solidFill>
                <a:ea typeface="BioRhyme ExtraBold"/>
                <a:cs typeface="Poppins" panose="00000500000000000000" pitchFamily="2" charset="0"/>
                <a:sym typeface="BioRhyme ExtraBold"/>
              </a:rPr>
              <a:t>Topic: </a:t>
            </a:r>
            <a:br>
              <a:rPr lang="en-US" sz="2200" b="1" dirty="0">
                <a:solidFill>
                  <a:schemeClr val="bg1">
                    <a:lumMod val="50000"/>
                  </a:schemeClr>
                </a:solidFill>
                <a:ea typeface="BioRhyme ExtraBold"/>
                <a:cs typeface="Poppins" panose="00000500000000000000" pitchFamily="2" charset="0"/>
                <a:sym typeface="BioRhyme ExtraBold"/>
              </a:rPr>
            </a:br>
            <a:r>
              <a:rPr lang="en-US" sz="2200" b="1" dirty="0">
                <a:solidFill>
                  <a:srgbClr val="C00000"/>
                </a:solidFill>
                <a:ea typeface="BioRhyme ExtraBold"/>
                <a:cs typeface="Poppins" panose="00000500000000000000" pitchFamily="2" charset="0"/>
                <a:sym typeface="BioRhyme ExtraBold"/>
              </a:rPr>
              <a:t>SNMP</a:t>
            </a:r>
            <a:br>
              <a:rPr lang="en-US" sz="1600" dirty="0">
                <a:solidFill>
                  <a:srgbClr val="C00000"/>
                </a:solidFill>
                <a:latin typeface="Stencil" panose="040409050D0802020404" pitchFamily="82" charset="0"/>
              </a:rPr>
            </a:br>
            <a:endParaRPr lang="en-IN" sz="1600" dirty="0"/>
          </a:p>
        </p:txBody>
      </p:sp>
      <p:pic>
        <p:nvPicPr>
          <p:cNvPr id="1026" name="Picture 2">
            <a:extLst>
              <a:ext uri="{FF2B5EF4-FFF2-40B4-BE49-F238E27FC236}">
                <a16:creationId xmlns:a16="http://schemas.microsoft.com/office/drawing/2014/main" id="{098D6180-B7B8-1D72-839C-5AB62B5F2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642" y="802298"/>
            <a:ext cx="4804951" cy="5240693"/>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a:extLst>
              <a:ext uri="{FF2B5EF4-FFF2-40B4-BE49-F238E27FC236}">
                <a16:creationId xmlns:a16="http://schemas.microsoft.com/office/drawing/2014/main" id="{47F081B7-2165-4332-7F0D-39327004EB57}"/>
              </a:ext>
            </a:extLst>
          </p:cNvPr>
          <p:cNvSpPr/>
          <p:nvPr/>
        </p:nvSpPr>
        <p:spPr>
          <a:xfrm>
            <a:off x="7158446" y="3657600"/>
            <a:ext cx="3605348" cy="7707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Session-30</a:t>
            </a:r>
          </a:p>
        </p:txBody>
      </p:sp>
    </p:spTree>
    <p:extLst>
      <p:ext uri="{BB962C8B-B14F-4D97-AF65-F5344CB8AC3E}">
        <p14:creationId xmlns:p14="http://schemas.microsoft.com/office/powerpoint/2010/main" val="1795418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5E77D5-99FC-49D7-9758-E05DA33F69DC}"/>
              </a:ext>
            </a:extLst>
          </p:cNvPr>
          <p:cNvSpPr>
            <a:spLocks noGrp="1"/>
          </p:cNvSpPr>
          <p:nvPr>
            <p:ph type="sldNum" sz="quarter" idx="12"/>
          </p:nvPr>
        </p:nvSpPr>
        <p:spPr/>
        <p:txBody>
          <a:bodyPr/>
          <a:lstStyle/>
          <a:p>
            <a:fld id="{CBABCCC1-BF11-4F37-963E-1BCD5B23FD72}" type="slidenum">
              <a:rPr lang="en-IN" smtClean="0"/>
              <a:pPr/>
              <a:t>2</a:t>
            </a:fld>
            <a:endParaRPr lang="en-IN"/>
          </a:p>
        </p:txBody>
      </p:sp>
      <p:sp>
        <p:nvSpPr>
          <p:cNvPr id="3" name="Rounded Rectangle 17">
            <a:extLst>
              <a:ext uri="{FF2B5EF4-FFF2-40B4-BE49-F238E27FC236}">
                <a16:creationId xmlns:a16="http://schemas.microsoft.com/office/drawing/2014/main" id="{E26E68BB-B8CD-C95A-2CFC-9E51BDF497E3}"/>
              </a:ext>
            </a:extLst>
          </p:cNvPr>
          <p:cNvSpPr/>
          <p:nvPr/>
        </p:nvSpPr>
        <p:spPr>
          <a:xfrm>
            <a:off x="4908690" y="203676"/>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AIM OF THE SESSION</a:t>
            </a:r>
          </a:p>
        </p:txBody>
      </p:sp>
      <p:sp>
        <p:nvSpPr>
          <p:cNvPr id="4" name="TextBox 3">
            <a:extLst>
              <a:ext uri="{FF2B5EF4-FFF2-40B4-BE49-F238E27FC236}">
                <a16:creationId xmlns:a16="http://schemas.microsoft.com/office/drawing/2014/main" id="{4EF5529E-0776-E00E-CA67-E56686A8C073}"/>
              </a:ext>
            </a:extLst>
          </p:cNvPr>
          <p:cNvSpPr txBox="1"/>
          <p:nvPr/>
        </p:nvSpPr>
        <p:spPr>
          <a:xfrm>
            <a:off x="1275518" y="916320"/>
            <a:ext cx="10280378" cy="64633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lvl="0"/>
            <a:r>
              <a:rPr lang="en-US" dirty="0"/>
              <a:t>To familiarize the students with the basic concept of the and the working of the simple network management protocol</a:t>
            </a:r>
            <a:endParaRPr lang="en-IN" dirty="0"/>
          </a:p>
        </p:txBody>
      </p:sp>
      <p:sp>
        <p:nvSpPr>
          <p:cNvPr id="5" name="Rounded Rectangle 17">
            <a:extLst>
              <a:ext uri="{FF2B5EF4-FFF2-40B4-BE49-F238E27FC236}">
                <a16:creationId xmlns:a16="http://schemas.microsoft.com/office/drawing/2014/main" id="{687831C4-23ED-BE9B-C568-75DA0D2391E1}"/>
              </a:ext>
            </a:extLst>
          </p:cNvPr>
          <p:cNvSpPr/>
          <p:nvPr/>
        </p:nvSpPr>
        <p:spPr>
          <a:xfrm>
            <a:off x="4597900" y="192633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p>
        </p:txBody>
      </p:sp>
      <p:sp>
        <p:nvSpPr>
          <p:cNvPr id="6" name="TextBox 5">
            <a:extLst>
              <a:ext uri="{FF2B5EF4-FFF2-40B4-BE49-F238E27FC236}">
                <a16:creationId xmlns:a16="http://schemas.microsoft.com/office/drawing/2014/main" id="{F88A2C33-8BD7-A653-69BE-7AF21607A372}"/>
              </a:ext>
            </a:extLst>
          </p:cNvPr>
          <p:cNvSpPr txBox="1"/>
          <p:nvPr/>
        </p:nvSpPr>
        <p:spPr>
          <a:xfrm>
            <a:off x="2189918" y="2557873"/>
            <a:ext cx="8791575" cy="646331"/>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dirty="0"/>
              <a:t>The session is design to understand the:</a:t>
            </a:r>
            <a:endParaRPr lang="en-IN" b="1" dirty="0"/>
          </a:p>
          <a:p>
            <a:pPr marL="342900" lvl="0" indent="-342900">
              <a:buFont typeface="+mj-lt"/>
              <a:buAutoNum type="arabicPeriod"/>
            </a:pPr>
            <a:r>
              <a:rPr lang="en-US" dirty="0"/>
              <a:t>To understand the concepts of the </a:t>
            </a:r>
            <a:r>
              <a:rPr lang="en-IN" dirty="0"/>
              <a:t>working of </a:t>
            </a:r>
            <a:r>
              <a:rPr lang="en-US" dirty="0"/>
              <a:t>simple network management protocol</a:t>
            </a:r>
            <a:r>
              <a:rPr lang="en-IN" dirty="0"/>
              <a:t>.</a:t>
            </a:r>
          </a:p>
        </p:txBody>
      </p:sp>
      <p:pic>
        <p:nvPicPr>
          <p:cNvPr id="7" name="Graphic 6" descr="Bullseye outline">
            <a:extLst>
              <a:ext uri="{FF2B5EF4-FFF2-40B4-BE49-F238E27FC236}">
                <a16:creationId xmlns:a16="http://schemas.microsoft.com/office/drawing/2014/main" id="{7002CC28-62CB-A0B3-D325-A57EACF3E32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7318" y="744594"/>
            <a:ext cx="914400" cy="914400"/>
          </a:xfrm>
          <a:prstGeom prst="rect">
            <a:avLst/>
          </a:prstGeom>
        </p:spPr>
      </p:pic>
      <p:pic>
        <p:nvPicPr>
          <p:cNvPr id="8" name="Graphic 7" descr="Presentation with checklist outline">
            <a:extLst>
              <a:ext uri="{FF2B5EF4-FFF2-40B4-BE49-F238E27FC236}">
                <a16:creationId xmlns:a16="http://schemas.microsoft.com/office/drawing/2014/main" id="{3CF2E37F-203C-8E85-4FEC-09821DC4C13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5518" y="2557873"/>
            <a:ext cx="914400" cy="914400"/>
          </a:xfrm>
          <a:prstGeom prst="rect">
            <a:avLst/>
          </a:prstGeom>
        </p:spPr>
      </p:pic>
      <p:sp>
        <p:nvSpPr>
          <p:cNvPr id="9" name="Rounded Rectangle 17">
            <a:extLst>
              <a:ext uri="{FF2B5EF4-FFF2-40B4-BE49-F238E27FC236}">
                <a16:creationId xmlns:a16="http://schemas.microsoft.com/office/drawing/2014/main" id="{B2DF2C48-3044-7FC9-775B-47F6E185B619}"/>
              </a:ext>
            </a:extLst>
          </p:cNvPr>
          <p:cNvSpPr/>
          <p:nvPr/>
        </p:nvSpPr>
        <p:spPr>
          <a:xfrm>
            <a:off x="4650289" y="4368378"/>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10" name="Graphic 9" descr="Idea outline">
            <a:extLst>
              <a:ext uri="{FF2B5EF4-FFF2-40B4-BE49-F238E27FC236}">
                <a16:creationId xmlns:a16="http://schemas.microsoft.com/office/drawing/2014/main" id="{C93B941C-8D7A-8739-30E1-549684BD239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51718" y="4885039"/>
            <a:ext cx="914400" cy="914400"/>
          </a:xfrm>
          <a:prstGeom prst="rect">
            <a:avLst/>
          </a:prstGeom>
        </p:spPr>
      </p:pic>
      <p:sp>
        <p:nvSpPr>
          <p:cNvPr id="11" name="TextBox 10">
            <a:extLst>
              <a:ext uri="{FF2B5EF4-FFF2-40B4-BE49-F238E27FC236}">
                <a16:creationId xmlns:a16="http://schemas.microsoft.com/office/drawing/2014/main" id="{F48AEBD8-9737-6036-BFC9-27DBDA90B595}"/>
              </a:ext>
            </a:extLst>
          </p:cNvPr>
          <p:cNvSpPr txBox="1"/>
          <p:nvPr/>
        </p:nvSpPr>
        <p:spPr>
          <a:xfrm>
            <a:off x="2137527" y="4893425"/>
            <a:ext cx="8791575" cy="646331"/>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dirty="0"/>
              <a:t>At the end of this session,</a:t>
            </a:r>
            <a:r>
              <a:rPr lang="en-IN" dirty="0"/>
              <a:t> you should be able to:</a:t>
            </a:r>
            <a:endParaRPr lang="en-IN" b="1" dirty="0"/>
          </a:p>
          <a:p>
            <a:pPr marL="342900" lvl="0" indent="-342900">
              <a:buFont typeface="+mj-lt"/>
              <a:buAutoNum type="arabicPeriod"/>
            </a:pPr>
            <a:r>
              <a:rPr lang="en-IN" dirty="0"/>
              <a:t>Describe the working of </a:t>
            </a:r>
            <a:r>
              <a:rPr lang="en-US" dirty="0"/>
              <a:t>simple network management protocol</a:t>
            </a:r>
            <a:r>
              <a:rPr lang="en-IN" dirty="0"/>
              <a:t>.</a:t>
            </a:r>
            <a:endParaRPr lang="en-IN" b="1" dirty="0"/>
          </a:p>
        </p:txBody>
      </p:sp>
    </p:spTree>
    <p:extLst>
      <p:ext uri="{BB962C8B-B14F-4D97-AF65-F5344CB8AC3E}">
        <p14:creationId xmlns:p14="http://schemas.microsoft.com/office/powerpoint/2010/main" val="148433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9"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9B8D-BF65-4ADD-F76F-77EA72FFCB8F}"/>
              </a:ext>
            </a:extLst>
          </p:cNvPr>
          <p:cNvSpPr>
            <a:spLocks noGrp="1"/>
          </p:cNvSpPr>
          <p:nvPr>
            <p:ph type="ctrTitle"/>
          </p:nvPr>
        </p:nvSpPr>
        <p:spPr>
          <a:xfrm>
            <a:off x="2417779" y="509451"/>
            <a:ext cx="8637073" cy="744583"/>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dirty="0">
                <a:solidFill>
                  <a:schemeClr val="bg1"/>
                </a:solidFill>
              </a:rPr>
              <a:t>Syllabus</a:t>
            </a:r>
            <a:endParaRPr lang="en-IN" dirty="0">
              <a:solidFill>
                <a:schemeClr val="bg1"/>
              </a:solidFill>
            </a:endParaRPr>
          </a:p>
        </p:txBody>
      </p:sp>
      <p:sp>
        <p:nvSpPr>
          <p:cNvPr id="3" name="Subtitle 2">
            <a:extLst>
              <a:ext uri="{FF2B5EF4-FFF2-40B4-BE49-F238E27FC236}">
                <a16:creationId xmlns:a16="http://schemas.microsoft.com/office/drawing/2014/main" id="{5F640656-3048-2A08-BF39-81705306F79A}"/>
              </a:ext>
            </a:extLst>
          </p:cNvPr>
          <p:cNvSpPr>
            <a:spLocks noGrp="1"/>
          </p:cNvSpPr>
          <p:nvPr>
            <p:ph type="subTitle" idx="1"/>
          </p:nvPr>
        </p:nvSpPr>
        <p:spPr>
          <a:xfrm>
            <a:off x="2417780" y="1580606"/>
            <a:ext cx="8637072" cy="4232365"/>
          </a:xfrm>
        </p:spPr>
        <p:txBody>
          <a:bodyPr/>
          <a:lstStyle/>
          <a:p>
            <a:r>
              <a:rPr lang="en-US" b="0" i="0" dirty="0">
                <a:solidFill>
                  <a:srgbClr val="000000"/>
                </a:solidFill>
                <a:effectLst/>
              </a:rPr>
              <a:t>SNMP</a:t>
            </a:r>
            <a:endParaRPr lang="en-IN" dirty="0"/>
          </a:p>
        </p:txBody>
      </p:sp>
    </p:spTree>
    <p:extLst>
      <p:ext uri="{BB962C8B-B14F-4D97-AF65-F5344CB8AC3E}">
        <p14:creationId xmlns:p14="http://schemas.microsoft.com/office/powerpoint/2010/main" val="2503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58D86-11E0-576A-B820-3DA5AA752AEB}"/>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4" name="Slide Number Placeholder 3">
            <a:extLst>
              <a:ext uri="{FF2B5EF4-FFF2-40B4-BE49-F238E27FC236}">
                <a16:creationId xmlns:a16="http://schemas.microsoft.com/office/drawing/2014/main" id="{B216FD8C-FEFA-BA00-BF90-51641CEA81E6}"/>
              </a:ext>
            </a:extLst>
          </p:cNvPr>
          <p:cNvSpPr>
            <a:spLocks noGrp="1"/>
          </p:cNvSpPr>
          <p:nvPr>
            <p:ph type="sldNum" sz="quarter" idx="12"/>
          </p:nvPr>
        </p:nvSpPr>
        <p:spPr/>
        <p:txBody>
          <a:bodyPr/>
          <a:lstStyle/>
          <a:p>
            <a:fld id="{CBABCCC1-BF11-4F37-963E-1BCD5B23FD72}" type="slidenum">
              <a:rPr lang="en-IN" smtClean="0"/>
              <a:pPr/>
              <a:t>4</a:t>
            </a:fld>
            <a:endParaRPr lang="en-IN" dirty="0"/>
          </a:p>
        </p:txBody>
      </p:sp>
      <p:sp>
        <p:nvSpPr>
          <p:cNvPr id="6" name="Content Placeholder 5">
            <a:extLst>
              <a:ext uri="{FF2B5EF4-FFF2-40B4-BE49-F238E27FC236}">
                <a16:creationId xmlns:a16="http://schemas.microsoft.com/office/drawing/2014/main" id="{D9849338-5066-5234-2F74-6DE596E1616A}"/>
              </a:ext>
            </a:extLst>
          </p:cNvPr>
          <p:cNvSpPr>
            <a:spLocks noGrp="1"/>
          </p:cNvSpPr>
          <p:nvPr>
            <p:ph idx="1"/>
          </p:nvPr>
        </p:nvSpPr>
        <p:spPr/>
        <p:txBody>
          <a:bodyPr/>
          <a:lstStyle/>
          <a:p>
            <a:r>
              <a:rPr lang="en-US" dirty="0"/>
              <a:t>Function of the Network Management System</a:t>
            </a:r>
          </a:p>
          <a:p>
            <a:pPr lvl="1"/>
            <a:r>
              <a:rPr lang="en-US" altLang="en-US" i="1" dirty="0">
                <a:effectLst>
                  <a:outerShdw blurRad="38100" dist="38100" dir="2700000" algn="tl">
                    <a:srgbClr val="C0C0C0"/>
                  </a:outerShdw>
                </a:effectLst>
                <a:latin typeface="Times New Roman" panose="02020603050405020304" pitchFamily="18" charset="0"/>
              </a:rPr>
              <a:t>The functions performed by a network management system can be divided into five broad categories:</a:t>
            </a:r>
            <a:endParaRPr lang="en-US" dirty="0"/>
          </a:p>
          <a:p>
            <a:pPr marL="0" indent="0">
              <a:buNone/>
            </a:pPr>
            <a:endParaRPr lang="en-IN" dirty="0"/>
          </a:p>
        </p:txBody>
      </p:sp>
      <p:pic>
        <p:nvPicPr>
          <p:cNvPr id="7" name="Content Placeholder 4">
            <a:extLst>
              <a:ext uri="{FF2B5EF4-FFF2-40B4-BE49-F238E27FC236}">
                <a16:creationId xmlns:a16="http://schemas.microsoft.com/office/drawing/2014/main" id="{639E16E7-4155-B6F8-D742-5193340E98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9057" y="2867298"/>
            <a:ext cx="7255797" cy="259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130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1C133-543B-63A6-F0E2-87FF4D06E757}"/>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5957A1DF-6075-D5DD-BD75-055674BFB1BC}"/>
              </a:ext>
            </a:extLst>
          </p:cNvPr>
          <p:cNvSpPr>
            <a:spLocks noGrp="1"/>
          </p:cNvSpPr>
          <p:nvPr>
            <p:ph idx="1"/>
          </p:nvPr>
        </p:nvSpPr>
        <p:spPr/>
        <p:txBody>
          <a:bodyPr/>
          <a:lstStyle/>
          <a:p>
            <a:r>
              <a:rPr lang="en-US" altLang="en-US" sz="2000" i="1" dirty="0">
                <a:effectLst>
                  <a:outerShdw blurRad="38100" dist="38100" dir="2700000" algn="tl">
                    <a:srgbClr val="C0C0C0"/>
                  </a:outerShdw>
                </a:effectLst>
                <a:latin typeface="Times New Roman" panose="02020603050405020304" pitchFamily="18" charset="0"/>
              </a:rPr>
              <a:t>The Simple Network Management Protocol (SNMP) is a framework for managing devices in an internet using the TCP/IP protocol suite. It provides a set of fundamental operations for monitoring and maintaining an internet.</a:t>
            </a:r>
          </a:p>
          <a:p>
            <a:r>
              <a:rPr lang="en-US" altLang="en-US" sz="2000" i="1" dirty="0">
                <a:effectLst>
                  <a:outerShdw blurRad="38100" dist="38100" dir="2700000" algn="tl">
                    <a:srgbClr val="C0C0C0"/>
                  </a:outerShdw>
                </a:effectLst>
                <a:latin typeface="Times New Roman" panose="02020603050405020304" pitchFamily="18" charset="0"/>
              </a:rPr>
              <a:t>SNMP Concept</a:t>
            </a:r>
          </a:p>
          <a:p>
            <a:endParaRPr lang="en-IN" dirty="0"/>
          </a:p>
        </p:txBody>
      </p:sp>
      <p:sp>
        <p:nvSpPr>
          <p:cNvPr id="4" name="Slide Number Placeholder 3">
            <a:extLst>
              <a:ext uri="{FF2B5EF4-FFF2-40B4-BE49-F238E27FC236}">
                <a16:creationId xmlns:a16="http://schemas.microsoft.com/office/drawing/2014/main" id="{FE32D04C-A5D4-8C4C-8405-96E39E464FE4}"/>
              </a:ext>
            </a:extLst>
          </p:cNvPr>
          <p:cNvSpPr>
            <a:spLocks noGrp="1"/>
          </p:cNvSpPr>
          <p:nvPr>
            <p:ph type="sldNum" sz="quarter" idx="12"/>
          </p:nvPr>
        </p:nvSpPr>
        <p:spPr/>
        <p:txBody>
          <a:bodyPr/>
          <a:lstStyle/>
          <a:p>
            <a:fld id="{CBABCCC1-BF11-4F37-963E-1BCD5B23FD72}" type="slidenum">
              <a:rPr lang="en-IN" smtClean="0"/>
              <a:pPr/>
              <a:t>5</a:t>
            </a:fld>
            <a:endParaRPr lang="en-IN" dirty="0"/>
          </a:p>
        </p:txBody>
      </p:sp>
      <p:pic>
        <p:nvPicPr>
          <p:cNvPr id="5" name="Picture 7">
            <a:extLst>
              <a:ext uri="{FF2B5EF4-FFF2-40B4-BE49-F238E27FC236}">
                <a16:creationId xmlns:a16="http://schemas.microsoft.com/office/drawing/2014/main" id="{90DE85BF-E688-D42C-A3B3-5A77FF2BF6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8348" y="3149767"/>
            <a:ext cx="5886506" cy="2316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9613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F7873-92A6-CE51-C50B-B2FEE4C0AB9E}"/>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FE01BB2A-3EC2-612D-C3F9-BFC64CCACC2E}"/>
              </a:ext>
            </a:extLst>
          </p:cNvPr>
          <p:cNvSpPr>
            <a:spLocks noGrp="1"/>
          </p:cNvSpPr>
          <p:nvPr>
            <p:ph idx="1"/>
          </p:nvPr>
        </p:nvSpPr>
        <p:spPr/>
        <p:txBody>
          <a:bodyPr/>
          <a:lstStyle/>
          <a:p>
            <a:r>
              <a:rPr lang="en-US" dirty="0"/>
              <a:t>Component of the SNMP</a:t>
            </a:r>
          </a:p>
          <a:p>
            <a:endParaRPr lang="en-IN" dirty="0"/>
          </a:p>
        </p:txBody>
      </p:sp>
      <p:sp>
        <p:nvSpPr>
          <p:cNvPr id="4" name="Slide Number Placeholder 3">
            <a:extLst>
              <a:ext uri="{FF2B5EF4-FFF2-40B4-BE49-F238E27FC236}">
                <a16:creationId xmlns:a16="http://schemas.microsoft.com/office/drawing/2014/main" id="{FEC1DF40-3D68-F98E-C730-EFE8210AA0A0}"/>
              </a:ext>
            </a:extLst>
          </p:cNvPr>
          <p:cNvSpPr>
            <a:spLocks noGrp="1"/>
          </p:cNvSpPr>
          <p:nvPr>
            <p:ph type="sldNum" sz="quarter" idx="12"/>
          </p:nvPr>
        </p:nvSpPr>
        <p:spPr/>
        <p:txBody>
          <a:bodyPr/>
          <a:lstStyle/>
          <a:p>
            <a:fld id="{CBABCCC1-BF11-4F37-963E-1BCD5B23FD72}" type="slidenum">
              <a:rPr lang="en-IN" smtClean="0"/>
              <a:pPr/>
              <a:t>6</a:t>
            </a:fld>
            <a:endParaRPr lang="en-IN" dirty="0"/>
          </a:p>
        </p:txBody>
      </p:sp>
      <p:pic>
        <p:nvPicPr>
          <p:cNvPr id="5" name="Picture 6">
            <a:extLst>
              <a:ext uri="{FF2B5EF4-FFF2-40B4-BE49-F238E27FC236}">
                <a16:creationId xmlns:a16="http://schemas.microsoft.com/office/drawing/2014/main" id="{4EA41A58-2A69-0EB9-46E3-780D579433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2226" y="2765236"/>
            <a:ext cx="7004621" cy="2701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0241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4D219-8970-2F42-A57D-0E9D83A3AAC7}"/>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9220E12F-2430-F0D2-FDE1-B4D30855D7BF}"/>
              </a:ext>
            </a:extLst>
          </p:cNvPr>
          <p:cNvSpPr>
            <a:spLocks noGrp="1"/>
          </p:cNvSpPr>
          <p:nvPr>
            <p:ph idx="1"/>
          </p:nvPr>
        </p:nvSpPr>
        <p:spPr/>
        <p:txBody>
          <a:bodyPr>
            <a:normAutofit/>
          </a:bodyPr>
          <a:lstStyle/>
          <a:p>
            <a:r>
              <a:rPr lang="en-US" altLang="en-US" dirty="0"/>
              <a:t>SNMP defines the format of packets exchanged between a manager and an agent. It reads and changes the status (values) of objects (variables) in SNMP packets.</a:t>
            </a:r>
          </a:p>
          <a:p>
            <a:pPr algn="just"/>
            <a:r>
              <a:rPr lang="en-US" altLang="en-US" dirty="0"/>
              <a:t>SMI defines the general rules for naming objects, defining object types (including range and length), and showing how to encode objects and values. SMI does not define the number of objects an entity should manage or name the objects to be managed or define the association between the objects and their values.</a:t>
            </a:r>
          </a:p>
          <a:p>
            <a:pPr algn="just"/>
            <a:r>
              <a:rPr lang="en-US" altLang="en-US" dirty="0"/>
              <a:t>MIB creates a collection of named objects, their types, and their relationships to each other in an entity to be managed.</a:t>
            </a:r>
          </a:p>
          <a:p>
            <a:pPr algn="just"/>
            <a:endParaRPr lang="en-US" altLang="en-US" dirty="0"/>
          </a:p>
          <a:p>
            <a:endParaRPr lang="en-US" altLang="en-US" dirty="0"/>
          </a:p>
          <a:p>
            <a:endParaRPr lang="en-IN" dirty="0"/>
          </a:p>
        </p:txBody>
      </p:sp>
      <p:sp>
        <p:nvSpPr>
          <p:cNvPr id="4" name="Slide Number Placeholder 3">
            <a:extLst>
              <a:ext uri="{FF2B5EF4-FFF2-40B4-BE49-F238E27FC236}">
                <a16:creationId xmlns:a16="http://schemas.microsoft.com/office/drawing/2014/main" id="{53465B59-E67C-7BBD-BDC3-6F8AB73AAFE6}"/>
              </a:ext>
            </a:extLst>
          </p:cNvPr>
          <p:cNvSpPr>
            <a:spLocks noGrp="1"/>
          </p:cNvSpPr>
          <p:nvPr>
            <p:ph type="sldNum" sz="quarter" idx="12"/>
          </p:nvPr>
        </p:nvSpPr>
        <p:spPr/>
        <p:txBody>
          <a:bodyPr/>
          <a:lstStyle/>
          <a:p>
            <a:fld id="{CBABCCC1-BF11-4F37-963E-1BCD5B23FD72}" type="slidenum">
              <a:rPr lang="en-IN" smtClean="0"/>
              <a:pPr/>
              <a:t>7</a:t>
            </a:fld>
            <a:endParaRPr lang="en-IN" dirty="0"/>
          </a:p>
        </p:txBody>
      </p:sp>
    </p:spTree>
    <p:extLst>
      <p:ext uri="{BB962C8B-B14F-4D97-AF65-F5344CB8AC3E}">
        <p14:creationId xmlns:p14="http://schemas.microsoft.com/office/powerpoint/2010/main" val="916725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7E85E-A03E-4A44-869A-FCAE67FC5CAF}"/>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CB8214CC-798B-8C8F-0A37-028F74809B4C}"/>
              </a:ext>
            </a:extLst>
          </p:cNvPr>
          <p:cNvSpPr>
            <a:spLocks noGrp="1"/>
          </p:cNvSpPr>
          <p:nvPr>
            <p:ph idx="1"/>
          </p:nvPr>
        </p:nvSpPr>
        <p:spPr/>
        <p:txBody>
          <a:bodyPr>
            <a:normAutofit/>
          </a:bodyPr>
          <a:lstStyle/>
          <a:p>
            <a:pPr algn="just"/>
            <a:r>
              <a:rPr lang="en-US" altLang="en-US" sz="2000" dirty="0"/>
              <a:t>We can compare the task of network management to the task of writing a program.</a:t>
            </a:r>
          </a:p>
          <a:p>
            <a:pPr algn="just"/>
            <a:endParaRPr lang="en-US" altLang="en-US" sz="2000" dirty="0"/>
          </a:p>
          <a:p>
            <a:pPr lvl="1">
              <a:buFont typeface="Wingdings" panose="05000000000000000000" pitchFamily="2" charset="2"/>
              <a:buChar char="q"/>
            </a:pPr>
            <a:r>
              <a:rPr lang="en-US" altLang="en-US" dirty="0"/>
              <a:t>Both tasks need rules. In network management this is handled by SMI.</a:t>
            </a:r>
          </a:p>
          <a:p>
            <a:pPr lvl="1">
              <a:buFont typeface="Wingdings" panose="05000000000000000000" pitchFamily="2" charset="2"/>
              <a:buChar char="q"/>
            </a:pPr>
            <a:r>
              <a:rPr lang="en-US" altLang="en-US" dirty="0"/>
              <a:t>Both tasks need variable declarations. In network management this is handled by MIB.</a:t>
            </a:r>
          </a:p>
          <a:p>
            <a:pPr lvl="1">
              <a:buFont typeface="Wingdings" panose="05000000000000000000" pitchFamily="2" charset="2"/>
              <a:buChar char="q"/>
            </a:pPr>
            <a:r>
              <a:rPr lang="en-US" altLang="en-US" dirty="0"/>
              <a:t>Both tasks have actions performed by statements. In network management this is handled by SNMP.</a:t>
            </a:r>
          </a:p>
          <a:p>
            <a:endParaRPr lang="en-IN" dirty="0"/>
          </a:p>
        </p:txBody>
      </p:sp>
      <p:sp>
        <p:nvSpPr>
          <p:cNvPr id="4" name="Slide Number Placeholder 3">
            <a:extLst>
              <a:ext uri="{FF2B5EF4-FFF2-40B4-BE49-F238E27FC236}">
                <a16:creationId xmlns:a16="http://schemas.microsoft.com/office/drawing/2014/main" id="{A97A89E7-5682-DA1E-C16D-278810013EE2}"/>
              </a:ext>
            </a:extLst>
          </p:cNvPr>
          <p:cNvSpPr>
            <a:spLocks noGrp="1"/>
          </p:cNvSpPr>
          <p:nvPr>
            <p:ph type="sldNum" sz="quarter" idx="12"/>
          </p:nvPr>
        </p:nvSpPr>
        <p:spPr/>
        <p:txBody>
          <a:bodyPr/>
          <a:lstStyle/>
          <a:p>
            <a:fld id="{CBABCCC1-BF11-4F37-963E-1BCD5B23FD72}" type="slidenum">
              <a:rPr lang="en-IN" smtClean="0"/>
              <a:pPr/>
              <a:t>8</a:t>
            </a:fld>
            <a:endParaRPr lang="en-IN" dirty="0"/>
          </a:p>
        </p:txBody>
      </p:sp>
    </p:spTree>
    <p:extLst>
      <p:ext uri="{BB962C8B-B14F-4D97-AF65-F5344CB8AC3E}">
        <p14:creationId xmlns:p14="http://schemas.microsoft.com/office/powerpoint/2010/main" val="154004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07EA7-F7AA-9C39-B202-CA10429E97F5}"/>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FD5153FC-CC2A-DFF0-F186-ACC0C1E5F0D0}"/>
              </a:ext>
            </a:extLst>
          </p:cNvPr>
          <p:cNvSpPr>
            <a:spLocks noGrp="1"/>
          </p:cNvSpPr>
          <p:nvPr>
            <p:ph idx="1"/>
          </p:nvPr>
        </p:nvSpPr>
        <p:spPr/>
        <p:txBody>
          <a:bodyPr/>
          <a:lstStyle/>
          <a:p>
            <a:r>
              <a:rPr lang="en-US" dirty="0"/>
              <a:t>Overview of Managements</a:t>
            </a:r>
          </a:p>
          <a:p>
            <a:endParaRPr lang="en-IN" dirty="0"/>
          </a:p>
        </p:txBody>
      </p:sp>
      <p:sp>
        <p:nvSpPr>
          <p:cNvPr id="4" name="Slide Number Placeholder 3">
            <a:extLst>
              <a:ext uri="{FF2B5EF4-FFF2-40B4-BE49-F238E27FC236}">
                <a16:creationId xmlns:a16="http://schemas.microsoft.com/office/drawing/2014/main" id="{4C55BFC2-C400-2D40-4600-25F497BF0B19}"/>
              </a:ext>
            </a:extLst>
          </p:cNvPr>
          <p:cNvSpPr>
            <a:spLocks noGrp="1"/>
          </p:cNvSpPr>
          <p:nvPr>
            <p:ph type="sldNum" sz="quarter" idx="12"/>
          </p:nvPr>
        </p:nvSpPr>
        <p:spPr/>
        <p:txBody>
          <a:bodyPr/>
          <a:lstStyle/>
          <a:p>
            <a:fld id="{CBABCCC1-BF11-4F37-963E-1BCD5B23FD72}" type="slidenum">
              <a:rPr lang="en-IN" smtClean="0"/>
              <a:pPr/>
              <a:t>9</a:t>
            </a:fld>
            <a:endParaRPr lang="en-IN" dirty="0"/>
          </a:p>
        </p:txBody>
      </p:sp>
      <p:pic>
        <p:nvPicPr>
          <p:cNvPr id="6" name="Picture 6">
            <a:extLst>
              <a:ext uri="{FF2B5EF4-FFF2-40B4-BE49-F238E27FC236}">
                <a16:creationId xmlns:a16="http://schemas.microsoft.com/office/drawing/2014/main" id="{1064CDFE-C82F-67FE-CC57-B1B3B330C0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5999" y="1840993"/>
            <a:ext cx="4175933" cy="403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3102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AEE0-A0C2-5B59-CF45-B0817906601D}"/>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7A2AC1CB-EC9F-5B90-36D6-87A604EA71D5}"/>
              </a:ext>
            </a:extLst>
          </p:cNvPr>
          <p:cNvSpPr>
            <a:spLocks noGrp="1"/>
          </p:cNvSpPr>
          <p:nvPr>
            <p:ph idx="1"/>
          </p:nvPr>
        </p:nvSpPr>
        <p:spPr/>
        <p:txBody>
          <a:bodyPr/>
          <a:lstStyle/>
          <a:p>
            <a:r>
              <a:rPr lang="en-US" dirty="0"/>
              <a:t>Object Attributes</a:t>
            </a:r>
          </a:p>
          <a:p>
            <a:endParaRPr lang="en-IN" dirty="0"/>
          </a:p>
        </p:txBody>
      </p:sp>
      <p:sp>
        <p:nvSpPr>
          <p:cNvPr id="4" name="Slide Number Placeholder 3">
            <a:extLst>
              <a:ext uri="{FF2B5EF4-FFF2-40B4-BE49-F238E27FC236}">
                <a16:creationId xmlns:a16="http://schemas.microsoft.com/office/drawing/2014/main" id="{AE32C7FB-0E6E-06E4-24D0-8CDFDDD442E1}"/>
              </a:ext>
            </a:extLst>
          </p:cNvPr>
          <p:cNvSpPr>
            <a:spLocks noGrp="1"/>
          </p:cNvSpPr>
          <p:nvPr>
            <p:ph type="sldNum" sz="quarter" idx="12"/>
          </p:nvPr>
        </p:nvSpPr>
        <p:spPr/>
        <p:txBody>
          <a:bodyPr/>
          <a:lstStyle/>
          <a:p>
            <a:fld id="{CBABCCC1-BF11-4F37-963E-1BCD5B23FD72}" type="slidenum">
              <a:rPr lang="en-IN" smtClean="0"/>
              <a:pPr/>
              <a:t>10</a:t>
            </a:fld>
            <a:endParaRPr lang="en-IN" dirty="0"/>
          </a:p>
        </p:txBody>
      </p:sp>
      <p:pic>
        <p:nvPicPr>
          <p:cNvPr id="5" name="Picture 6">
            <a:extLst>
              <a:ext uri="{FF2B5EF4-FFF2-40B4-BE49-F238E27FC236}">
                <a16:creationId xmlns:a16="http://schemas.microsoft.com/office/drawing/2014/main" id="{AEEB5C89-8D7F-57A3-656C-1CF55A1D89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3836" y="2678548"/>
            <a:ext cx="6664325" cy="183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369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ECDF3-0B09-45E4-AABC-0A10CF4595D0}"/>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948CDF0C-AEC5-F841-E918-125D8A046608}"/>
              </a:ext>
            </a:extLst>
          </p:cNvPr>
          <p:cNvSpPr>
            <a:spLocks noGrp="1"/>
          </p:cNvSpPr>
          <p:nvPr>
            <p:ph idx="1"/>
          </p:nvPr>
        </p:nvSpPr>
        <p:spPr/>
        <p:txBody>
          <a:bodyPr/>
          <a:lstStyle/>
          <a:p>
            <a:r>
              <a:rPr lang="en-US" dirty="0"/>
              <a:t>Object Identifier</a:t>
            </a:r>
          </a:p>
          <a:p>
            <a:pPr marL="0" indent="0">
              <a:buNone/>
            </a:pPr>
            <a:endParaRPr lang="en-US" altLang="en-US" dirty="0"/>
          </a:p>
          <a:p>
            <a:endParaRPr lang="en-IN" dirty="0"/>
          </a:p>
        </p:txBody>
      </p:sp>
      <p:sp>
        <p:nvSpPr>
          <p:cNvPr id="4" name="Slide Number Placeholder 3">
            <a:extLst>
              <a:ext uri="{FF2B5EF4-FFF2-40B4-BE49-F238E27FC236}">
                <a16:creationId xmlns:a16="http://schemas.microsoft.com/office/drawing/2014/main" id="{AD08322B-D3AA-D53E-9F67-4FA4DBD7EA9A}"/>
              </a:ext>
            </a:extLst>
          </p:cNvPr>
          <p:cNvSpPr>
            <a:spLocks noGrp="1"/>
          </p:cNvSpPr>
          <p:nvPr>
            <p:ph type="sldNum" sz="quarter" idx="12"/>
          </p:nvPr>
        </p:nvSpPr>
        <p:spPr/>
        <p:txBody>
          <a:bodyPr/>
          <a:lstStyle/>
          <a:p>
            <a:fld id="{CBABCCC1-BF11-4F37-963E-1BCD5B23FD72}" type="slidenum">
              <a:rPr lang="en-IN" smtClean="0"/>
              <a:pPr/>
              <a:t>11</a:t>
            </a:fld>
            <a:endParaRPr lang="en-IN" dirty="0"/>
          </a:p>
        </p:txBody>
      </p:sp>
      <p:pic>
        <p:nvPicPr>
          <p:cNvPr id="5" name="Picture 6">
            <a:extLst>
              <a:ext uri="{FF2B5EF4-FFF2-40B4-BE49-F238E27FC236}">
                <a16:creationId xmlns:a16="http://schemas.microsoft.com/office/drawing/2014/main" id="{7EBCB8D3-C6D7-FEE6-ED96-BC8D872879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53216" y="1853754"/>
            <a:ext cx="4783566" cy="379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04BE8814-A9A4-172A-3561-0ADD6599C247}"/>
              </a:ext>
            </a:extLst>
          </p:cNvPr>
          <p:cNvSpPr txBox="1"/>
          <p:nvPr/>
        </p:nvSpPr>
        <p:spPr>
          <a:xfrm>
            <a:off x="1616765" y="2504661"/>
            <a:ext cx="3954456" cy="1477328"/>
          </a:xfrm>
          <a:prstGeom prst="rect">
            <a:avLst/>
          </a:prstGeom>
          <a:noFill/>
        </p:spPr>
        <p:txBody>
          <a:bodyPr wrap="square" rtlCol="0">
            <a:spAutoFit/>
          </a:bodyPr>
          <a:lstStyle/>
          <a:p>
            <a:pPr marL="285750" indent="-285750">
              <a:buFont typeface="Arial" panose="020B0604020202020204" pitchFamily="34" charset="0"/>
              <a:buChar char="•"/>
            </a:pPr>
            <a:r>
              <a:rPr lang="en-US" altLang="en-US" dirty="0"/>
              <a:t>All objects managed by SNMP are given an object identifier.</a:t>
            </a:r>
            <a:br>
              <a:rPr lang="en-US" altLang="en-US" dirty="0"/>
            </a:br>
            <a:endParaRPr lang="en-US" altLang="en-US" dirty="0"/>
          </a:p>
          <a:p>
            <a:pPr marL="285750" indent="-285750">
              <a:buFont typeface="Arial" panose="020B0604020202020204" pitchFamily="34" charset="0"/>
              <a:buChar char="•"/>
            </a:pPr>
            <a:r>
              <a:rPr lang="en-US" altLang="en-US" dirty="0"/>
              <a:t>The object identifier always starts with 1.3.6.1.2.1</a:t>
            </a:r>
            <a:endParaRPr lang="en-IN" dirty="0"/>
          </a:p>
        </p:txBody>
      </p:sp>
    </p:spTree>
    <p:extLst>
      <p:ext uri="{BB962C8B-B14F-4D97-AF65-F5344CB8AC3E}">
        <p14:creationId xmlns:p14="http://schemas.microsoft.com/office/powerpoint/2010/main" val="2289225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D0267-4620-3E50-D21E-3EED499F6CD5}"/>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88BDD3A0-3304-0795-3BE9-4D7233DC29BE}"/>
              </a:ext>
            </a:extLst>
          </p:cNvPr>
          <p:cNvSpPr>
            <a:spLocks noGrp="1"/>
          </p:cNvSpPr>
          <p:nvPr>
            <p:ph idx="1"/>
          </p:nvPr>
        </p:nvSpPr>
        <p:spPr/>
        <p:txBody>
          <a:bodyPr/>
          <a:lstStyle/>
          <a:p>
            <a:r>
              <a:rPr lang="en-US" dirty="0"/>
              <a:t>Data Type</a:t>
            </a:r>
          </a:p>
          <a:p>
            <a:endParaRPr lang="en-IN" dirty="0"/>
          </a:p>
        </p:txBody>
      </p:sp>
      <p:sp>
        <p:nvSpPr>
          <p:cNvPr id="4" name="Slide Number Placeholder 3">
            <a:extLst>
              <a:ext uri="{FF2B5EF4-FFF2-40B4-BE49-F238E27FC236}">
                <a16:creationId xmlns:a16="http://schemas.microsoft.com/office/drawing/2014/main" id="{AAA3E57C-C1FB-187D-87E1-4921BBCCAAE5}"/>
              </a:ext>
            </a:extLst>
          </p:cNvPr>
          <p:cNvSpPr>
            <a:spLocks noGrp="1"/>
          </p:cNvSpPr>
          <p:nvPr>
            <p:ph type="sldNum" sz="quarter" idx="12"/>
          </p:nvPr>
        </p:nvSpPr>
        <p:spPr/>
        <p:txBody>
          <a:bodyPr/>
          <a:lstStyle/>
          <a:p>
            <a:fld id="{CBABCCC1-BF11-4F37-963E-1BCD5B23FD72}" type="slidenum">
              <a:rPr lang="en-IN" smtClean="0"/>
              <a:pPr/>
              <a:t>12</a:t>
            </a:fld>
            <a:endParaRPr lang="en-IN" dirty="0"/>
          </a:p>
        </p:txBody>
      </p:sp>
      <p:pic>
        <p:nvPicPr>
          <p:cNvPr id="5" name="Picture 6">
            <a:extLst>
              <a:ext uri="{FF2B5EF4-FFF2-40B4-BE49-F238E27FC236}">
                <a16:creationId xmlns:a16="http://schemas.microsoft.com/office/drawing/2014/main" id="{586B35E6-EED8-3F9D-9410-B268CA2E5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9040" y="2562502"/>
            <a:ext cx="6484937" cy="265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6838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98A68-3768-DC90-B9C4-35D47FA759B9}"/>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4" name="Slide Number Placeholder 3">
            <a:extLst>
              <a:ext uri="{FF2B5EF4-FFF2-40B4-BE49-F238E27FC236}">
                <a16:creationId xmlns:a16="http://schemas.microsoft.com/office/drawing/2014/main" id="{8ABCC1D0-7832-6721-0509-E9208C63837F}"/>
              </a:ext>
            </a:extLst>
          </p:cNvPr>
          <p:cNvSpPr>
            <a:spLocks noGrp="1"/>
          </p:cNvSpPr>
          <p:nvPr>
            <p:ph type="sldNum" sz="quarter" idx="12"/>
          </p:nvPr>
        </p:nvSpPr>
        <p:spPr/>
        <p:txBody>
          <a:bodyPr/>
          <a:lstStyle/>
          <a:p>
            <a:fld id="{CBABCCC1-BF11-4F37-963E-1BCD5B23FD72}" type="slidenum">
              <a:rPr lang="en-IN" smtClean="0"/>
              <a:pPr/>
              <a:t>13</a:t>
            </a:fld>
            <a:endParaRPr lang="en-IN" dirty="0"/>
          </a:p>
        </p:txBody>
      </p:sp>
      <p:pic>
        <p:nvPicPr>
          <p:cNvPr id="5" name="Content Placeholder 4">
            <a:extLst>
              <a:ext uri="{FF2B5EF4-FFF2-40B4-BE49-F238E27FC236}">
                <a16:creationId xmlns:a16="http://schemas.microsoft.com/office/drawing/2014/main" id="{A2021714-E77C-804E-A91A-7FD3256CBD9B}"/>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95999" y="2067337"/>
            <a:ext cx="4965034" cy="3617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351BF82D-440C-BCE0-246E-9394F8C6FEBF}"/>
              </a:ext>
            </a:extLst>
          </p:cNvPr>
          <p:cNvSpPr txBox="1"/>
          <p:nvPr/>
        </p:nvSpPr>
        <p:spPr>
          <a:xfrm>
            <a:off x="1451579" y="2067338"/>
            <a:ext cx="2033743" cy="369332"/>
          </a:xfrm>
          <a:prstGeom prst="rect">
            <a:avLst/>
          </a:prstGeom>
          <a:noFill/>
        </p:spPr>
        <p:txBody>
          <a:bodyPr wrap="square" rtlCol="0">
            <a:spAutoFit/>
          </a:bodyPr>
          <a:lstStyle/>
          <a:p>
            <a:pPr marL="285750" indent="-285750">
              <a:buFont typeface="Arial" panose="020B0604020202020204" pitchFamily="34" charset="0"/>
              <a:buChar char="•"/>
            </a:pPr>
            <a:r>
              <a:rPr lang="en-US" dirty="0"/>
              <a:t>Data Type</a:t>
            </a:r>
            <a:endParaRPr lang="en-IN" dirty="0"/>
          </a:p>
        </p:txBody>
      </p:sp>
    </p:spTree>
    <p:extLst>
      <p:ext uri="{BB962C8B-B14F-4D97-AF65-F5344CB8AC3E}">
        <p14:creationId xmlns:p14="http://schemas.microsoft.com/office/powerpoint/2010/main" val="1397678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8850F-28A8-AA5C-1E0D-C283300052C6}"/>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7ACAC945-BED2-980E-F999-51949BF82306}"/>
              </a:ext>
            </a:extLst>
          </p:cNvPr>
          <p:cNvSpPr>
            <a:spLocks noGrp="1"/>
          </p:cNvSpPr>
          <p:nvPr>
            <p:ph idx="1"/>
          </p:nvPr>
        </p:nvSpPr>
        <p:spPr/>
        <p:txBody>
          <a:bodyPr/>
          <a:lstStyle/>
          <a:p>
            <a:r>
              <a:rPr lang="en-US" dirty="0"/>
              <a:t>Conceptual Data Type</a:t>
            </a:r>
          </a:p>
          <a:p>
            <a:endParaRPr lang="en-IN" dirty="0"/>
          </a:p>
        </p:txBody>
      </p:sp>
      <p:sp>
        <p:nvSpPr>
          <p:cNvPr id="4" name="Slide Number Placeholder 3">
            <a:extLst>
              <a:ext uri="{FF2B5EF4-FFF2-40B4-BE49-F238E27FC236}">
                <a16:creationId xmlns:a16="http://schemas.microsoft.com/office/drawing/2014/main" id="{C011154F-C171-52D9-7E2D-A7D289234B29}"/>
              </a:ext>
            </a:extLst>
          </p:cNvPr>
          <p:cNvSpPr>
            <a:spLocks noGrp="1"/>
          </p:cNvSpPr>
          <p:nvPr>
            <p:ph type="sldNum" sz="quarter" idx="12"/>
          </p:nvPr>
        </p:nvSpPr>
        <p:spPr/>
        <p:txBody>
          <a:bodyPr/>
          <a:lstStyle/>
          <a:p>
            <a:fld id="{CBABCCC1-BF11-4F37-963E-1BCD5B23FD72}" type="slidenum">
              <a:rPr lang="en-IN" smtClean="0"/>
              <a:pPr/>
              <a:t>14</a:t>
            </a:fld>
            <a:endParaRPr lang="en-IN" dirty="0"/>
          </a:p>
        </p:txBody>
      </p:sp>
      <p:pic>
        <p:nvPicPr>
          <p:cNvPr id="5" name="Picture 6">
            <a:extLst>
              <a:ext uri="{FF2B5EF4-FFF2-40B4-BE49-F238E27FC236}">
                <a16:creationId xmlns:a16="http://schemas.microsoft.com/office/drawing/2014/main" id="{221FD72D-C8ED-A4C0-351C-F2D7E8F2D3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5429" y="2417421"/>
            <a:ext cx="8099425" cy="325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8824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E4C8C-1E6A-C2BA-A5C0-5629566CC0AB}"/>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BFE114F3-AB1E-EBC2-B43B-BD707657E9AE}"/>
              </a:ext>
            </a:extLst>
          </p:cNvPr>
          <p:cNvSpPr>
            <a:spLocks noGrp="1"/>
          </p:cNvSpPr>
          <p:nvPr>
            <p:ph idx="1"/>
          </p:nvPr>
        </p:nvSpPr>
        <p:spPr/>
        <p:txBody>
          <a:bodyPr/>
          <a:lstStyle/>
          <a:p>
            <a:r>
              <a:rPr lang="en-US" dirty="0"/>
              <a:t>Encoding Format</a:t>
            </a:r>
          </a:p>
          <a:p>
            <a:endParaRPr lang="en-IN" dirty="0"/>
          </a:p>
        </p:txBody>
      </p:sp>
      <p:sp>
        <p:nvSpPr>
          <p:cNvPr id="4" name="Slide Number Placeholder 3">
            <a:extLst>
              <a:ext uri="{FF2B5EF4-FFF2-40B4-BE49-F238E27FC236}">
                <a16:creationId xmlns:a16="http://schemas.microsoft.com/office/drawing/2014/main" id="{7F0D5033-41AC-2B59-B7AB-6D25176F1789}"/>
              </a:ext>
            </a:extLst>
          </p:cNvPr>
          <p:cNvSpPr>
            <a:spLocks noGrp="1"/>
          </p:cNvSpPr>
          <p:nvPr>
            <p:ph type="sldNum" sz="quarter" idx="12"/>
          </p:nvPr>
        </p:nvSpPr>
        <p:spPr/>
        <p:txBody>
          <a:bodyPr/>
          <a:lstStyle/>
          <a:p>
            <a:fld id="{CBABCCC1-BF11-4F37-963E-1BCD5B23FD72}" type="slidenum">
              <a:rPr lang="en-IN" smtClean="0"/>
              <a:pPr/>
              <a:t>15</a:t>
            </a:fld>
            <a:endParaRPr lang="en-IN" dirty="0"/>
          </a:p>
        </p:txBody>
      </p:sp>
      <p:pic>
        <p:nvPicPr>
          <p:cNvPr id="5" name="Picture 6">
            <a:extLst>
              <a:ext uri="{FF2B5EF4-FFF2-40B4-BE49-F238E27FC236}">
                <a16:creationId xmlns:a16="http://schemas.microsoft.com/office/drawing/2014/main" id="{9C5B126A-3E8F-5D70-DE68-ADD70AD83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9061" y="2736850"/>
            <a:ext cx="6873875"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5815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EBC0E-A299-FD17-A269-955A5D6CFC97}"/>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62989278-ED3F-5C61-AC01-8CD3D961D618}"/>
              </a:ext>
            </a:extLst>
          </p:cNvPr>
          <p:cNvSpPr>
            <a:spLocks noGrp="1"/>
          </p:cNvSpPr>
          <p:nvPr>
            <p:ph idx="1"/>
          </p:nvPr>
        </p:nvSpPr>
        <p:spPr/>
        <p:txBody>
          <a:bodyPr/>
          <a:lstStyle/>
          <a:p>
            <a:r>
              <a:rPr lang="en-US" dirty="0"/>
              <a:t>Codes for data type</a:t>
            </a:r>
          </a:p>
          <a:p>
            <a:endParaRPr lang="en-US" dirty="0"/>
          </a:p>
        </p:txBody>
      </p:sp>
      <p:sp>
        <p:nvSpPr>
          <p:cNvPr id="4" name="Slide Number Placeholder 3">
            <a:extLst>
              <a:ext uri="{FF2B5EF4-FFF2-40B4-BE49-F238E27FC236}">
                <a16:creationId xmlns:a16="http://schemas.microsoft.com/office/drawing/2014/main" id="{67F6DD9A-A2B5-6BC8-CF2E-599501EEBA19}"/>
              </a:ext>
            </a:extLst>
          </p:cNvPr>
          <p:cNvSpPr>
            <a:spLocks noGrp="1"/>
          </p:cNvSpPr>
          <p:nvPr>
            <p:ph type="sldNum" sz="quarter" idx="12"/>
          </p:nvPr>
        </p:nvSpPr>
        <p:spPr/>
        <p:txBody>
          <a:bodyPr/>
          <a:lstStyle/>
          <a:p>
            <a:fld id="{CBABCCC1-BF11-4F37-963E-1BCD5B23FD72}" type="slidenum">
              <a:rPr lang="en-IN" smtClean="0"/>
              <a:pPr/>
              <a:t>16</a:t>
            </a:fld>
            <a:endParaRPr lang="en-IN" dirty="0"/>
          </a:p>
        </p:txBody>
      </p:sp>
      <p:pic>
        <p:nvPicPr>
          <p:cNvPr id="5" name="Picture 4">
            <a:extLst>
              <a:ext uri="{FF2B5EF4-FFF2-40B4-BE49-F238E27FC236}">
                <a16:creationId xmlns:a16="http://schemas.microsoft.com/office/drawing/2014/main" id="{0286D377-2912-B043-3169-25B13561C4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4844" y="2015732"/>
            <a:ext cx="6970009" cy="403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7463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834E-320B-3770-68FE-4448D3FFB00A}"/>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87DAB323-C632-192C-9BD8-8287817D5FCE}"/>
              </a:ext>
            </a:extLst>
          </p:cNvPr>
          <p:cNvSpPr>
            <a:spLocks noGrp="1"/>
          </p:cNvSpPr>
          <p:nvPr>
            <p:ph idx="1"/>
          </p:nvPr>
        </p:nvSpPr>
        <p:spPr/>
        <p:txBody>
          <a:bodyPr/>
          <a:lstStyle/>
          <a:p>
            <a:r>
              <a:rPr lang="en-US" dirty="0"/>
              <a:t>Length Format</a:t>
            </a:r>
          </a:p>
          <a:p>
            <a:endParaRPr lang="en-IN" dirty="0"/>
          </a:p>
        </p:txBody>
      </p:sp>
      <p:sp>
        <p:nvSpPr>
          <p:cNvPr id="4" name="Slide Number Placeholder 3">
            <a:extLst>
              <a:ext uri="{FF2B5EF4-FFF2-40B4-BE49-F238E27FC236}">
                <a16:creationId xmlns:a16="http://schemas.microsoft.com/office/drawing/2014/main" id="{EEF6EAA2-D6BB-0B8C-7C97-16982D67D8A8}"/>
              </a:ext>
            </a:extLst>
          </p:cNvPr>
          <p:cNvSpPr>
            <a:spLocks noGrp="1"/>
          </p:cNvSpPr>
          <p:nvPr>
            <p:ph type="sldNum" sz="quarter" idx="12"/>
          </p:nvPr>
        </p:nvSpPr>
        <p:spPr/>
        <p:txBody>
          <a:bodyPr/>
          <a:lstStyle/>
          <a:p>
            <a:fld id="{CBABCCC1-BF11-4F37-963E-1BCD5B23FD72}" type="slidenum">
              <a:rPr lang="en-IN" smtClean="0"/>
              <a:pPr/>
              <a:t>17</a:t>
            </a:fld>
            <a:endParaRPr lang="en-IN" dirty="0"/>
          </a:p>
        </p:txBody>
      </p:sp>
      <p:pic>
        <p:nvPicPr>
          <p:cNvPr id="5" name="Picture 6">
            <a:extLst>
              <a:ext uri="{FF2B5EF4-FFF2-40B4-BE49-F238E27FC236}">
                <a16:creationId xmlns:a16="http://schemas.microsoft.com/office/drawing/2014/main" id="{9851B3E7-3E9B-148C-6F88-6DC76D9C51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017" y="2906942"/>
            <a:ext cx="6846887"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942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E086B-AE7D-FDAB-2E34-4382BA9B28DF}"/>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249D1095-E4B4-E411-D50F-4FBC32D45A39}"/>
              </a:ext>
            </a:extLst>
          </p:cNvPr>
          <p:cNvSpPr>
            <a:spLocks noGrp="1"/>
          </p:cNvSpPr>
          <p:nvPr>
            <p:ph idx="1"/>
          </p:nvPr>
        </p:nvSpPr>
        <p:spPr/>
        <p:txBody>
          <a:bodyPr/>
          <a:lstStyle/>
          <a:p>
            <a:r>
              <a:rPr lang="en-US" dirty="0"/>
              <a:t>Example</a:t>
            </a:r>
          </a:p>
          <a:p>
            <a:r>
              <a:rPr lang="en-IN" dirty="0"/>
              <a:t>Example to show how to define INTEGER 14</a:t>
            </a:r>
          </a:p>
        </p:txBody>
      </p:sp>
      <p:sp>
        <p:nvSpPr>
          <p:cNvPr id="4" name="Slide Number Placeholder 3">
            <a:extLst>
              <a:ext uri="{FF2B5EF4-FFF2-40B4-BE49-F238E27FC236}">
                <a16:creationId xmlns:a16="http://schemas.microsoft.com/office/drawing/2014/main" id="{D50446C6-2DA7-1BA7-A74C-152299565B52}"/>
              </a:ext>
            </a:extLst>
          </p:cNvPr>
          <p:cNvSpPr>
            <a:spLocks noGrp="1"/>
          </p:cNvSpPr>
          <p:nvPr>
            <p:ph type="sldNum" sz="quarter" idx="12"/>
          </p:nvPr>
        </p:nvSpPr>
        <p:spPr/>
        <p:txBody>
          <a:bodyPr/>
          <a:lstStyle/>
          <a:p>
            <a:fld id="{CBABCCC1-BF11-4F37-963E-1BCD5B23FD72}" type="slidenum">
              <a:rPr lang="en-IN" smtClean="0"/>
              <a:pPr/>
              <a:t>18</a:t>
            </a:fld>
            <a:endParaRPr lang="en-IN" dirty="0"/>
          </a:p>
        </p:txBody>
      </p:sp>
      <p:pic>
        <p:nvPicPr>
          <p:cNvPr id="5" name="Picture 15">
            <a:extLst>
              <a:ext uri="{FF2B5EF4-FFF2-40B4-BE49-F238E27FC236}">
                <a16:creationId xmlns:a16="http://schemas.microsoft.com/office/drawing/2014/main" id="{48776BFD-F854-FDCB-8C54-97F8FB554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3792" y="3741038"/>
            <a:ext cx="7231062" cy="8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2793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813E9-61C8-DB7F-682F-5A2F77E1996B}"/>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3FB34D43-8D59-453D-4FC6-572255C9631E}"/>
              </a:ext>
            </a:extLst>
          </p:cNvPr>
          <p:cNvSpPr>
            <a:spLocks noGrp="1"/>
          </p:cNvSpPr>
          <p:nvPr>
            <p:ph idx="1"/>
          </p:nvPr>
        </p:nvSpPr>
        <p:spPr/>
        <p:txBody>
          <a:bodyPr/>
          <a:lstStyle/>
          <a:p>
            <a:r>
              <a:rPr lang="en-US" dirty="0"/>
              <a:t>Example to show OCTATE String “HI”</a:t>
            </a:r>
          </a:p>
          <a:p>
            <a:endParaRPr lang="en-IN" dirty="0"/>
          </a:p>
        </p:txBody>
      </p:sp>
      <p:sp>
        <p:nvSpPr>
          <p:cNvPr id="4" name="Slide Number Placeholder 3">
            <a:extLst>
              <a:ext uri="{FF2B5EF4-FFF2-40B4-BE49-F238E27FC236}">
                <a16:creationId xmlns:a16="http://schemas.microsoft.com/office/drawing/2014/main" id="{A8E10296-12AC-BE61-B1CA-A4B697F1A56B}"/>
              </a:ext>
            </a:extLst>
          </p:cNvPr>
          <p:cNvSpPr>
            <a:spLocks noGrp="1"/>
          </p:cNvSpPr>
          <p:nvPr>
            <p:ph type="sldNum" sz="quarter" idx="12"/>
          </p:nvPr>
        </p:nvSpPr>
        <p:spPr/>
        <p:txBody>
          <a:bodyPr/>
          <a:lstStyle/>
          <a:p>
            <a:fld id="{CBABCCC1-BF11-4F37-963E-1BCD5B23FD72}" type="slidenum">
              <a:rPr lang="en-IN" smtClean="0"/>
              <a:pPr/>
              <a:t>19</a:t>
            </a:fld>
            <a:endParaRPr lang="en-IN" dirty="0"/>
          </a:p>
        </p:txBody>
      </p:sp>
      <p:pic>
        <p:nvPicPr>
          <p:cNvPr id="5" name="Picture 15">
            <a:extLst>
              <a:ext uri="{FF2B5EF4-FFF2-40B4-BE49-F238E27FC236}">
                <a16:creationId xmlns:a16="http://schemas.microsoft.com/office/drawing/2014/main" id="{B4BE1311-6140-2828-29A0-24A7D105C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3490" y="3002272"/>
            <a:ext cx="6805020" cy="1278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6644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C0D75-6D5C-4AEF-A2FA-90B5AB8E280B}"/>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5AF6D231-D19E-84B2-470B-BB16911F910D}"/>
              </a:ext>
            </a:extLst>
          </p:cNvPr>
          <p:cNvSpPr>
            <a:spLocks noGrp="1"/>
          </p:cNvSpPr>
          <p:nvPr>
            <p:ph idx="1"/>
          </p:nvPr>
        </p:nvSpPr>
        <p:spPr/>
        <p:txBody>
          <a:bodyPr/>
          <a:lstStyle/>
          <a:p>
            <a:r>
              <a:rPr lang="en-US" altLang="en-US" sz="2000" i="1" dirty="0">
                <a:latin typeface="Times New Roman" panose="02020603050405020304" pitchFamily="18" charset="0"/>
              </a:rPr>
              <a:t>Example to shows how to define Object Identifier 1.3.6.1 (</a:t>
            </a:r>
            <a:r>
              <a:rPr lang="en-US" altLang="en-US" sz="2000" i="1" dirty="0" err="1">
                <a:latin typeface="Times New Roman" panose="02020603050405020304" pitchFamily="18" charset="0"/>
              </a:rPr>
              <a:t>iso.org.dod.internet</a:t>
            </a:r>
            <a:r>
              <a:rPr lang="en-US" altLang="en-US" sz="2000" i="1" dirty="0">
                <a:latin typeface="Times New Roman" panose="02020603050405020304" pitchFamily="18" charset="0"/>
              </a:rPr>
              <a:t>).</a:t>
            </a:r>
            <a:endParaRPr lang="en-US" dirty="0"/>
          </a:p>
          <a:p>
            <a:endParaRPr lang="en-IN" dirty="0"/>
          </a:p>
        </p:txBody>
      </p:sp>
      <p:sp>
        <p:nvSpPr>
          <p:cNvPr id="4" name="Slide Number Placeholder 3">
            <a:extLst>
              <a:ext uri="{FF2B5EF4-FFF2-40B4-BE49-F238E27FC236}">
                <a16:creationId xmlns:a16="http://schemas.microsoft.com/office/drawing/2014/main" id="{1F246EF3-7922-30FA-F105-82313D778F52}"/>
              </a:ext>
            </a:extLst>
          </p:cNvPr>
          <p:cNvSpPr>
            <a:spLocks noGrp="1"/>
          </p:cNvSpPr>
          <p:nvPr>
            <p:ph type="sldNum" sz="quarter" idx="12"/>
          </p:nvPr>
        </p:nvSpPr>
        <p:spPr/>
        <p:txBody>
          <a:bodyPr/>
          <a:lstStyle/>
          <a:p>
            <a:fld id="{CBABCCC1-BF11-4F37-963E-1BCD5B23FD72}" type="slidenum">
              <a:rPr lang="en-IN" smtClean="0"/>
              <a:pPr/>
              <a:t>20</a:t>
            </a:fld>
            <a:endParaRPr lang="en-IN"/>
          </a:p>
        </p:txBody>
      </p:sp>
      <p:pic>
        <p:nvPicPr>
          <p:cNvPr id="5" name="Picture 15">
            <a:extLst>
              <a:ext uri="{FF2B5EF4-FFF2-40B4-BE49-F238E27FC236}">
                <a16:creationId xmlns:a16="http://schemas.microsoft.com/office/drawing/2014/main" id="{31DB4DC6-B62F-601D-5B67-5FF5D86BDF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7685" y="3152869"/>
            <a:ext cx="7231062" cy="117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6328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A5177-AFA4-19DD-94D7-365D8630191E}"/>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70C67416-B293-5383-C64E-708B60DD6A1C}"/>
              </a:ext>
            </a:extLst>
          </p:cNvPr>
          <p:cNvSpPr>
            <a:spLocks noGrp="1"/>
          </p:cNvSpPr>
          <p:nvPr>
            <p:ph idx="1"/>
          </p:nvPr>
        </p:nvSpPr>
        <p:spPr/>
        <p:txBody>
          <a:bodyPr/>
          <a:lstStyle/>
          <a:p>
            <a:r>
              <a:rPr lang="en-US" altLang="en-US" sz="2000" i="1" dirty="0">
                <a:latin typeface="Times New Roman" panose="02020603050405020304" pitchFamily="18" charset="0"/>
              </a:rPr>
              <a:t>Example to shows how to define IP Address 131.21.14.8</a:t>
            </a:r>
          </a:p>
          <a:p>
            <a:endParaRPr lang="en-IN" dirty="0"/>
          </a:p>
        </p:txBody>
      </p:sp>
      <p:sp>
        <p:nvSpPr>
          <p:cNvPr id="4" name="Slide Number Placeholder 3">
            <a:extLst>
              <a:ext uri="{FF2B5EF4-FFF2-40B4-BE49-F238E27FC236}">
                <a16:creationId xmlns:a16="http://schemas.microsoft.com/office/drawing/2014/main" id="{C8D5FEA4-FA43-9BFC-A25B-62C84010C4EF}"/>
              </a:ext>
            </a:extLst>
          </p:cNvPr>
          <p:cNvSpPr>
            <a:spLocks noGrp="1"/>
          </p:cNvSpPr>
          <p:nvPr>
            <p:ph type="sldNum" sz="quarter" idx="12"/>
          </p:nvPr>
        </p:nvSpPr>
        <p:spPr/>
        <p:txBody>
          <a:bodyPr/>
          <a:lstStyle/>
          <a:p>
            <a:fld id="{CBABCCC1-BF11-4F37-963E-1BCD5B23FD72}" type="slidenum">
              <a:rPr lang="en-IN" smtClean="0"/>
              <a:pPr/>
              <a:t>21</a:t>
            </a:fld>
            <a:endParaRPr lang="en-IN"/>
          </a:p>
        </p:txBody>
      </p:sp>
      <p:pic>
        <p:nvPicPr>
          <p:cNvPr id="5" name="Picture 15">
            <a:extLst>
              <a:ext uri="{FF2B5EF4-FFF2-40B4-BE49-F238E27FC236}">
                <a16:creationId xmlns:a16="http://schemas.microsoft.com/office/drawing/2014/main" id="{675E99B4-231F-53BD-A77D-7F1BCF5C53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5978" y="3429000"/>
            <a:ext cx="7231062" cy="116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5572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3F1F3-1A05-74BC-AB3E-AC59AFAF71C2}"/>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73DFC391-9BC8-E262-4A1C-F4A38A1582F5}"/>
              </a:ext>
            </a:extLst>
          </p:cNvPr>
          <p:cNvSpPr>
            <a:spLocks noGrp="1"/>
          </p:cNvSpPr>
          <p:nvPr>
            <p:ph idx="1"/>
          </p:nvPr>
        </p:nvSpPr>
        <p:spPr/>
        <p:txBody>
          <a:bodyPr/>
          <a:lstStyle/>
          <a:p>
            <a:r>
              <a:rPr lang="en-US" dirty="0"/>
              <a:t>MIB 2</a:t>
            </a:r>
          </a:p>
          <a:p>
            <a:endParaRPr lang="en-IN" dirty="0"/>
          </a:p>
        </p:txBody>
      </p:sp>
      <p:sp>
        <p:nvSpPr>
          <p:cNvPr id="4" name="Slide Number Placeholder 3">
            <a:extLst>
              <a:ext uri="{FF2B5EF4-FFF2-40B4-BE49-F238E27FC236}">
                <a16:creationId xmlns:a16="http://schemas.microsoft.com/office/drawing/2014/main" id="{744627A0-6436-9FCF-A4E7-B901EB574385}"/>
              </a:ext>
            </a:extLst>
          </p:cNvPr>
          <p:cNvSpPr>
            <a:spLocks noGrp="1"/>
          </p:cNvSpPr>
          <p:nvPr>
            <p:ph type="sldNum" sz="quarter" idx="12"/>
          </p:nvPr>
        </p:nvSpPr>
        <p:spPr/>
        <p:txBody>
          <a:bodyPr/>
          <a:lstStyle/>
          <a:p>
            <a:fld id="{CBABCCC1-BF11-4F37-963E-1BCD5B23FD72}" type="slidenum">
              <a:rPr lang="en-IN" smtClean="0"/>
              <a:pPr/>
              <a:t>22</a:t>
            </a:fld>
            <a:endParaRPr lang="en-IN"/>
          </a:p>
        </p:txBody>
      </p:sp>
      <p:pic>
        <p:nvPicPr>
          <p:cNvPr id="5" name="Picture 6">
            <a:extLst>
              <a:ext uri="{FF2B5EF4-FFF2-40B4-BE49-F238E27FC236}">
                <a16:creationId xmlns:a16="http://schemas.microsoft.com/office/drawing/2014/main" id="{C6396462-E1AD-72A6-595D-0A9D91FA36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7808" y="2803619"/>
            <a:ext cx="7761287" cy="187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0144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2A161-2C5A-5E7C-117B-2579066EE2E7}"/>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73F77F5D-377F-7F23-B3CF-ECE361F05B0A}"/>
              </a:ext>
            </a:extLst>
          </p:cNvPr>
          <p:cNvSpPr>
            <a:spLocks noGrp="1"/>
          </p:cNvSpPr>
          <p:nvPr>
            <p:ph idx="1"/>
          </p:nvPr>
        </p:nvSpPr>
        <p:spPr/>
        <p:txBody>
          <a:bodyPr/>
          <a:lstStyle/>
          <a:p>
            <a:r>
              <a:rPr lang="en-US" dirty="0"/>
              <a:t>UDP Group</a:t>
            </a:r>
          </a:p>
          <a:p>
            <a:endParaRPr lang="en-IN" dirty="0"/>
          </a:p>
        </p:txBody>
      </p:sp>
      <p:sp>
        <p:nvSpPr>
          <p:cNvPr id="4" name="Slide Number Placeholder 3">
            <a:extLst>
              <a:ext uri="{FF2B5EF4-FFF2-40B4-BE49-F238E27FC236}">
                <a16:creationId xmlns:a16="http://schemas.microsoft.com/office/drawing/2014/main" id="{9F4394A2-3003-7CE0-77A2-EA319B0739B6}"/>
              </a:ext>
            </a:extLst>
          </p:cNvPr>
          <p:cNvSpPr>
            <a:spLocks noGrp="1"/>
          </p:cNvSpPr>
          <p:nvPr>
            <p:ph type="sldNum" sz="quarter" idx="12"/>
          </p:nvPr>
        </p:nvSpPr>
        <p:spPr/>
        <p:txBody>
          <a:bodyPr/>
          <a:lstStyle/>
          <a:p>
            <a:fld id="{CBABCCC1-BF11-4F37-963E-1BCD5B23FD72}" type="slidenum">
              <a:rPr lang="en-IN" smtClean="0"/>
              <a:pPr/>
              <a:t>23</a:t>
            </a:fld>
            <a:endParaRPr lang="en-IN"/>
          </a:p>
        </p:txBody>
      </p:sp>
      <p:pic>
        <p:nvPicPr>
          <p:cNvPr id="5" name="Picture 6">
            <a:extLst>
              <a:ext uri="{FF2B5EF4-FFF2-40B4-BE49-F238E27FC236}">
                <a16:creationId xmlns:a16="http://schemas.microsoft.com/office/drawing/2014/main" id="{5AD79A00-122F-EE67-547C-9152A71588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1084" y="2173870"/>
            <a:ext cx="6800850" cy="329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3103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A6566-B558-562F-3A50-76A746A0C039}"/>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2E6558B2-4594-42D2-6835-EC5045418786}"/>
              </a:ext>
            </a:extLst>
          </p:cNvPr>
          <p:cNvSpPr>
            <a:spLocks noGrp="1"/>
          </p:cNvSpPr>
          <p:nvPr>
            <p:ph idx="1"/>
          </p:nvPr>
        </p:nvSpPr>
        <p:spPr/>
        <p:txBody>
          <a:bodyPr/>
          <a:lstStyle/>
          <a:p>
            <a:r>
              <a:rPr lang="en-US" dirty="0"/>
              <a:t>UDP variables and Tables</a:t>
            </a:r>
          </a:p>
          <a:p>
            <a:endParaRPr lang="en-IN" dirty="0"/>
          </a:p>
        </p:txBody>
      </p:sp>
      <p:sp>
        <p:nvSpPr>
          <p:cNvPr id="4" name="Slide Number Placeholder 3">
            <a:extLst>
              <a:ext uri="{FF2B5EF4-FFF2-40B4-BE49-F238E27FC236}">
                <a16:creationId xmlns:a16="http://schemas.microsoft.com/office/drawing/2014/main" id="{F2C653B1-BE60-1ECA-78BE-573F1BC71583}"/>
              </a:ext>
            </a:extLst>
          </p:cNvPr>
          <p:cNvSpPr>
            <a:spLocks noGrp="1"/>
          </p:cNvSpPr>
          <p:nvPr>
            <p:ph type="sldNum" sz="quarter" idx="12"/>
          </p:nvPr>
        </p:nvSpPr>
        <p:spPr/>
        <p:txBody>
          <a:bodyPr/>
          <a:lstStyle/>
          <a:p>
            <a:fld id="{CBABCCC1-BF11-4F37-963E-1BCD5B23FD72}" type="slidenum">
              <a:rPr lang="en-IN" smtClean="0"/>
              <a:pPr/>
              <a:t>24</a:t>
            </a:fld>
            <a:endParaRPr lang="en-IN"/>
          </a:p>
        </p:txBody>
      </p:sp>
      <p:pic>
        <p:nvPicPr>
          <p:cNvPr id="5" name="Picture 6">
            <a:extLst>
              <a:ext uri="{FF2B5EF4-FFF2-40B4-BE49-F238E27FC236}">
                <a16:creationId xmlns:a16="http://schemas.microsoft.com/office/drawing/2014/main" id="{C7695DB1-1D71-7AA4-D696-AF485C9659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01509" y="1902569"/>
            <a:ext cx="4555310" cy="4106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8890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4709F-1E42-32C9-FD0F-183368FC3E56}"/>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B059AFE0-8184-F65B-894D-AEB640EB5875}"/>
              </a:ext>
            </a:extLst>
          </p:cNvPr>
          <p:cNvSpPr>
            <a:spLocks noGrp="1"/>
          </p:cNvSpPr>
          <p:nvPr>
            <p:ph idx="1"/>
          </p:nvPr>
        </p:nvSpPr>
        <p:spPr/>
        <p:txBody>
          <a:bodyPr/>
          <a:lstStyle/>
          <a:p>
            <a:r>
              <a:rPr lang="en-US" dirty="0"/>
              <a:t>Indexes for UDP table </a:t>
            </a:r>
          </a:p>
          <a:p>
            <a:endParaRPr lang="en-IN" dirty="0"/>
          </a:p>
        </p:txBody>
      </p:sp>
      <p:sp>
        <p:nvSpPr>
          <p:cNvPr id="4" name="Slide Number Placeholder 3">
            <a:extLst>
              <a:ext uri="{FF2B5EF4-FFF2-40B4-BE49-F238E27FC236}">
                <a16:creationId xmlns:a16="http://schemas.microsoft.com/office/drawing/2014/main" id="{82ECECB2-A33F-1DDA-FB9B-CE5B4181800C}"/>
              </a:ext>
            </a:extLst>
          </p:cNvPr>
          <p:cNvSpPr>
            <a:spLocks noGrp="1"/>
          </p:cNvSpPr>
          <p:nvPr>
            <p:ph type="sldNum" sz="quarter" idx="12"/>
          </p:nvPr>
        </p:nvSpPr>
        <p:spPr/>
        <p:txBody>
          <a:bodyPr/>
          <a:lstStyle/>
          <a:p>
            <a:fld id="{CBABCCC1-BF11-4F37-963E-1BCD5B23FD72}" type="slidenum">
              <a:rPr lang="en-IN" smtClean="0"/>
              <a:pPr/>
              <a:t>25</a:t>
            </a:fld>
            <a:endParaRPr lang="en-IN"/>
          </a:p>
        </p:txBody>
      </p:sp>
      <p:pic>
        <p:nvPicPr>
          <p:cNvPr id="5" name="Picture 6">
            <a:extLst>
              <a:ext uri="{FF2B5EF4-FFF2-40B4-BE49-F238E27FC236}">
                <a16:creationId xmlns:a16="http://schemas.microsoft.com/office/drawing/2014/main" id="{57BCE737-A836-D605-8A27-66750C378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448" y="1967445"/>
            <a:ext cx="5435406" cy="4086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4373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296FE-A103-22F3-D58E-1D34208320B5}"/>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8B8E9A59-7F2A-F37D-9920-88EB77363CFB}"/>
              </a:ext>
            </a:extLst>
          </p:cNvPr>
          <p:cNvSpPr>
            <a:spLocks noGrp="1"/>
          </p:cNvSpPr>
          <p:nvPr>
            <p:ph idx="1"/>
          </p:nvPr>
        </p:nvSpPr>
        <p:spPr/>
        <p:txBody>
          <a:bodyPr/>
          <a:lstStyle/>
          <a:p>
            <a:r>
              <a:rPr lang="en-US" dirty="0"/>
              <a:t>Lexicographic Ordering </a:t>
            </a:r>
          </a:p>
          <a:p>
            <a:endParaRPr lang="en-US" dirty="0"/>
          </a:p>
          <a:p>
            <a:endParaRPr lang="en-IN" dirty="0"/>
          </a:p>
        </p:txBody>
      </p:sp>
      <p:sp>
        <p:nvSpPr>
          <p:cNvPr id="4" name="Slide Number Placeholder 3">
            <a:extLst>
              <a:ext uri="{FF2B5EF4-FFF2-40B4-BE49-F238E27FC236}">
                <a16:creationId xmlns:a16="http://schemas.microsoft.com/office/drawing/2014/main" id="{A43553C4-AECE-B9EA-80F0-8E3BACCBBAAA}"/>
              </a:ext>
            </a:extLst>
          </p:cNvPr>
          <p:cNvSpPr>
            <a:spLocks noGrp="1"/>
          </p:cNvSpPr>
          <p:nvPr>
            <p:ph type="sldNum" sz="quarter" idx="12"/>
          </p:nvPr>
        </p:nvSpPr>
        <p:spPr/>
        <p:txBody>
          <a:bodyPr/>
          <a:lstStyle/>
          <a:p>
            <a:fld id="{CBABCCC1-BF11-4F37-963E-1BCD5B23FD72}" type="slidenum">
              <a:rPr lang="en-IN" smtClean="0"/>
              <a:pPr/>
              <a:t>26</a:t>
            </a:fld>
            <a:endParaRPr lang="en-IN"/>
          </a:p>
        </p:txBody>
      </p:sp>
      <p:pic>
        <p:nvPicPr>
          <p:cNvPr id="5" name="Picture 6">
            <a:extLst>
              <a:ext uri="{FF2B5EF4-FFF2-40B4-BE49-F238E27FC236}">
                <a16:creationId xmlns:a16="http://schemas.microsoft.com/office/drawing/2014/main" id="{B68F0F04-0936-B864-5180-8FC0850F852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2015732"/>
            <a:ext cx="4958854" cy="4048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857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5476-25AA-3EC6-E1AF-B15153F4781F}"/>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9192332C-C1CB-0541-3B50-AEF71FF2E228}"/>
              </a:ext>
            </a:extLst>
          </p:cNvPr>
          <p:cNvSpPr>
            <a:spLocks noGrp="1"/>
          </p:cNvSpPr>
          <p:nvPr>
            <p:ph idx="1"/>
          </p:nvPr>
        </p:nvSpPr>
        <p:spPr/>
        <p:txBody>
          <a:bodyPr/>
          <a:lstStyle/>
          <a:p>
            <a:r>
              <a:rPr lang="en-US" dirty="0"/>
              <a:t>SMTP UDP</a:t>
            </a:r>
          </a:p>
          <a:p>
            <a:endParaRPr lang="en-IN" dirty="0"/>
          </a:p>
        </p:txBody>
      </p:sp>
      <p:sp>
        <p:nvSpPr>
          <p:cNvPr id="4" name="Slide Number Placeholder 3">
            <a:extLst>
              <a:ext uri="{FF2B5EF4-FFF2-40B4-BE49-F238E27FC236}">
                <a16:creationId xmlns:a16="http://schemas.microsoft.com/office/drawing/2014/main" id="{9895FA98-70A2-EFFC-CF8D-DA1BDAC0D9FD}"/>
              </a:ext>
            </a:extLst>
          </p:cNvPr>
          <p:cNvSpPr>
            <a:spLocks noGrp="1"/>
          </p:cNvSpPr>
          <p:nvPr>
            <p:ph type="sldNum" sz="quarter" idx="12"/>
          </p:nvPr>
        </p:nvSpPr>
        <p:spPr/>
        <p:txBody>
          <a:bodyPr/>
          <a:lstStyle/>
          <a:p>
            <a:fld id="{CBABCCC1-BF11-4F37-963E-1BCD5B23FD72}" type="slidenum">
              <a:rPr lang="en-IN" smtClean="0"/>
              <a:pPr/>
              <a:t>27</a:t>
            </a:fld>
            <a:endParaRPr lang="en-IN"/>
          </a:p>
        </p:txBody>
      </p:sp>
      <p:pic>
        <p:nvPicPr>
          <p:cNvPr id="5" name="Picture 6">
            <a:extLst>
              <a:ext uri="{FF2B5EF4-FFF2-40B4-BE49-F238E27FC236}">
                <a16:creationId xmlns:a16="http://schemas.microsoft.com/office/drawing/2014/main" id="{262EE215-D177-CD3D-C5E1-B281E5371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8035" y="2000127"/>
            <a:ext cx="4746819" cy="402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2462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3CCDE-F5AF-CF74-120B-4E4D69BA31A7}"/>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F32223C0-87ED-F9CB-57DC-670A62C3CDD1}"/>
              </a:ext>
            </a:extLst>
          </p:cNvPr>
          <p:cNvSpPr>
            <a:spLocks noGrp="1"/>
          </p:cNvSpPr>
          <p:nvPr>
            <p:ph idx="1"/>
          </p:nvPr>
        </p:nvSpPr>
        <p:spPr/>
        <p:txBody>
          <a:bodyPr/>
          <a:lstStyle/>
          <a:p>
            <a:r>
              <a:rPr lang="en-US" dirty="0"/>
              <a:t>SMTP PDU Format</a:t>
            </a:r>
          </a:p>
          <a:p>
            <a:endParaRPr lang="en-IN" dirty="0"/>
          </a:p>
        </p:txBody>
      </p:sp>
      <p:sp>
        <p:nvSpPr>
          <p:cNvPr id="4" name="Slide Number Placeholder 3">
            <a:extLst>
              <a:ext uri="{FF2B5EF4-FFF2-40B4-BE49-F238E27FC236}">
                <a16:creationId xmlns:a16="http://schemas.microsoft.com/office/drawing/2014/main" id="{AD5E39B3-50CF-94CC-D18C-ADBBC2F24D92}"/>
              </a:ext>
            </a:extLst>
          </p:cNvPr>
          <p:cNvSpPr>
            <a:spLocks noGrp="1"/>
          </p:cNvSpPr>
          <p:nvPr>
            <p:ph type="sldNum" sz="quarter" idx="12"/>
          </p:nvPr>
        </p:nvSpPr>
        <p:spPr/>
        <p:txBody>
          <a:bodyPr/>
          <a:lstStyle/>
          <a:p>
            <a:fld id="{CBABCCC1-BF11-4F37-963E-1BCD5B23FD72}" type="slidenum">
              <a:rPr lang="en-IN" smtClean="0"/>
              <a:pPr/>
              <a:t>28</a:t>
            </a:fld>
            <a:endParaRPr lang="en-IN"/>
          </a:p>
        </p:txBody>
      </p:sp>
      <p:pic>
        <p:nvPicPr>
          <p:cNvPr id="5" name="Picture 6">
            <a:extLst>
              <a:ext uri="{FF2B5EF4-FFF2-40B4-BE49-F238E27FC236}">
                <a16:creationId xmlns:a16="http://schemas.microsoft.com/office/drawing/2014/main" id="{319BFCEB-27BB-D360-9B1E-97EC0A39B3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2008" y="2015732"/>
            <a:ext cx="5512846" cy="3833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9564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841FB-159A-2C1D-6AD6-B19CB8F2CE67}"/>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61D85D94-FF8D-874E-119F-BCCAE6716BF5}"/>
              </a:ext>
            </a:extLst>
          </p:cNvPr>
          <p:cNvSpPr>
            <a:spLocks noGrp="1"/>
          </p:cNvSpPr>
          <p:nvPr>
            <p:ph idx="1"/>
          </p:nvPr>
        </p:nvSpPr>
        <p:spPr/>
        <p:txBody>
          <a:bodyPr/>
          <a:lstStyle/>
          <a:p>
            <a:r>
              <a:rPr lang="en-US" dirty="0"/>
              <a:t>Types of Error</a:t>
            </a:r>
          </a:p>
          <a:p>
            <a:endParaRPr lang="en-IN" dirty="0"/>
          </a:p>
        </p:txBody>
      </p:sp>
      <p:sp>
        <p:nvSpPr>
          <p:cNvPr id="4" name="Slide Number Placeholder 3">
            <a:extLst>
              <a:ext uri="{FF2B5EF4-FFF2-40B4-BE49-F238E27FC236}">
                <a16:creationId xmlns:a16="http://schemas.microsoft.com/office/drawing/2014/main" id="{093BFCA9-8F93-DCBC-506E-1DC0CA1AEFBE}"/>
              </a:ext>
            </a:extLst>
          </p:cNvPr>
          <p:cNvSpPr>
            <a:spLocks noGrp="1"/>
          </p:cNvSpPr>
          <p:nvPr>
            <p:ph type="sldNum" sz="quarter" idx="12"/>
          </p:nvPr>
        </p:nvSpPr>
        <p:spPr/>
        <p:txBody>
          <a:bodyPr/>
          <a:lstStyle/>
          <a:p>
            <a:fld id="{CBABCCC1-BF11-4F37-963E-1BCD5B23FD72}" type="slidenum">
              <a:rPr lang="en-IN" smtClean="0"/>
              <a:pPr/>
              <a:t>29</a:t>
            </a:fld>
            <a:endParaRPr lang="en-IN"/>
          </a:p>
        </p:txBody>
      </p:sp>
      <p:pic>
        <p:nvPicPr>
          <p:cNvPr id="5" name="Picture 4">
            <a:extLst>
              <a:ext uri="{FF2B5EF4-FFF2-40B4-BE49-F238E27FC236}">
                <a16:creationId xmlns:a16="http://schemas.microsoft.com/office/drawing/2014/main" id="{32380007-9C17-E74E-BCA5-ABFE5978F0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19129" y="2333719"/>
            <a:ext cx="6435725" cy="281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4648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01C6-58D7-6658-75B7-FF04529D3328}"/>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412BD525-7D57-9C26-0500-08959BC41E28}"/>
              </a:ext>
            </a:extLst>
          </p:cNvPr>
          <p:cNvSpPr>
            <a:spLocks noGrp="1"/>
          </p:cNvSpPr>
          <p:nvPr>
            <p:ph idx="1"/>
          </p:nvPr>
        </p:nvSpPr>
        <p:spPr/>
        <p:txBody>
          <a:bodyPr/>
          <a:lstStyle/>
          <a:p>
            <a:r>
              <a:rPr lang="en-US" dirty="0"/>
              <a:t>SNMP message</a:t>
            </a:r>
          </a:p>
          <a:p>
            <a:endParaRPr lang="en-IN" dirty="0"/>
          </a:p>
        </p:txBody>
      </p:sp>
      <p:sp>
        <p:nvSpPr>
          <p:cNvPr id="4" name="Slide Number Placeholder 3">
            <a:extLst>
              <a:ext uri="{FF2B5EF4-FFF2-40B4-BE49-F238E27FC236}">
                <a16:creationId xmlns:a16="http://schemas.microsoft.com/office/drawing/2014/main" id="{A56944E6-EBE8-6036-1471-96EA78E1A509}"/>
              </a:ext>
            </a:extLst>
          </p:cNvPr>
          <p:cNvSpPr>
            <a:spLocks noGrp="1"/>
          </p:cNvSpPr>
          <p:nvPr>
            <p:ph type="sldNum" sz="quarter" idx="12"/>
          </p:nvPr>
        </p:nvSpPr>
        <p:spPr/>
        <p:txBody>
          <a:bodyPr/>
          <a:lstStyle/>
          <a:p>
            <a:fld id="{CBABCCC1-BF11-4F37-963E-1BCD5B23FD72}" type="slidenum">
              <a:rPr lang="en-IN" smtClean="0"/>
              <a:pPr/>
              <a:t>30</a:t>
            </a:fld>
            <a:endParaRPr lang="en-IN"/>
          </a:p>
        </p:txBody>
      </p:sp>
      <p:pic>
        <p:nvPicPr>
          <p:cNvPr id="5" name="Picture 6">
            <a:extLst>
              <a:ext uri="{FF2B5EF4-FFF2-40B4-BE49-F238E27FC236}">
                <a16:creationId xmlns:a16="http://schemas.microsoft.com/office/drawing/2014/main" id="{83C53793-6F29-3C43-DC6A-7479A4B539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1061" y="1853754"/>
            <a:ext cx="3063793" cy="395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242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ADD10-ED3D-5C44-6C42-C3F0BB49B48C}"/>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855FACF2-2280-BBF1-7555-8C31E5DA4CB7}"/>
              </a:ext>
            </a:extLst>
          </p:cNvPr>
          <p:cNvSpPr>
            <a:spLocks noGrp="1"/>
          </p:cNvSpPr>
          <p:nvPr>
            <p:ph idx="1"/>
          </p:nvPr>
        </p:nvSpPr>
        <p:spPr/>
        <p:txBody>
          <a:bodyPr/>
          <a:lstStyle/>
          <a:p>
            <a:r>
              <a:rPr lang="en-US" dirty="0"/>
              <a:t>Codes for SNMP message</a:t>
            </a:r>
          </a:p>
          <a:p>
            <a:endParaRPr lang="en-IN" dirty="0"/>
          </a:p>
        </p:txBody>
      </p:sp>
      <p:sp>
        <p:nvSpPr>
          <p:cNvPr id="4" name="Slide Number Placeholder 3">
            <a:extLst>
              <a:ext uri="{FF2B5EF4-FFF2-40B4-BE49-F238E27FC236}">
                <a16:creationId xmlns:a16="http://schemas.microsoft.com/office/drawing/2014/main" id="{151B2161-8FF6-BBFE-CED0-BFF9E741112B}"/>
              </a:ext>
            </a:extLst>
          </p:cNvPr>
          <p:cNvSpPr>
            <a:spLocks noGrp="1"/>
          </p:cNvSpPr>
          <p:nvPr>
            <p:ph type="sldNum" sz="quarter" idx="12"/>
          </p:nvPr>
        </p:nvSpPr>
        <p:spPr/>
        <p:txBody>
          <a:bodyPr/>
          <a:lstStyle/>
          <a:p>
            <a:fld id="{CBABCCC1-BF11-4F37-963E-1BCD5B23FD72}" type="slidenum">
              <a:rPr lang="en-IN" smtClean="0"/>
              <a:pPr/>
              <a:t>31</a:t>
            </a:fld>
            <a:endParaRPr lang="en-IN"/>
          </a:p>
        </p:txBody>
      </p:sp>
      <p:pic>
        <p:nvPicPr>
          <p:cNvPr id="5" name="Picture 5">
            <a:extLst>
              <a:ext uri="{FF2B5EF4-FFF2-40B4-BE49-F238E27FC236}">
                <a16:creationId xmlns:a16="http://schemas.microsoft.com/office/drawing/2014/main" id="{E1AAD7C9-6AF3-8F18-967F-57B612A651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8017" y="2015732"/>
            <a:ext cx="6376837" cy="3629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13920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4DDDB-BB58-783A-0F32-6944DCF60B42}"/>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186B6158-429B-1C9E-2BAF-6562ACEAE774}"/>
              </a:ext>
            </a:extLst>
          </p:cNvPr>
          <p:cNvSpPr>
            <a:spLocks noGrp="1"/>
          </p:cNvSpPr>
          <p:nvPr>
            <p:ph idx="1"/>
          </p:nvPr>
        </p:nvSpPr>
        <p:spPr/>
        <p:txBody>
          <a:bodyPr>
            <a:normAutofit lnSpcReduction="10000"/>
          </a:bodyPr>
          <a:lstStyle/>
          <a:p>
            <a:r>
              <a:rPr lang="en-US" dirty="0"/>
              <a:t>Example</a:t>
            </a:r>
          </a:p>
          <a:p>
            <a:r>
              <a:rPr lang="en-US" altLang="en-US" sz="2000" i="1" dirty="0">
                <a:latin typeface="Times New Roman" panose="02020603050405020304" pitchFamily="18" charset="0"/>
              </a:rPr>
              <a:t>In this example, a manager station (SNMP client) uses the </a:t>
            </a:r>
            <a:r>
              <a:rPr lang="en-US" altLang="en-US" sz="2000" i="1" dirty="0" err="1">
                <a:latin typeface="Times New Roman" panose="02020603050405020304" pitchFamily="18" charset="0"/>
              </a:rPr>
              <a:t>GetRequest</a:t>
            </a:r>
            <a:r>
              <a:rPr lang="en-US" altLang="en-US" sz="2000" i="1" dirty="0">
                <a:latin typeface="Times New Roman" panose="02020603050405020304" pitchFamily="18" charset="0"/>
              </a:rPr>
              <a:t> message to retrieve the number of UDP datagrams that a router has received. There is only one </a:t>
            </a:r>
            <a:r>
              <a:rPr lang="en-US" altLang="en-US" sz="2000" i="1" dirty="0" err="1">
                <a:latin typeface="Times New Roman" panose="02020603050405020304" pitchFamily="18" charset="0"/>
              </a:rPr>
              <a:t>VarBind</a:t>
            </a:r>
            <a:r>
              <a:rPr lang="en-US" altLang="en-US" sz="2000" i="1" dirty="0">
                <a:latin typeface="Times New Roman" panose="02020603050405020304" pitchFamily="18" charset="0"/>
              </a:rPr>
              <a:t> entity. The corresponding MIB variable related to this information is </a:t>
            </a:r>
            <a:r>
              <a:rPr lang="en-US" altLang="en-US" sz="2000" i="1" dirty="0" err="1">
                <a:latin typeface="Times New Roman" panose="02020603050405020304" pitchFamily="18" charset="0"/>
              </a:rPr>
              <a:t>udpInDatagrams</a:t>
            </a:r>
            <a:r>
              <a:rPr lang="en-US" altLang="en-US" sz="2000" i="1" dirty="0">
                <a:latin typeface="Times New Roman" panose="02020603050405020304" pitchFamily="18" charset="0"/>
              </a:rPr>
              <a:t> with the object identifier 1.3.6.1.2.1.7.1.0. The manager wants to retrieve a value (not to store a value), so the value defines a null entity. Figure 28.23 shows the conceptual view of the packet and the hierarchical nature of sequences. We have used white and colored boxes for the sequences and a gray one for the PDU. The </a:t>
            </a:r>
            <a:r>
              <a:rPr lang="en-US" altLang="en-US" sz="2000" i="1" dirty="0" err="1">
                <a:latin typeface="Times New Roman" panose="02020603050405020304" pitchFamily="18" charset="0"/>
              </a:rPr>
              <a:t>VarBind</a:t>
            </a:r>
            <a:r>
              <a:rPr lang="en-US" altLang="en-US" sz="2000" i="1" dirty="0">
                <a:latin typeface="Times New Roman" panose="02020603050405020304" pitchFamily="18" charset="0"/>
              </a:rPr>
              <a:t> list has only one </a:t>
            </a:r>
            <a:r>
              <a:rPr lang="en-US" altLang="en-US" sz="2000" i="1" dirty="0" err="1">
                <a:latin typeface="Times New Roman" panose="02020603050405020304" pitchFamily="18" charset="0"/>
              </a:rPr>
              <a:t>VarBind</a:t>
            </a:r>
            <a:r>
              <a:rPr lang="en-US" altLang="en-US" sz="2000" i="1" dirty="0">
                <a:latin typeface="Times New Roman" panose="02020603050405020304" pitchFamily="18" charset="0"/>
              </a:rPr>
              <a:t>. </a:t>
            </a:r>
          </a:p>
          <a:p>
            <a:endParaRPr lang="en-IN" dirty="0"/>
          </a:p>
        </p:txBody>
      </p:sp>
      <p:sp>
        <p:nvSpPr>
          <p:cNvPr id="4" name="Slide Number Placeholder 3">
            <a:extLst>
              <a:ext uri="{FF2B5EF4-FFF2-40B4-BE49-F238E27FC236}">
                <a16:creationId xmlns:a16="http://schemas.microsoft.com/office/drawing/2014/main" id="{34C01B62-6D56-6FD3-5D03-B09E6DBCBF38}"/>
              </a:ext>
            </a:extLst>
          </p:cNvPr>
          <p:cNvSpPr>
            <a:spLocks noGrp="1"/>
          </p:cNvSpPr>
          <p:nvPr>
            <p:ph type="sldNum" sz="quarter" idx="12"/>
          </p:nvPr>
        </p:nvSpPr>
        <p:spPr/>
        <p:txBody>
          <a:bodyPr/>
          <a:lstStyle/>
          <a:p>
            <a:fld id="{CBABCCC1-BF11-4F37-963E-1BCD5B23FD72}" type="slidenum">
              <a:rPr lang="en-IN" smtClean="0"/>
              <a:pPr/>
              <a:t>32</a:t>
            </a:fld>
            <a:endParaRPr lang="en-IN"/>
          </a:p>
        </p:txBody>
      </p:sp>
    </p:spTree>
    <p:extLst>
      <p:ext uri="{BB962C8B-B14F-4D97-AF65-F5344CB8AC3E}">
        <p14:creationId xmlns:p14="http://schemas.microsoft.com/office/powerpoint/2010/main" val="42892230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8270C-721B-A0DA-0608-49E2792FB838}"/>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2867F99D-04C8-6970-CF18-7EE461B6B276}"/>
              </a:ext>
            </a:extLst>
          </p:cNvPr>
          <p:cNvSpPr>
            <a:spLocks noGrp="1"/>
          </p:cNvSpPr>
          <p:nvPr>
            <p:ph idx="1"/>
          </p:nvPr>
        </p:nvSpPr>
        <p:spPr/>
        <p:txBody>
          <a:bodyPr>
            <a:normAutofit lnSpcReduction="10000"/>
          </a:bodyPr>
          <a:lstStyle/>
          <a:p>
            <a:r>
              <a:rPr lang="en-US" dirty="0"/>
              <a:t>Example (Continued)</a:t>
            </a:r>
          </a:p>
          <a:p>
            <a:r>
              <a:rPr lang="en-US" altLang="en-US" sz="2000" i="1" dirty="0">
                <a:latin typeface="Times New Roman" panose="02020603050405020304" pitchFamily="18" charset="0"/>
              </a:rPr>
              <a:t>The variable is of type 06 and length 09. The value is of type 05 and length 00. The whole </a:t>
            </a:r>
            <a:r>
              <a:rPr lang="en-US" altLang="en-US" sz="2000" i="1" dirty="0" err="1">
                <a:latin typeface="Times New Roman" panose="02020603050405020304" pitchFamily="18" charset="0"/>
              </a:rPr>
              <a:t>VarBind</a:t>
            </a:r>
            <a:r>
              <a:rPr lang="en-US" altLang="en-US" sz="2000" i="1" dirty="0">
                <a:latin typeface="Times New Roman" panose="02020603050405020304" pitchFamily="18" charset="0"/>
              </a:rPr>
              <a:t> is a sequence of length 0D (13). The </a:t>
            </a:r>
            <a:r>
              <a:rPr lang="en-US" altLang="en-US" sz="2000" i="1" dirty="0" err="1">
                <a:latin typeface="Times New Roman" panose="02020603050405020304" pitchFamily="18" charset="0"/>
              </a:rPr>
              <a:t>VarBind</a:t>
            </a:r>
            <a:r>
              <a:rPr lang="en-US" altLang="en-US" sz="2000" i="1" dirty="0">
                <a:latin typeface="Times New Roman" panose="02020603050405020304" pitchFamily="18" charset="0"/>
              </a:rPr>
              <a:t> list is also a sequence of length 0F (15). The </a:t>
            </a:r>
            <a:r>
              <a:rPr lang="en-US" altLang="en-US" sz="2000" i="1" dirty="0" err="1">
                <a:latin typeface="Times New Roman" panose="02020603050405020304" pitchFamily="18" charset="0"/>
              </a:rPr>
              <a:t>GetRequest</a:t>
            </a:r>
            <a:r>
              <a:rPr lang="en-US" altLang="en-US" sz="2000" i="1" dirty="0">
                <a:latin typeface="Times New Roman" panose="02020603050405020304" pitchFamily="18" charset="0"/>
              </a:rPr>
              <a:t> PDU is of length ID (29). Now we have three OCTET STRINGs related to the security parameter, security model, and flags. Then we have two integers defining maximum size (1024) and message ID (64). The header is a sequence of length 12, which we left blank for simplicity. There is one integer, version (version 3). The whole message is a sequence of 52 bytes. Figure 28.24 shows the actual message sent by the manager station (client) to the agent (server).</a:t>
            </a:r>
          </a:p>
          <a:p>
            <a:endParaRPr lang="en-IN" dirty="0"/>
          </a:p>
        </p:txBody>
      </p:sp>
      <p:sp>
        <p:nvSpPr>
          <p:cNvPr id="4" name="Slide Number Placeholder 3">
            <a:extLst>
              <a:ext uri="{FF2B5EF4-FFF2-40B4-BE49-F238E27FC236}">
                <a16:creationId xmlns:a16="http://schemas.microsoft.com/office/drawing/2014/main" id="{0AF535D6-8CB1-F118-18E3-67A261BC5BCB}"/>
              </a:ext>
            </a:extLst>
          </p:cNvPr>
          <p:cNvSpPr>
            <a:spLocks noGrp="1"/>
          </p:cNvSpPr>
          <p:nvPr>
            <p:ph type="sldNum" sz="quarter" idx="12"/>
          </p:nvPr>
        </p:nvSpPr>
        <p:spPr/>
        <p:txBody>
          <a:bodyPr/>
          <a:lstStyle/>
          <a:p>
            <a:fld id="{CBABCCC1-BF11-4F37-963E-1BCD5B23FD72}" type="slidenum">
              <a:rPr lang="en-IN" smtClean="0"/>
              <a:pPr/>
              <a:t>33</a:t>
            </a:fld>
            <a:endParaRPr lang="en-IN"/>
          </a:p>
        </p:txBody>
      </p:sp>
    </p:spTree>
    <p:extLst>
      <p:ext uri="{BB962C8B-B14F-4D97-AF65-F5344CB8AC3E}">
        <p14:creationId xmlns:p14="http://schemas.microsoft.com/office/powerpoint/2010/main" val="395123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B5649-B4CE-92AC-AFA1-EAD924C6880B}"/>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4" name="Slide Number Placeholder 3">
            <a:extLst>
              <a:ext uri="{FF2B5EF4-FFF2-40B4-BE49-F238E27FC236}">
                <a16:creationId xmlns:a16="http://schemas.microsoft.com/office/drawing/2014/main" id="{ABBA2104-B9CA-56F6-3E97-3E09D2C9B446}"/>
              </a:ext>
            </a:extLst>
          </p:cNvPr>
          <p:cNvSpPr>
            <a:spLocks noGrp="1"/>
          </p:cNvSpPr>
          <p:nvPr>
            <p:ph type="sldNum" sz="quarter" idx="12"/>
          </p:nvPr>
        </p:nvSpPr>
        <p:spPr/>
        <p:txBody>
          <a:bodyPr/>
          <a:lstStyle/>
          <a:p>
            <a:fld id="{CBABCCC1-BF11-4F37-963E-1BCD5B23FD72}" type="slidenum">
              <a:rPr lang="en-IN" smtClean="0"/>
              <a:pPr/>
              <a:t>34</a:t>
            </a:fld>
            <a:endParaRPr lang="en-IN"/>
          </a:p>
        </p:txBody>
      </p:sp>
      <p:pic>
        <p:nvPicPr>
          <p:cNvPr id="5" name="Picture 6">
            <a:extLst>
              <a:ext uri="{FF2B5EF4-FFF2-40B4-BE49-F238E27FC236}">
                <a16:creationId xmlns:a16="http://schemas.microsoft.com/office/drawing/2014/main" id="{E92A47D2-D858-3B6A-92AA-577C86A9A46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778647" y="2016125"/>
            <a:ext cx="4949030" cy="344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0899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AD48E-1D7A-C369-6B43-03512A1EFAB6}"/>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4" name="Slide Number Placeholder 3">
            <a:extLst>
              <a:ext uri="{FF2B5EF4-FFF2-40B4-BE49-F238E27FC236}">
                <a16:creationId xmlns:a16="http://schemas.microsoft.com/office/drawing/2014/main" id="{77FC81E2-78DE-5325-3519-9EFA3D6E5F59}"/>
              </a:ext>
            </a:extLst>
          </p:cNvPr>
          <p:cNvSpPr>
            <a:spLocks noGrp="1"/>
          </p:cNvSpPr>
          <p:nvPr>
            <p:ph type="sldNum" sz="quarter" idx="12"/>
          </p:nvPr>
        </p:nvSpPr>
        <p:spPr/>
        <p:txBody>
          <a:bodyPr/>
          <a:lstStyle/>
          <a:p>
            <a:fld id="{CBABCCC1-BF11-4F37-963E-1BCD5B23FD72}" type="slidenum">
              <a:rPr lang="en-IN" smtClean="0"/>
              <a:pPr/>
              <a:t>35</a:t>
            </a:fld>
            <a:endParaRPr lang="en-IN"/>
          </a:p>
        </p:txBody>
      </p:sp>
      <p:pic>
        <p:nvPicPr>
          <p:cNvPr id="5" name="Picture 6">
            <a:extLst>
              <a:ext uri="{FF2B5EF4-FFF2-40B4-BE49-F238E27FC236}">
                <a16:creationId xmlns:a16="http://schemas.microsoft.com/office/drawing/2014/main" id="{6FDC8D83-84A2-CBAD-E38F-5A42D5E9D679}"/>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974211" y="2016125"/>
            <a:ext cx="2557902" cy="344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817CEFB8-4FD6-5CC0-4913-AE7A1958C9B9}"/>
              </a:ext>
            </a:extLst>
          </p:cNvPr>
          <p:cNvSpPr txBox="1"/>
          <p:nvPr/>
        </p:nvSpPr>
        <p:spPr>
          <a:xfrm>
            <a:off x="1451579" y="2014330"/>
            <a:ext cx="3133673" cy="369332"/>
          </a:xfrm>
          <a:prstGeom prst="rect">
            <a:avLst/>
          </a:prstGeom>
          <a:noFill/>
        </p:spPr>
        <p:txBody>
          <a:bodyPr wrap="square" rtlCol="0">
            <a:spAutoFit/>
          </a:bodyPr>
          <a:lstStyle/>
          <a:p>
            <a:r>
              <a:rPr lang="en-US" dirty="0" err="1"/>
              <a:t>GetRequest</a:t>
            </a:r>
            <a:r>
              <a:rPr lang="en-US" dirty="0"/>
              <a:t> Message</a:t>
            </a:r>
            <a:endParaRPr lang="en-IN" dirty="0"/>
          </a:p>
        </p:txBody>
      </p:sp>
    </p:spTree>
    <p:extLst>
      <p:ext uri="{BB962C8B-B14F-4D97-AF65-F5344CB8AC3E}">
        <p14:creationId xmlns:p14="http://schemas.microsoft.com/office/powerpoint/2010/main" val="22588644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686E-5513-C60C-B9DA-A77FD87D29B7}"/>
              </a:ext>
            </a:extLst>
          </p:cNvPr>
          <p:cNvSpPr>
            <a:spLocks noGrp="1"/>
          </p:cNvSpPr>
          <p:nvPr>
            <p:ph type="title"/>
          </p:nvPr>
        </p:nvSpPr>
        <p:spPr/>
        <p:txBody>
          <a:bodyPr/>
          <a:lstStyle/>
          <a:p>
            <a:r>
              <a:rPr lang="en-US" altLang="en-US" sz="3200" i="1" dirty="0">
                <a:effectLst>
                  <a:outerShdw blurRad="38100" dist="38100" dir="2700000" algn="tl">
                    <a:srgbClr val="C0C0C0"/>
                  </a:outerShdw>
                </a:effectLst>
                <a:latin typeface="Times New Roman" panose="02020603050405020304" pitchFamily="18" charset="0"/>
              </a:rPr>
              <a:t>Simple Network Management Protocol (SNMP)</a:t>
            </a:r>
            <a:endParaRPr lang="en-IN" dirty="0"/>
          </a:p>
        </p:txBody>
      </p:sp>
      <p:sp>
        <p:nvSpPr>
          <p:cNvPr id="3" name="Content Placeholder 2">
            <a:extLst>
              <a:ext uri="{FF2B5EF4-FFF2-40B4-BE49-F238E27FC236}">
                <a16:creationId xmlns:a16="http://schemas.microsoft.com/office/drawing/2014/main" id="{F8AB16D0-6197-2742-EC1C-BE179493E2F6}"/>
              </a:ext>
            </a:extLst>
          </p:cNvPr>
          <p:cNvSpPr>
            <a:spLocks noGrp="1"/>
          </p:cNvSpPr>
          <p:nvPr>
            <p:ph idx="1"/>
          </p:nvPr>
        </p:nvSpPr>
        <p:spPr/>
        <p:txBody>
          <a:bodyPr/>
          <a:lstStyle/>
          <a:p>
            <a:r>
              <a:rPr lang="en-US" dirty="0"/>
              <a:t>Port Number of SNMP</a:t>
            </a:r>
          </a:p>
          <a:p>
            <a:endParaRPr lang="en-IN" dirty="0"/>
          </a:p>
        </p:txBody>
      </p:sp>
      <p:sp>
        <p:nvSpPr>
          <p:cNvPr id="4" name="Slide Number Placeholder 3">
            <a:extLst>
              <a:ext uri="{FF2B5EF4-FFF2-40B4-BE49-F238E27FC236}">
                <a16:creationId xmlns:a16="http://schemas.microsoft.com/office/drawing/2014/main" id="{792BA84F-D2F2-62FD-064B-A953D106781A}"/>
              </a:ext>
            </a:extLst>
          </p:cNvPr>
          <p:cNvSpPr>
            <a:spLocks noGrp="1"/>
          </p:cNvSpPr>
          <p:nvPr>
            <p:ph type="sldNum" sz="quarter" idx="12"/>
          </p:nvPr>
        </p:nvSpPr>
        <p:spPr/>
        <p:txBody>
          <a:bodyPr/>
          <a:lstStyle/>
          <a:p>
            <a:fld id="{CBABCCC1-BF11-4F37-963E-1BCD5B23FD72}" type="slidenum">
              <a:rPr lang="en-IN" smtClean="0"/>
              <a:pPr/>
              <a:t>36</a:t>
            </a:fld>
            <a:endParaRPr lang="en-IN"/>
          </a:p>
        </p:txBody>
      </p:sp>
      <p:pic>
        <p:nvPicPr>
          <p:cNvPr id="5" name="Picture 6">
            <a:extLst>
              <a:ext uri="{FF2B5EF4-FFF2-40B4-BE49-F238E27FC236}">
                <a16:creationId xmlns:a16="http://schemas.microsoft.com/office/drawing/2014/main" id="{2BD53393-71B0-7290-519B-DE3DA15906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1853755"/>
            <a:ext cx="4958854" cy="4235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7293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92345-09F3-0534-05D3-5F3F58246534}"/>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sz="3200" dirty="0"/>
              <a:t>REFERENCES FOR FURTHER LEARNING OF THE SESSION</a:t>
            </a:r>
            <a:endParaRPr lang="en-IN" dirty="0"/>
          </a:p>
        </p:txBody>
      </p:sp>
      <p:sp>
        <p:nvSpPr>
          <p:cNvPr id="3" name="Content Placeholder 2">
            <a:extLst>
              <a:ext uri="{FF2B5EF4-FFF2-40B4-BE49-F238E27FC236}">
                <a16:creationId xmlns:a16="http://schemas.microsoft.com/office/drawing/2014/main" id="{CB2C869B-E86C-B640-D52B-7D513C6F6326}"/>
              </a:ext>
            </a:extLst>
          </p:cNvPr>
          <p:cNvSpPr>
            <a:spLocks noGrp="1"/>
          </p:cNvSpPr>
          <p:nvPr>
            <p:ph idx="1"/>
          </p:nvPr>
        </p:nvSpPr>
        <p:spPr/>
        <p:txBody>
          <a:bodyPr>
            <a:normAutofit fontScale="62500" lnSpcReduction="20000"/>
          </a:bodyPr>
          <a:lstStyle/>
          <a:p>
            <a:pPr marL="0" indent="0" algn="just">
              <a:buNone/>
            </a:pPr>
            <a:r>
              <a:rPr lang="en-US" sz="1800" b="1" kern="0" dirty="0">
                <a:effectLst/>
                <a:latin typeface="Times New Roman" panose="02020603050405020304" pitchFamily="18" charset="0"/>
                <a:ea typeface="Times New Roman" panose="02020603050405020304" pitchFamily="18" charset="0"/>
              </a:rPr>
              <a:t>Reference Books:</a:t>
            </a:r>
            <a:endParaRPr lang="en-IN" sz="1800" b="1" kern="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US" sz="1800" dirty="0">
                <a:effectLst/>
                <a:latin typeface="Times New Roman" panose="02020603050405020304" pitchFamily="18" charset="0"/>
                <a:ea typeface="Times New Roman" panose="02020603050405020304" pitchFamily="18" charset="0"/>
              </a:rPr>
              <a:t>Data Communications and Networking (3rd Ed.) “–B. A. </a:t>
            </a:r>
            <a:r>
              <a:rPr lang="en-US" sz="1800" dirty="0" err="1">
                <a:effectLst/>
                <a:latin typeface="Times New Roman" panose="02020603050405020304" pitchFamily="18" charset="0"/>
                <a:ea typeface="Times New Roman" panose="02020603050405020304" pitchFamily="18" charset="0"/>
              </a:rPr>
              <a:t>Ferouzan</a:t>
            </a:r>
            <a:r>
              <a:rPr lang="en-US" sz="1800" dirty="0">
                <a:effectLst/>
                <a:latin typeface="Times New Roman" panose="02020603050405020304" pitchFamily="18" charset="0"/>
                <a:ea typeface="Times New Roman" panose="02020603050405020304" pitchFamily="18" charset="0"/>
              </a:rPr>
              <a:t> – TMH</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US" sz="1800" dirty="0">
                <a:effectLst/>
                <a:latin typeface="Times New Roman" panose="02020603050405020304" pitchFamily="18" charset="0"/>
                <a:ea typeface="Times New Roman" panose="02020603050405020304" pitchFamily="18" charset="0"/>
              </a:rPr>
              <a:t>Computer Networks (4th Ed.)”, A. S. Tanenbaum – – Pearson Education/PHI</a:t>
            </a:r>
            <a:endParaRPr lang="en-IN" sz="1800" dirty="0">
              <a:effectLst/>
              <a:latin typeface="Times New Roman" panose="02020603050405020304" pitchFamily="18" charset="0"/>
              <a:ea typeface="Times New Roman" panose="02020603050405020304" pitchFamily="18" charset="0"/>
            </a:endParaRPr>
          </a:p>
          <a:p>
            <a:pPr marL="0" indent="0" algn="just">
              <a:buNone/>
            </a:pPr>
            <a:r>
              <a:rPr lang="en-US" sz="1800" b="1" kern="0" dirty="0">
                <a:effectLst/>
                <a:latin typeface="Times New Roman" panose="02020603050405020304" pitchFamily="18" charset="0"/>
                <a:ea typeface="Times New Roman" panose="02020603050405020304" pitchFamily="18" charset="0"/>
              </a:rPr>
              <a:t>Sites and Web links:</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kern="0" dirty="0">
                <a:effectLst/>
                <a:latin typeface="Times New Roman" panose="02020603050405020304" pitchFamily="18" charset="0"/>
                <a:ea typeface="Times New Roman" panose="02020603050405020304" pitchFamily="18" charset="0"/>
              </a:rPr>
              <a:t>https://www.scaler.com/topics/computer-network/socket-programming/</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u="sng" kern="0" dirty="0">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https://www.geeksforgeeks.org/socket-in-computer-network/</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u="sng" kern="0" dirty="0">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https://www.cloudflare.com/learning/ssl/what-is-ssl/</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u="sng" kern="0" dirty="0">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https://www.geeksforgeeks.org/secure-socket-layer-ssl/</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u="sng" kern="0" dirty="0">
                <a:effectLst/>
                <a:latin typeface="Times New Roman" panose="02020603050405020304" pitchFamily="18" charset="0"/>
                <a:ea typeface="Times New Roman" panose="02020603050405020304" pitchFamily="18" charset="0"/>
                <a:hlinkClick r:id="rId5">
                  <a:extLst>
                    <a:ext uri="{A12FA001-AC4F-418D-AE19-62706E023703}">
                      <ahyp:hlinkClr xmlns:ahyp="http://schemas.microsoft.com/office/drawing/2018/hyperlinkcolor" val="tx"/>
                    </a:ext>
                  </a:extLst>
                </a:hlinkClick>
              </a:rPr>
              <a:t>https://www.javatpoint.com/simple-network-management-protocol</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kern="0" dirty="0">
                <a:effectLst/>
                <a:latin typeface="Times New Roman" panose="02020603050405020304" pitchFamily="18" charset="0"/>
                <a:ea typeface="Times New Roman" panose="02020603050405020304" pitchFamily="18" charset="0"/>
              </a:rPr>
              <a:t>https://www.manageengine.com/network-monitoring/what-is-snmp.html</a:t>
            </a:r>
            <a:endParaRPr lang="en-IN" sz="1800" b="1" kern="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1FEA7D92-9011-5508-98BE-0802776702EB}"/>
              </a:ext>
            </a:extLst>
          </p:cNvPr>
          <p:cNvSpPr>
            <a:spLocks noGrp="1"/>
          </p:cNvSpPr>
          <p:nvPr>
            <p:ph type="sldNum" sz="quarter" idx="12"/>
          </p:nvPr>
        </p:nvSpPr>
        <p:spPr/>
        <p:txBody>
          <a:bodyPr/>
          <a:lstStyle/>
          <a:p>
            <a:fld id="{CBABCCC1-BF11-4F37-963E-1BCD5B23FD72}" type="slidenum">
              <a:rPr lang="en-IN" smtClean="0"/>
              <a:pPr/>
              <a:t>37</a:t>
            </a:fld>
            <a:endParaRPr lang="en-IN"/>
          </a:p>
        </p:txBody>
      </p:sp>
    </p:spTree>
    <p:extLst>
      <p:ext uri="{BB962C8B-B14F-4D97-AF65-F5344CB8AC3E}">
        <p14:creationId xmlns:p14="http://schemas.microsoft.com/office/powerpoint/2010/main" val="36483355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92BE84-3448-2348-B352-CD5BC083E5FD}"/>
              </a:ext>
            </a:extLst>
          </p:cNvPr>
          <p:cNvSpPr>
            <a:spLocks noGrp="1"/>
          </p:cNvSpPr>
          <p:nvPr>
            <p:ph type="ctrTitle"/>
          </p:nvPr>
        </p:nvSpPr>
        <p:spPr>
          <a:xfrm>
            <a:off x="2417779" y="1711234"/>
            <a:ext cx="8637073" cy="2677885"/>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br>
              <a:rPr lang="en-US" sz="2400" b="1" dirty="0">
                <a:latin typeface="Poppins" pitchFamily="2" charset="77"/>
                <a:cs typeface="Poppins" pitchFamily="2" charset="77"/>
              </a:rPr>
            </a:b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a:solidFill>
                  <a:schemeClr val="bg1"/>
                </a:solidFill>
                <a:latin typeface="Poppins" pitchFamily="2" charset="77"/>
                <a:cs typeface="Poppins" pitchFamily="2" charset="77"/>
              </a:rPr>
              <a:t>Team –</a:t>
            </a:r>
            <a:r>
              <a:rPr lang="en-US" sz="2400">
                <a:solidFill>
                  <a:schemeClr val="bg1"/>
                </a:solidFill>
              </a:rPr>
              <a:t>NETWORK </a:t>
            </a:r>
            <a:r>
              <a:rPr lang="en-US" sz="2400" dirty="0">
                <a:solidFill>
                  <a:schemeClr val="bg1"/>
                </a:solidFill>
              </a:rPr>
              <a:t>PROTOCOLS &amp; </a:t>
            </a:r>
            <a:r>
              <a:rPr lang="en-US" sz="2400">
                <a:solidFill>
                  <a:schemeClr val="bg1"/>
                </a:solidFill>
              </a:rPr>
              <a:t>SECURITY (NPS</a:t>
            </a:r>
            <a:r>
              <a:rPr lang="en-US" sz="2400" dirty="0">
                <a:solidFill>
                  <a:schemeClr val="bg1"/>
                </a:solidFill>
              </a:rPr>
              <a:t>)</a:t>
            </a:r>
          </a:p>
          <a:p>
            <a:pPr algn="ctr"/>
            <a:endParaRPr lang="en-US" sz="2400" b="1" cap="all" dirty="0">
              <a:ln/>
              <a:solidFill>
                <a:srgbClr val="C00000"/>
              </a:solidFill>
              <a:cs typeface="Poppins" panose="00000500000000000000" pitchFamily="2" charset="0"/>
              <a:sym typeface="BioRhyme ExtraBold"/>
            </a:endParaRPr>
          </a:p>
          <a:p>
            <a:pPr algn="ct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5" name="Picture 2" descr="KL Deemed to be University Logo"/>
          <p:cNvPicPr>
            <a:picLocks noChangeAspect="1" noChangeArrowheads="1"/>
          </p:cNvPicPr>
          <p:nvPr/>
        </p:nvPicPr>
        <p:blipFill>
          <a:blip r:embed="rId2" cstate="print"/>
          <a:srcRect/>
          <a:stretch>
            <a:fillRect/>
          </a:stretch>
        </p:blipFill>
        <p:spPr bwMode="auto">
          <a:xfrm>
            <a:off x="5645163" y="2168435"/>
            <a:ext cx="3235570" cy="1083212"/>
          </a:xfrm>
          <a:prstGeom prst="rect">
            <a:avLst/>
          </a:prstGeom>
          <a:noFill/>
        </p:spPr>
      </p:pic>
    </p:spTree>
    <p:extLst>
      <p:ext uri="{BB962C8B-B14F-4D97-AF65-F5344CB8AC3E}">
        <p14:creationId xmlns:p14="http://schemas.microsoft.com/office/powerpoint/2010/main" val="235980485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5_6233206605559631053</Template>
  <TotalTime>452</TotalTime>
  <Words>1114</Words>
  <Application>Microsoft Office PowerPoint</Application>
  <PresentationFormat>Widescreen</PresentationFormat>
  <Paragraphs>149</Paragraphs>
  <Slides>38</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38</vt:i4>
      </vt:variant>
    </vt:vector>
  </HeadingPairs>
  <TitlesOfParts>
    <vt:vector size="48" baseType="lpstr">
      <vt:lpstr>Arial</vt:lpstr>
      <vt:lpstr>BioRhyme ExtraBold</vt:lpstr>
      <vt:lpstr>Calibri</vt:lpstr>
      <vt:lpstr>Gill Sans MT</vt:lpstr>
      <vt:lpstr>Poppins</vt:lpstr>
      <vt:lpstr>Stencil</vt:lpstr>
      <vt:lpstr>Times New Roman</vt:lpstr>
      <vt:lpstr>Wingdings</vt:lpstr>
      <vt:lpstr>Gallery</vt:lpstr>
      <vt:lpstr>1_Gallery</vt:lpstr>
      <vt:lpstr>NETWORKS, PROTOCOLS &amp; SECURITY (DNPS)  24EC2210   Topic:  SNMP </vt:lpstr>
      <vt:lpstr>PowerPoint Presentation</vt:lpstr>
      <vt:lpstr>Syllabus</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Simple Network Management Protocol (SNMP)</vt:lpstr>
      <vt:lpstr>REFERENCES FOR FURTHER LEARNING OF THE SESSION</vt:lpstr>
      <vt:lpstr>  THANK YOU       Team –NETWORK PROTOCOLS &amp; SECURITY (NPS)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Mohd Shamsh Tabarej</dc:creator>
  <cp:lastModifiedBy>GORLA VENKATA GANESH</cp:lastModifiedBy>
  <cp:revision>38</cp:revision>
  <dcterms:created xsi:type="dcterms:W3CDTF">2023-05-15T04:45:49Z</dcterms:created>
  <dcterms:modified xsi:type="dcterms:W3CDTF">2025-12-17T06:47:03Z</dcterms:modified>
</cp:coreProperties>
</file>