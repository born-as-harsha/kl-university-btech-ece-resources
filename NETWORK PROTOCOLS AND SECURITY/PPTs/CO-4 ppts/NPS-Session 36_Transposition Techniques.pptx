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7" r:id="rId2"/>
    <p:sldId id="283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6" r:id="rId11"/>
    <p:sldId id="315" r:id="rId12"/>
    <p:sldId id="284" r:id="rId13"/>
    <p:sldId id="30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Abhi" userId="f8e599a9041de5bd" providerId="LiveId" clId="{0E881EA1-49BF-416A-85DE-896CE4F6B4DC}"/>
    <pc:docChg chg="modSld">
      <pc:chgData name="Harsha Abhi" userId="f8e599a9041de5bd" providerId="LiveId" clId="{0E881EA1-49BF-416A-85DE-896CE4F6B4DC}" dt="2026-04-15T04:12:15.442" v="0" actId="1036"/>
      <pc:docMkLst>
        <pc:docMk/>
      </pc:docMkLst>
      <pc:sldChg chg="modSp mod">
        <pc:chgData name="Harsha Abhi" userId="f8e599a9041de5bd" providerId="LiveId" clId="{0E881EA1-49BF-416A-85DE-896CE4F6B4DC}" dt="2026-04-15T04:12:15.442" v="0" actId="1036"/>
        <pc:sldMkLst>
          <pc:docMk/>
          <pc:sldMk cId="3583991915" sldId="308"/>
        </pc:sldMkLst>
        <pc:picChg chg="mod">
          <ac:chgData name="Harsha Abhi" userId="f8e599a9041de5bd" providerId="LiveId" clId="{0E881EA1-49BF-416A-85DE-896CE4F6B4DC}" dt="2026-04-15T04:12:15.442" v="0" actId="1036"/>
          <ac:picMkLst>
            <pc:docMk/>
            <pc:sldMk cId="3583991915" sldId="308"/>
            <ac:picMk id="7" creationId="{3364D643-D0D9-4F0F-9334-03D447A1C4B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7F059-1FD3-4F39-BE62-FA40EA6B0B13}" type="datetimeFigureOut">
              <a:rPr lang="en-IN" smtClean="0"/>
              <a:pPr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58917-74D7-4F58-9CDD-826089178B9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02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1430-02A2-4F6F-95A9-34ACA1DE0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78057-42B0-49AF-9408-35CB29A90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8D3F8-B6C1-41BD-8351-5EDEA765D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89A96-79DE-4C4B-AE8F-6A765906D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4BB84-16EB-4912-A9EE-BF7B2827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17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F2B9-6BF3-4943-B01F-791617F59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8D58-416E-4512-8DAA-C6D089EE4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C4D0-C741-4447-83F3-68571A6A9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5E9BF-BA0C-400A-84D5-848407F7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D92A4-D16E-41C8-9847-8C2DFCD7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A7044-82C4-4B4E-B88C-B4365FE44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2BC52-6876-4EE5-9CDA-5FCB5EBD3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28F78-3A5A-496D-9C14-C9F1BAB74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8022D-E983-4184-A9FC-F92B1B975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BF96-90CE-4612-BB9B-1AF1D3B5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28D0-DFB8-45A5-A23E-1ED905AB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017F1-0EEC-43A1-A15A-F82D95DA2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0F63D-52EF-409C-9232-E370B173E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CE5AD-5403-43F9-AA0F-F06DD55F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07E7D-E366-4524-A63C-D8FBF1317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7F81B-446A-437D-B65F-5CF29B08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780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2ABB-A139-4F88-9CD3-666928ECD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F431E-D4AB-42F0-9B1B-D50F49161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BEB46-23BA-4521-A320-762A050AC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7064F-CC01-402D-A009-E4A7EA1717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1AFA2-0DC6-44CE-8235-73A3FA02DD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5826A7-C252-4F8A-B071-AD820B09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FD308A-25C2-4F39-835E-FA06A30F0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47B1F-90FA-4D87-93EA-AD2C27E15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8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1DDB7-C8C9-4A1A-A026-21708D41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96E43-A13F-4773-A273-EC4E02F15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5B703-B5B7-4C37-8BDE-E766074D1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49C412-2172-4C52-9C49-E00501EA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1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950EC-21D7-43B2-85A2-C05197542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9382C4-9278-4515-B6AA-6DBA0E5B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E7F18-0BA9-4AC3-9AAE-8FA758CD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46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6703-9D36-45E1-9997-F0EE1EF28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6D04-2035-413B-9C0D-366DBEF83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526C-1440-4E60-B326-80B29EAD7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B8F0C-3464-44DD-B898-D490284E0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FDE26-224D-414D-8E97-21A03A68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B881B-D2E4-4883-9087-753BD896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23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EBD5D-0D6C-4E67-95DA-B8ABB46B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A90C8-5F6B-4A47-9CC5-776327C3A1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703E00-C491-4054-86C5-AA8275252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2B0E1-9964-4390-8549-C894573D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22811-2287-4292-8422-3863E908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7AAEC-2E4C-424B-8BE1-023E2B96E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51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3753-0440-4F15-B38C-AC9BD5A0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2196C-6956-40E2-8025-184D03BEC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032DF-F7AB-4631-96F2-69ACE1645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73C3-78A9-4F3F-AED9-A5AABA952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7231D-FCB1-4F04-A0C0-941BB56C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97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0680D-7DEF-4749-845A-38690F6B4B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EE8E9-79FF-41DB-8DAE-03F895F25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74A64-7BC9-4B99-A352-7D42ACEA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C2EB3-337F-499B-8083-FD9E21BA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F3A5D-C4B8-4D9C-B9BE-9C94BCA3D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86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3559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8CE8AA-8556-4E61-A024-298F312A8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634FA-8772-4E4D-8B8B-4905A934E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FE9B1-5F5D-4D32-A63C-85273AB938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2556E-593C-48B2-8C8F-13666BE3F444}" type="datetimeFigureOut">
              <a:rPr lang="en-US" smtClean="0"/>
              <a:pPr/>
              <a:t>15-Apr-26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915B0-CCDF-47F4-A464-508185A47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B3B6-9423-4AC6-A3E2-41C0420C7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A6162-2D20-4B0A-96B2-AE7CD50062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4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Transposition Techniques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18646" y="5085005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36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1D59-8A4F-4514-9181-B745F920C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8389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Transposition Ciphers</a:t>
            </a:r>
          </a:p>
        </p:txBody>
      </p:sp>
    </p:spTree>
    <p:extLst>
      <p:ext uri="{BB962C8B-B14F-4D97-AF65-F5344CB8AC3E}">
        <p14:creationId xmlns:p14="http://schemas.microsoft.com/office/powerpoint/2010/main" val="2480109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6C581-79A1-4BF8-8869-523748EF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3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64D643-D0D9-4F0F-9334-03D447A1C4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6" t="20470" r="35217" b="39126"/>
          <a:stretch/>
        </p:blipFill>
        <p:spPr>
          <a:xfrm>
            <a:off x="1451925" y="3007324"/>
            <a:ext cx="8428382" cy="3134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884BBB-D965-673E-1E22-E8D20D798B78}"/>
              </a:ext>
            </a:extLst>
          </p:cNvPr>
          <p:cNvSpPr txBox="1"/>
          <p:nvPr/>
        </p:nvSpPr>
        <p:spPr>
          <a:xfrm>
            <a:off x="3193774" y="536382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Rail Fence Technique</a:t>
            </a:r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D046B4C8-91BA-68E3-AFB7-BA3F0A6E96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111" t="19739" r="35162" b="60404"/>
          <a:stretch/>
        </p:blipFill>
        <p:spPr>
          <a:xfrm>
            <a:off x="1451925" y="1407069"/>
            <a:ext cx="8428382" cy="1590924"/>
          </a:xfrm>
        </p:spPr>
      </p:pic>
    </p:spTree>
    <p:extLst>
      <p:ext uri="{BB962C8B-B14F-4D97-AF65-F5344CB8AC3E}">
        <p14:creationId xmlns:p14="http://schemas.microsoft.com/office/powerpoint/2010/main" val="3583991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9034DB-E721-45B1-9AEB-4EEE0F19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4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A53444-2278-4255-B875-9FA92F0F48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0" t="20662" r="37174" b="20178"/>
          <a:stretch/>
        </p:blipFill>
        <p:spPr>
          <a:xfrm>
            <a:off x="1630016" y="1152939"/>
            <a:ext cx="8587409" cy="480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2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9E945-F555-483C-ACC4-52CEB6550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4"/>
            <a:ext cx="10515600" cy="68577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Rail Fence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F28A8-6185-4708-B3E5-0E83423D0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5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4FBFC4-39D2-4578-A137-70AEFEB217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18" t="16989" r="47391" b="72149"/>
          <a:stretch/>
        </p:blipFill>
        <p:spPr>
          <a:xfrm>
            <a:off x="2602572" y="2678340"/>
            <a:ext cx="7204038" cy="137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56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48E1-55BE-4C59-95D9-9B3C108CC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70551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Rail Fence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FA002-7D2D-4C39-9F7C-D90F09F2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6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86D40-E6B2-4103-9362-4C627898F0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48" t="16833" r="50000" b="50000"/>
          <a:stretch/>
        </p:blipFill>
        <p:spPr>
          <a:xfrm>
            <a:off x="2464903" y="1201862"/>
            <a:ext cx="7553741" cy="500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80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9C88-AE89-4DAB-9F16-34010219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 err="1"/>
              <a:t>RailFence</a:t>
            </a:r>
            <a:r>
              <a:rPr lang="en-IN" dirty="0"/>
              <a:t>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46D6E-B4EE-4E3F-8263-3C1EEEAE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7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FB8B93-5741-43B2-B6B6-B038C73C7C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544" t="16833" r="45543" b="45698"/>
          <a:stretch/>
        </p:blipFill>
        <p:spPr>
          <a:xfrm>
            <a:off x="2504661" y="1155470"/>
            <a:ext cx="7341704" cy="456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0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13A6F-3095-4457-AD8A-9FF934840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 err="1"/>
              <a:t>RailFence</a:t>
            </a:r>
            <a:r>
              <a:rPr lang="en-IN" dirty="0"/>
              <a:t>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744FC-48D7-46F2-B3B5-91E8E4EB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8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967C16-F12E-444D-9B30-91CE922C7C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739" t="18342" r="44891" b="32938"/>
          <a:stretch/>
        </p:blipFill>
        <p:spPr>
          <a:xfrm>
            <a:off x="2650435" y="1258957"/>
            <a:ext cx="6997148" cy="484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07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687CF-B6CC-46EF-B244-A4E14969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 err="1"/>
              <a:t>RailFence</a:t>
            </a:r>
            <a:r>
              <a:rPr lang="en-IN" dirty="0"/>
              <a:t> Technique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8D7AA-610D-4DCA-B806-A6D4DEA73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9</a:t>
            </a:fld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D73A52-ED4B-4204-B28F-4F0BC2BA4D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17" t="16833" r="45652" b="32938"/>
          <a:stretch/>
        </p:blipFill>
        <p:spPr>
          <a:xfrm>
            <a:off x="2464904" y="1155470"/>
            <a:ext cx="7341705" cy="5153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0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04CE2-E3F3-4B5D-8FE0-00B26500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780"/>
            <a:ext cx="10515600" cy="64525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Rail fence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3D600-C318-42B8-A941-35BE0C3F3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19" y="936761"/>
            <a:ext cx="10515600" cy="5421836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  <a:latin typeface="Quicksand"/>
              </a:rPr>
              <a:t>Plaintext: "</a:t>
            </a:r>
            <a:r>
              <a:rPr lang="en-US" b="0" i="0" dirty="0" err="1">
                <a:effectLst/>
                <a:latin typeface="Quicksand"/>
              </a:rPr>
              <a:t>defendtheeastwall</a:t>
            </a:r>
            <a:r>
              <a:rPr lang="en-US" b="0" i="0" dirty="0">
                <a:effectLst/>
                <a:latin typeface="Quicksand"/>
              </a:rPr>
              <a:t>“</a:t>
            </a:r>
          </a:p>
          <a:p>
            <a:pPr algn="just"/>
            <a:r>
              <a:rPr lang="en-US" dirty="0">
                <a:latin typeface="Quicksand"/>
              </a:rPr>
              <a:t>Rails / Key: 2</a:t>
            </a:r>
          </a:p>
          <a:p>
            <a:pPr algn="just"/>
            <a:endParaRPr lang="en-US" b="0" i="0" dirty="0">
              <a:effectLst/>
              <a:latin typeface="Quicksand"/>
            </a:endParaRPr>
          </a:p>
          <a:p>
            <a:pPr algn="just"/>
            <a:endParaRPr lang="en-US" dirty="0">
              <a:latin typeface="Quicksand"/>
            </a:endParaRPr>
          </a:p>
          <a:p>
            <a:pPr algn="just"/>
            <a:r>
              <a:rPr lang="en-US" dirty="0">
                <a:latin typeface="Quicksand"/>
              </a:rPr>
              <a:t>Ciphertext: DFNTEATALEEDHESWL</a:t>
            </a:r>
          </a:p>
          <a:p>
            <a:pPr marL="0" indent="0" algn="just">
              <a:buNone/>
            </a:pPr>
            <a:r>
              <a:rPr lang="en-US" dirty="0">
                <a:latin typeface="Quicksand"/>
              </a:rPr>
              <a:t>_______________________________________________________</a:t>
            </a:r>
          </a:p>
          <a:p>
            <a:pPr algn="just"/>
            <a:r>
              <a:rPr lang="en-US" b="0" i="0" dirty="0">
                <a:effectLst/>
                <a:latin typeface="Quicksand"/>
              </a:rPr>
              <a:t>Key: 3</a:t>
            </a:r>
          </a:p>
          <a:p>
            <a:pPr algn="just"/>
            <a:endParaRPr lang="en-US" dirty="0">
              <a:latin typeface="Quicksand"/>
            </a:endParaRPr>
          </a:p>
          <a:p>
            <a:pPr algn="just"/>
            <a:endParaRPr lang="en-US" b="0" i="0" dirty="0">
              <a:effectLst/>
              <a:latin typeface="Quicksand"/>
            </a:endParaRPr>
          </a:p>
          <a:p>
            <a:pPr algn="just"/>
            <a:r>
              <a:rPr lang="en-US" dirty="0">
                <a:latin typeface="Quicksand"/>
              </a:rPr>
              <a:t>Ciphertext: DNETLEEDHESWLXFTAAX</a:t>
            </a:r>
            <a:endParaRPr lang="en-US" b="0" i="0" dirty="0">
              <a:effectLst/>
              <a:latin typeface="Quicksand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9CA64C3-B109-4EA3-A9D1-6EB1C2774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631" y="1813992"/>
            <a:ext cx="6920910" cy="99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839FAB71-AAA9-4FA8-82A8-D6BF7FB58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631" y="4052475"/>
            <a:ext cx="6920911" cy="122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549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Columnar Encryption Technique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110" t="37960" r="33796" b="23135"/>
          <a:stretch/>
        </p:blipFill>
        <p:spPr>
          <a:xfrm>
            <a:off x="1490749" y="1302326"/>
            <a:ext cx="9157855" cy="456274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2016 KL University – The contents of this presentation are an intellectual and copyrighted property of KL University. ALL RIGHTS RESERVED</a:t>
            </a:r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7FF5-4BF9-4B21-B0D2-9B7FF2B27D7F}" type="slidenum">
              <a:rPr lang="en-AU" smtClean="0"/>
              <a:pPr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07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6DD85-E9C0-451C-89CC-9AC15BAF9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C00000"/>
                </a:solidFill>
              </a:rPr>
              <a:t>Columnar Cipher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BA3F9-CF53-4597-8BC0-C6B2BF67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Message: </a:t>
            </a:r>
            <a:r>
              <a:rPr lang="en-US" dirty="0" err="1"/>
              <a:t>meetmeatnextmidnight</a:t>
            </a:r>
            <a:endParaRPr lang="en-US" dirty="0"/>
          </a:p>
          <a:p>
            <a:r>
              <a:rPr lang="en-US" dirty="0"/>
              <a:t>Key: FANCY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Ciphertext: </a:t>
            </a:r>
            <a:r>
              <a:rPr lang="en-US" dirty="0" err="1"/>
              <a:t>eatitnihmexnetmgmedt</a:t>
            </a:r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92AB921-6B4A-45A5-B8BC-29FDC5BCD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804" y="1690688"/>
            <a:ext cx="4862366" cy="357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592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2656A-EEC9-9ED2-6BF8-ADEB8A85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2CA33-B5DE-8A57-192E-5BEDE98D5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Quicksand"/>
              </a:rPr>
              <a:t>Ciphertext: DNETLEEDHESWLXFTAAX</a:t>
            </a:r>
            <a:endParaRPr lang="en-US" b="0" i="0" dirty="0">
              <a:effectLst/>
              <a:latin typeface="Quicksand"/>
            </a:endParaRPr>
          </a:p>
          <a:p>
            <a:r>
              <a:rPr lang="en-IN" dirty="0"/>
              <a:t>Key : 3</a:t>
            </a:r>
          </a:p>
        </p:txBody>
      </p:sp>
    </p:spTree>
    <p:extLst>
      <p:ext uri="{BB962C8B-B14F-4D97-AF65-F5344CB8AC3E}">
        <p14:creationId xmlns:p14="http://schemas.microsoft.com/office/powerpoint/2010/main" val="2592155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103</Words>
  <Application>Microsoft Office PowerPoint</Application>
  <PresentationFormat>Widescreen</PresentationFormat>
  <Paragraphs>42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BioRhyme ExtraBold</vt:lpstr>
      <vt:lpstr>Calibri</vt:lpstr>
      <vt:lpstr>Calibri Light</vt:lpstr>
      <vt:lpstr>Poppins</vt:lpstr>
      <vt:lpstr>Quicksand</vt:lpstr>
      <vt:lpstr>Office Theme</vt:lpstr>
      <vt:lpstr>PowerPoint Presentation</vt:lpstr>
      <vt:lpstr>Transposition Ciphers</vt:lpstr>
      <vt:lpstr>PowerPoint Presentation</vt:lpstr>
      <vt:lpstr>PowerPoint Presentation</vt:lpstr>
      <vt:lpstr>Rail Fence Technique</vt:lpstr>
      <vt:lpstr>Rail Fence Technique</vt:lpstr>
      <vt:lpstr>RailFence Technique</vt:lpstr>
      <vt:lpstr>RailFence Technique</vt:lpstr>
      <vt:lpstr>RailFence Technique</vt:lpstr>
      <vt:lpstr>Rail fence Cipher</vt:lpstr>
      <vt:lpstr>Columnar Encryption Technique</vt:lpstr>
      <vt:lpstr>Columnar Cipher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Security</dc:title>
  <dc:creator>Radhika Rani Chintala</dc:creator>
  <cp:lastModifiedBy>Harsha Abhi</cp:lastModifiedBy>
  <cp:revision>49</cp:revision>
  <dcterms:created xsi:type="dcterms:W3CDTF">2022-03-25T10:08:01Z</dcterms:created>
  <dcterms:modified xsi:type="dcterms:W3CDTF">2026-04-15T04:12:24Z</dcterms:modified>
</cp:coreProperties>
</file>