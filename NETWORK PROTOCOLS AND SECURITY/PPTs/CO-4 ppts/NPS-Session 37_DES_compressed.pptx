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7" r:id="rId2"/>
    <p:sldId id="289" r:id="rId3"/>
    <p:sldId id="288" r:id="rId4"/>
    <p:sldId id="299" r:id="rId5"/>
    <p:sldId id="302" r:id="rId6"/>
    <p:sldId id="303" r:id="rId7"/>
    <p:sldId id="304" r:id="rId8"/>
    <p:sldId id="301" r:id="rId9"/>
    <p:sldId id="308" r:id="rId10"/>
    <p:sldId id="309" r:id="rId11"/>
    <p:sldId id="310" r:id="rId12"/>
    <p:sldId id="311" r:id="rId13"/>
    <p:sldId id="312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8046" autoAdjust="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7F059-1FD3-4F39-BE62-FA40EA6B0B1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58917-74D7-4F58-9CDD-826089178B9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2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1430-02A2-4F6F-95A9-34ACA1DE0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78057-42B0-49AF-9408-35CB29A90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D3F8-B6C1-41BD-8351-5EDEA765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9A96-79DE-4C4B-AE8F-6A765906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4BB84-16EB-4912-A9EE-BF7B2827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1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F2B9-6BF3-4943-B01F-791617F5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8D58-416E-4512-8DAA-C6D089EE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C4D0-C741-4447-83F3-68571A6A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5E9BF-BA0C-400A-84D5-848407F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D92A4-D16E-41C8-9847-8C2DFCD7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7044-82C4-4B4E-B88C-B4365FE4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2BC52-6876-4EE5-9CDA-5FCB5EBD3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28F78-3A5A-496D-9C14-C9F1BAB7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8022D-E983-4184-A9FC-F92B1B97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BF96-90CE-4612-BB9B-1AF1D3B5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28D0-DFB8-45A5-A23E-1ED905AB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017F1-0EEC-43A1-A15A-F82D95DA2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0F63D-52EF-409C-9232-E370B173E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CE5AD-5403-43F9-AA0F-F06DD55F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07E7D-E366-4524-A63C-D8FBF131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7F81B-446A-437D-B65F-5CF29B08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8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2ABB-A139-4F88-9CD3-666928EC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F431E-D4AB-42F0-9B1B-D50F49161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BEB46-23BA-4521-A320-762A050AC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7064F-CC01-402D-A009-E4A7EA171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1AFA2-0DC6-44CE-8235-73A3FA02D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826A7-C252-4F8A-B071-AD820B09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D308A-25C2-4F39-835E-FA06A30F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47B1F-90FA-4D87-93EA-AD2C27E1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DDB7-C8C9-4A1A-A026-21708D41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96E43-A13F-4773-A273-EC4E02F15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5B703-B5B7-4C37-8BDE-E766074D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9C412-2172-4C52-9C49-E00501E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1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950EC-21D7-43B2-85A2-C0519754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382C4-9278-4515-B6AA-6DBA0E5B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E7F18-0BA9-4AC3-9AAE-8FA758CD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4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6703-9D36-45E1-9997-F0EE1EF2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6D04-2035-413B-9C0D-366DBEF8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526C-1440-4E60-B326-80B29EAD7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B8F0C-3464-44DD-B898-D490284E0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FDE26-224D-414D-8E97-21A03A68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881B-D2E4-4883-9087-753BD896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BD5D-0D6C-4E67-95DA-B8ABB46B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A90C8-5F6B-4A47-9CC5-776327C3A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03E00-C491-4054-86C5-AA827525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2B0E1-9964-4390-8549-C894573D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22811-2287-4292-8422-3863E908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7AAEC-2E4C-424B-8BE1-023E2B96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1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3753-0440-4F15-B38C-AC9BD5A0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2196C-6956-40E2-8025-184D03BEC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32DF-F7AB-4631-96F2-69ACE164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73C3-78A9-4F3F-AED9-A5AABA95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7231D-FCB1-4F04-A0C0-941BB56C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0680D-7DEF-4749-845A-38690F6B4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EE8E9-79FF-41DB-8DAE-03F895F25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74A64-7BC9-4B99-A352-7D42ACEA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C2EB3-337F-499B-8083-FD9E21BA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3A5D-C4B8-4D9C-B9BE-9C94BCA3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86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355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CE8AA-8556-4E61-A024-298F312A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34FA-8772-4E4D-8B8B-4905A934E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FE9B1-5F5D-4D32-A63C-85273AB93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15B0-CCDF-47F4-A464-508185A47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B3B6-9423-4AC6-A3E2-41C0420C7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4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17_S-DES%20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r>
              <a:rPr lang="en-US" sz="4000" dirty="0"/>
              <a:t>Data Encryption Standard (DES)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8646" y="508500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37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1D59-8A4F-4514-9181-B745F920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838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Data Encryption Standard(DES)</a:t>
            </a:r>
            <a:br>
              <a:rPr lang="en-US" sz="5400" b="1" dirty="0"/>
            </a:br>
            <a:r>
              <a:rPr lang="en-US" sz="5400" b="1" dirty="0"/>
              <a:t> Block Cipher</a:t>
            </a:r>
          </a:p>
        </p:txBody>
      </p:sp>
    </p:spTree>
    <p:extLst>
      <p:ext uri="{BB962C8B-B14F-4D97-AF65-F5344CB8AC3E}">
        <p14:creationId xmlns:p14="http://schemas.microsoft.com/office/powerpoint/2010/main" val="3224631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C6EC-DB92-4827-B6DD-B781D68C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Data Encryption Standard(DES)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F4CEF-7DF5-40D3-A071-8D1E4874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Data Encryption Standard (DES)</a:t>
            </a:r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is the </a:t>
            </a:r>
            <a:r>
              <a:rPr lang="en-US" sz="2000" b="1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symmetric block</a:t>
            </a:r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cipher which encrypts a </a:t>
            </a:r>
            <a:r>
              <a:rPr lang="en-US" sz="2000" b="1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64-bit plain text</a:t>
            </a:r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in a </a:t>
            </a:r>
            <a:r>
              <a:rPr lang="en-US" sz="2000" b="1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64-bit ciphertext</a:t>
            </a:r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Introduced by the National Institute of Standard and Technology (NIST) in the 1970s.</a:t>
            </a:r>
          </a:p>
          <a:p>
            <a:pPr algn="just"/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Initially, DES was only used in financial applications but later it was accepted as the cryptographic algorithm by other organizations too.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3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9990-9A65-4E12-80E0-45B262CF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9E72-FD34-4840-911C-4D1BA680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6712" cy="4351338"/>
          </a:xfrm>
        </p:spPr>
        <p:txBody>
          <a:bodyPr/>
          <a:lstStyle/>
          <a:p>
            <a:pPr algn="just"/>
            <a:r>
              <a:rPr lang="en-US" sz="2000" dirty="0">
                <a:solidFill>
                  <a:srgbClr val="222222"/>
                </a:solidFill>
                <a:latin typeface="Lato" panose="020F0502020204030203" pitchFamily="34" charset="0"/>
              </a:rPr>
              <a:t>DES is a block cipher.</a:t>
            </a:r>
          </a:p>
          <a:p>
            <a:pPr algn="just"/>
            <a:endParaRPr lang="en-US" sz="2000" dirty="0">
              <a:solidFill>
                <a:srgbClr val="222222"/>
              </a:solidFill>
              <a:latin typeface="Lato" panose="020F0502020204030203" pitchFamily="34" charset="0"/>
            </a:endParaRPr>
          </a:p>
          <a:p>
            <a:pPr algn="just"/>
            <a:r>
              <a:rPr lang="en-US" sz="2000" dirty="0">
                <a:solidFill>
                  <a:srgbClr val="222222"/>
                </a:solidFill>
                <a:latin typeface="Lato" panose="020F0502020204030203" pitchFamily="34" charset="0"/>
              </a:rPr>
              <a:t>Encrypts blocks of 64-bits.</a:t>
            </a:r>
          </a:p>
          <a:p>
            <a:pPr algn="just"/>
            <a:endParaRPr lang="en-US" sz="2000" dirty="0">
              <a:solidFill>
                <a:srgbClr val="222222"/>
              </a:solidFill>
              <a:latin typeface="Lato" panose="020F0502020204030203" pitchFamily="34" charset="0"/>
            </a:endParaRPr>
          </a:p>
          <a:p>
            <a:pPr algn="just"/>
            <a:r>
              <a:rPr lang="en-US" sz="2000" dirty="0">
                <a:solidFill>
                  <a:srgbClr val="222222"/>
                </a:solidFill>
                <a:latin typeface="Lato" panose="020F0502020204030203" pitchFamily="34" charset="0"/>
              </a:rPr>
              <a:t>Uses a key of 56-bit.</a:t>
            </a:r>
          </a:p>
          <a:p>
            <a:pPr algn="just"/>
            <a:endParaRPr lang="en-US" sz="2000" dirty="0">
              <a:solidFill>
                <a:srgbClr val="222222"/>
              </a:solidFill>
              <a:latin typeface="Lato" panose="020F0502020204030203" pitchFamily="34" charset="0"/>
            </a:endParaRPr>
          </a:p>
          <a:p>
            <a:pPr algn="just"/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S</a:t>
            </a:r>
            <a:r>
              <a:rPr lang="en-US" sz="2000" dirty="0">
                <a:solidFill>
                  <a:srgbClr val="222222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 key is used in encryption and decryption process of DES.</a:t>
            </a:r>
          </a:p>
          <a:p>
            <a:pPr algn="just"/>
            <a:endParaRPr lang="en-US" sz="2000" dirty="0">
              <a:solidFill>
                <a:srgbClr val="222222"/>
              </a:solidFill>
              <a:latin typeface="Lato" panose="020F0502020204030203" pitchFamily="34" charset="0"/>
            </a:endParaRPr>
          </a:p>
          <a:p>
            <a:pPr algn="just"/>
            <a:r>
              <a:rPr lang="en-US" sz="2000" dirty="0">
                <a:solidFill>
                  <a:srgbClr val="222222"/>
                </a:solidFill>
                <a:latin typeface="Lato" panose="020F0502020204030203" pitchFamily="34" charset="0"/>
              </a:rPr>
              <a:t>No. of Rounds: 16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E02CCE-EA4E-4205-BB0C-D04203184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974" y="569843"/>
            <a:ext cx="7186026" cy="610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91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0D173358-9440-D7FF-9EB7-E36645C2E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643" y="0"/>
            <a:ext cx="64913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22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0AEE9EF0-ED54-522F-2B02-816CBC12F9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087" y="0"/>
            <a:ext cx="8150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91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E1CD-DCCA-A0C7-B724-02949032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S-DES (Simplified DES)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61D5B-977E-0B1E-B4A2-0EE722F0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better understanding of DES.</a:t>
            </a:r>
          </a:p>
          <a:p>
            <a:r>
              <a:rPr lang="en-US" dirty="0"/>
              <a:t>Plaintext size: 8-bit</a:t>
            </a:r>
          </a:p>
          <a:p>
            <a:r>
              <a:rPr lang="en-US" dirty="0"/>
              <a:t>Key : 10-bit</a:t>
            </a:r>
          </a:p>
          <a:p>
            <a:r>
              <a:rPr lang="en-US" dirty="0"/>
              <a:t>No. of rounds: 2</a:t>
            </a:r>
          </a:p>
          <a:p>
            <a:r>
              <a:rPr lang="en-US" dirty="0"/>
              <a:t>Ciphertext : 8-bit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9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A234-FF05-4648-A424-5F82A1EA6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S-DES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1B84-F940-48D1-981D-564D29FE8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hlinkClick r:id="rId2" action="ppaction://hlinkfile"/>
              </a:rPr>
              <a:t>S-DES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8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7654" y="304801"/>
            <a:ext cx="8822724" cy="6133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5362" y="271849"/>
            <a:ext cx="8081319" cy="6471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223" y="205947"/>
            <a:ext cx="8254312" cy="6538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5449" y="214183"/>
            <a:ext cx="8031892" cy="6506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3027" y="148281"/>
            <a:ext cx="8130745" cy="6507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2473" y="117922"/>
            <a:ext cx="8187655" cy="658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160</Words>
  <Application>Microsoft Office PowerPoint</Application>
  <PresentationFormat>Widescreen</PresentationFormat>
  <Paragraphs>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BioRhyme ExtraBold</vt:lpstr>
      <vt:lpstr>Calibri</vt:lpstr>
      <vt:lpstr>Calibri Light</vt:lpstr>
      <vt:lpstr>Lato</vt:lpstr>
      <vt:lpstr>Poppins</vt:lpstr>
      <vt:lpstr>Office Theme</vt:lpstr>
      <vt:lpstr>PowerPoint Presentation</vt:lpstr>
      <vt:lpstr>Data Encryption Standard(DES)  Block Cipher</vt:lpstr>
      <vt:lpstr>Data Encryption Standard(DES)</vt:lpstr>
      <vt:lpstr>PowerPoint Presentation</vt:lpstr>
      <vt:lpstr>PowerPoint Presentation</vt:lpstr>
      <vt:lpstr>PowerPoint Presentation</vt:lpstr>
      <vt:lpstr>S-DES (Simplified DES)</vt:lpstr>
      <vt:lpstr>S-DES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</dc:title>
  <dc:creator>Radhika Rani Chintala</dc:creator>
  <cp:lastModifiedBy>GORLA VENKATA GANESH</cp:lastModifiedBy>
  <cp:revision>57</cp:revision>
  <dcterms:created xsi:type="dcterms:W3CDTF">2022-03-25T10:08:01Z</dcterms:created>
  <dcterms:modified xsi:type="dcterms:W3CDTF">2025-12-17T06:51:31Z</dcterms:modified>
</cp:coreProperties>
</file>