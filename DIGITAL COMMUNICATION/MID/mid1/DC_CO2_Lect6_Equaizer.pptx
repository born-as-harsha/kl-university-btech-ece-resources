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26" r:id="rId2"/>
    <p:sldId id="834" r:id="rId3"/>
    <p:sldId id="836" r:id="rId4"/>
    <p:sldId id="849" r:id="rId5"/>
    <p:sldId id="848" r:id="rId6"/>
    <p:sldId id="847" r:id="rId7"/>
    <p:sldId id="850" r:id="rId8"/>
    <p:sldId id="33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0F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5BDBB-650D-4050-B32D-8589B2BD05DC}" type="datetimeFigureOut">
              <a:rPr lang="en-US" smtClean="0"/>
              <a:pPr/>
              <a:t>12/31/2023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6B768-9392-452C-87A9-0023C70AE1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440B-1A30-4E80-B556-BD8E8C7898B4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1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6B513-B3CF-4D12-AACD-87F32A5CB0E2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5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38A1-BC76-4BD5-ACEC-3FAA2E577601}" type="datetime1">
              <a:rPr lang="en-US" smtClean="0"/>
              <a:t>12/31/2023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2894-4BD0-4A83-A7BC-84B703816DE6}" type="datetime1">
              <a:rPr lang="en-US" smtClean="0"/>
              <a:t>12/31/2023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48354-C357-4BE6-9D98-8C3824126E51}" type="datetime1">
              <a:rPr lang="en-US" smtClean="0"/>
              <a:t>12/31/2023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0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11ED1-8DAD-4DD7-9553-EA9B94E9339B}" type="datetime1">
              <a:rPr lang="en-US" smtClean="0"/>
              <a:t>12/31/2023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4783-0E42-4636-ADBD-C17AFF5E681A}" type="datetime1">
              <a:rPr lang="en-US" smtClean="0"/>
              <a:t>12/31/2023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BC54-F1F3-4FF9-BD5E-13D93A28781D}" type="datetime1">
              <a:rPr lang="en-US" smtClean="0"/>
              <a:t>12/31/2023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38C5-E263-4048-B62B-A10173E0ACBE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2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D340-DE71-42C0-A2D3-3B1D9BFB6F2B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9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477CA-25B4-48E1-AF8B-D7586E5F9F32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9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09800" y="714845"/>
            <a:ext cx="7772400" cy="819237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778476" y="2438400"/>
            <a:ext cx="10223157" cy="3295136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M. </a:t>
            </a:r>
            <a:r>
              <a:rPr lang="en-US" altLang="en-US" sz="4000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Venu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Gopala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A.M.I.E.T.E</a:t>
            </a:r>
            <a:r>
              <a:rPr lang="en-US" altLang="en-US" sz="4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Cert. in R.S.T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&amp; Guild’s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F.I.E.T.E,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L.M.I.S.T.E,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I.S.O.I.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S.S.I.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M.I.A.E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ECE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L University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mvgr03@kluniversity.in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E4DFE-ABF8-36AE-00DA-2674189E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68F00-14FC-4105-8A57-AF98313F4440}" type="datetime1">
              <a:rPr lang="en-US" smtClean="0"/>
              <a:t>12/31/2023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1B45B-F777-E3C4-5965-8E1B0B47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3DCA-70D0-79FC-4C2F-F73031FF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975" y="2766218"/>
            <a:ext cx="2634049" cy="132556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kern="10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Equalizer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965FD-3BCC-8474-71AA-E4D94100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146F-BD9A-65CD-6043-EF6F410E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6867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62080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1A0FF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Binary Base-band data transmission System</a:t>
            </a:r>
            <a:endParaRPr lang="en-IN" sz="3600" dirty="0">
              <a:solidFill>
                <a:srgbClr val="1A0FFD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942A-2C44-4227-E453-F5E39078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957D2C-3FCF-FCEE-EAB9-F7B696F0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901"/>
            <a:ext cx="12192000" cy="24402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8F9E6E-D7E4-9C05-F4ED-B19E60DC9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512" y="4235926"/>
            <a:ext cx="70389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82B6-E6E4-FBAB-0342-2C898300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19" y="136525"/>
            <a:ext cx="3348681" cy="67142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016D-D529-1D30-ECE9-710C16C8B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19" y="902046"/>
            <a:ext cx="11592697" cy="591888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kern="0" dirty="0">
                <a:solidFill>
                  <a:srgbClr val="3333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efficient band-limited </a:t>
            </a:r>
            <a:r>
              <a:rPr lang="en-IN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approach to </a:t>
            </a:r>
            <a:r>
              <a:rPr lang="en-IN" i="1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high-speed transmission </a:t>
            </a:r>
            <a:r>
              <a:rPr lang="en-IN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 digital data over a linear communication channel is to use a combination of two signal-processing strategies:</a:t>
            </a:r>
            <a:endParaRPr lang="en-IN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"/>
            </a:pPr>
            <a:r>
              <a:rPr lang="en-IN" i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Discrete pulse-amplitude modulation</a:t>
            </a:r>
            <a:r>
              <a:rPr lang="en-IN" i="1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(PAM), which encodes the amplitudes of successive pulses in a periodic pulse train with a discrete set of possible amplitude levels.</a:t>
            </a:r>
            <a:endParaRPr lang="en-IN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i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Linear modulation scheme</a:t>
            </a:r>
            <a:r>
              <a:rPr lang="en-IN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IN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which offers the virtue of bandwidth conservation to transmit the encoded pulse train over the channel.</a:t>
            </a:r>
            <a:endParaRPr lang="en-IN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the receiver part of the data-transmission system, the received signal is demodulated and synchronously sampled, then finally decisions are made as to which symbols were transmitted.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C689F-7903-D8E5-5790-A8A2A351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18C13-AA93-32F7-5637-72478A646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377778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7B31-A7B7-FACA-D8DD-09E6F12F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35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Equalizer</a:t>
            </a: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3001-DF58-F64F-0BFF-1CF34D1F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51" y="889686"/>
            <a:ext cx="11763633" cy="528727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24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 the channel is known precisely, then inter symbol interference can be minimized with pulse shaping techniques in the case of data transmission over the base-band channel.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24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practice, however, we seldom have prior knowledge of the exact channel characteristics. Moreover, the pulse-shaping filters reduces the ISI but introduce some </a:t>
            </a:r>
            <a:r>
              <a:rPr lang="en-IN" sz="2400" i="1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residual distortion.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24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 compensate for the intrinsic residual distortion, we may use a process known as </a:t>
            </a:r>
            <a:r>
              <a:rPr lang="en-IN" sz="2400" i="1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equalization</a:t>
            </a:r>
            <a:r>
              <a:rPr lang="en-IN" sz="24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24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filter used to perform this process is called an </a:t>
            </a:r>
            <a:r>
              <a:rPr lang="en-IN" sz="2400" i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equalizer</a:t>
            </a:r>
            <a:r>
              <a:rPr lang="en-IN" sz="24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24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Thus, in addition to pulse shaping performed by the receive-filter, we now have a new function to perform-namely, equalization of residual distortion. Since these two functions are both linear, we propose to combine them in a single structure as shown below.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4CFD-9E6D-5171-7C26-6210E3F5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9DB56-B454-16A1-8DB3-2E9086DBA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78421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0578-ACC7-795E-6DB6-BAAE7DF0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1" y="402193"/>
            <a:ext cx="10515600" cy="487491"/>
          </a:xfrm>
        </p:spPr>
        <p:txBody>
          <a:bodyPr>
            <a:noAutofit/>
          </a:bodyPr>
          <a:lstStyle/>
          <a:p>
            <a:r>
              <a:rPr lang="en-IN" sz="32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Zero-Forcing Equalization: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042AC-78F3-A38A-F355-28C0B6D7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AE039-9A0A-7111-EB8B-FC774F1E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M. Venu Gopala Rao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0625E-CE2F-F3F4-1C4F-3F942D1FB4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5" y="1841766"/>
            <a:ext cx="12005274" cy="2668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106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0578-ACC7-795E-6DB6-BAAE7DF0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1" y="402193"/>
            <a:ext cx="10515600" cy="487491"/>
          </a:xfrm>
        </p:spPr>
        <p:txBody>
          <a:bodyPr>
            <a:noAutofit/>
          </a:bodyPr>
          <a:lstStyle/>
          <a:p>
            <a:r>
              <a:rPr lang="en-IN" sz="32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Zero-Forcing Equalization: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042AC-78F3-A38A-F355-28C0B6D7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DDBE-8313-4B2F-B235-1BECF4014743}" type="datetime1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AE039-9A0A-7111-EB8B-FC774F1E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M. Venu Gopala Rao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0625E-CE2F-F3F4-1C4F-3F942D1FB4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593" y="136525"/>
            <a:ext cx="7269256" cy="1615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FEE7DD-0A1D-2D14-07D7-7D6300351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7" y="1744493"/>
            <a:ext cx="11694811" cy="9969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4B7552-A71F-C583-2ED3-2769CB10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74" y="2874497"/>
            <a:ext cx="10984774" cy="13717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761F53-1D50-2BD1-199D-E1F3C9466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73" y="4521132"/>
            <a:ext cx="11318408" cy="196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AA9E-561E-8FC1-690A-3C4B219C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24" y="2766218"/>
            <a:ext cx="1633152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B9316-3455-E3E3-AB26-6399C0B5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326-35E5-4806-B156-922B8CADAA5A}" type="datetime1">
              <a:rPr lang="en-US" smtClean="0"/>
              <a:t>12/31/2023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F35EA-9720-634D-0C5D-35FFCDB0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47550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4035</TotalTime>
  <Words>427</Words>
  <Application>Microsoft Office PowerPoint</Application>
  <PresentationFormat>Widescreen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Digital Communication</vt:lpstr>
      <vt:lpstr>Equalizer</vt:lpstr>
      <vt:lpstr>Binary Base-band data transmission System</vt:lpstr>
      <vt:lpstr>Introduction</vt:lpstr>
      <vt:lpstr>Equalizer</vt:lpstr>
      <vt:lpstr>Zero-Forcing Equalization:</vt:lpstr>
      <vt:lpstr>Zero-Forcing Equalization: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Modulation</dc:title>
  <dc:creator>MVGR</dc:creator>
  <cp:lastModifiedBy>MVGR</cp:lastModifiedBy>
  <cp:revision>186</cp:revision>
  <dcterms:created xsi:type="dcterms:W3CDTF">2017-03-12T06:53:45Z</dcterms:created>
  <dcterms:modified xsi:type="dcterms:W3CDTF">2023-12-31T16:02:30Z</dcterms:modified>
</cp:coreProperties>
</file>