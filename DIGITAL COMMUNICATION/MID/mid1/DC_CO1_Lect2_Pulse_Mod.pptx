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38"/>
  </p:notesMasterIdLst>
  <p:handoutMasterIdLst>
    <p:handoutMasterId r:id="rId39"/>
  </p:handoutMasterIdLst>
  <p:sldIdLst>
    <p:sldId id="332" r:id="rId5"/>
    <p:sldId id="423" r:id="rId6"/>
    <p:sldId id="424" r:id="rId7"/>
    <p:sldId id="433" r:id="rId8"/>
    <p:sldId id="441" r:id="rId9"/>
    <p:sldId id="399" r:id="rId10"/>
    <p:sldId id="427" r:id="rId11"/>
    <p:sldId id="430" r:id="rId12"/>
    <p:sldId id="428" r:id="rId13"/>
    <p:sldId id="418" r:id="rId14"/>
    <p:sldId id="429" r:id="rId15"/>
    <p:sldId id="417" r:id="rId16"/>
    <p:sldId id="442" r:id="rId17"/>
    <p:sldId id="431" r:id="rId18"/>
    <p:sldId id="443" r:id="rId19"/>
    <p:sldId id="444" r:id="rId20"/>
    <p:sldId id="446" r:id="rId21"/>
    <p:sldId id="447" r:id="rId22"/>
    <p:sldId id="448" r:id="rId23"/>
    <p:sldId id="449" r:id="rId24"/>
    <p:sldId id="445" r:id="rId25"/>
    <p:sldId id="432" r:id="rId26"/>
    <p:sldId id="406" r:id="rId27"/>
    <p:sldId id="436" r:id="rId28"/>
    <p:sldId id="400" r:id="rId29"/>
    <p:sldId id="408" r:id="rId30"/>
    <p:sldId id="437" r:id="rId31"/>
    <p:sldId id="404" r:id="rId32"/>
    <p:sldId id="438" r:id="rId33"/>
    <p:sldId id="439" r:id="rId34"/>
    <p:sldId id="405" r:id="rId35"/>
    <p:sldId id="440" r:id="rId36"/>
    <p:sldId id="42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09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5E1DC8-A601-40AC-ACC5-1C017B431D19}" v="4" dt="2023-11-30T04:39:57.9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77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VGR" userId="f2c0952e-ef03-4304-8056-d84e15f5cef7" providerId="ADAL" clId="{C25E1DC8-A601-40AC-ACC5-1C017B431D19}"/>
    <pc:docChg chg="custSel addSld delSld modSld">
      <pc:chgData name="MVGR" userId="f2c0952e-ef03-4304-8056-d84e15f5cef7" providerId="ADAL" clId="{C25E1DC8-A601-40AC-ACC5-1C017B431D19}" dt="2023-11-30T04:40:27.937" v="44" actId="478"/>
      <pc:docMkLst>
        <pc:docMk/>
      </pc:docMkLst>
      <pc:sldChg chg="del">
        <pc:chgData name="MVGR" userId="f2c0952e-ef03-4304-8056-d84e15f5cef7" providerId="ADAL" clId="{C25E1DC8-A601-40AC-ACC5-1C017B431D19}" dt="2023-11-30T04:39:51.394" v="29" actId="47"/>
        <pc:sldMkLst>
          <pc:docMk/>
          <pc:sldMk cId="0" sldId="264"/>
        </pc:sldMkLst>
      </pc:sldChg>
      <pc:sldChg chg="addSp delSp modSp mod">
        <pc:chgData name="MVGR" userId="f2c0952e-ef03-4304-8056-d84e15f5cef7" providerId="ADAL" clId="{C25E1DC8-A601-40AC-ACC5-1C017B431D19}" dt="2023-11-30T04:39:28.889" v="24" actId="1076"/>
        <pc:sldMkLst>
          <pc:docMk/>
          <pc:sldMk cId="0" sldId="332"/>
        </pc:sldMkLst>
        <pc:spChg chg="mod">
          <ac:chgData name="MVGR" userId="f2c0952e-ef03-4304-8056-d84e15f5cef7" providerId="ADAL" clId="{C25E1DC8-A601-40AC-ACC5-1C017B431D19}" dt="2023-11-30T04:39:07.993" v="22" actId="1076"/>
          <ac:spMkLst>
            <pc:docMk/>
            <pc:sldMk cId="0" sldId="332"/>
            <ac:spMk id="3" creationId="{2A7C63F9-A35B-8620-AFB6-E436A472F157}"/>
          </ac:spMkLst>
        </pc:spChg>
        <pc:spChg chg="add del mod">
          <ac:chgData name="MVGR" userId="f2c0952e-ef03-4304-8056-d84e15f5cef7" providerId="ADAL" clId="{C25E1DC8-A601-40AC-ACC5-1C017B431D19}" dt="2023-11-30T04:39:05.218" v="21" actId="478"/>
          <ac:spMkLst>
            <pc:docMk/>
            <pc:sldMk cId="0" sldId="332"/>
            <ac:spMk id="4" creationId="{910E7F88-A220-97EE-4BB0-1227D5D7990E}"/>
          </ac:spMkLst>
        </pc:spChg>
        <pc:spChg chg="add mod">
          <ac:chgData name="MVGR" userId="f2c0952e-ef03-4304-8056-d84e15f5cef7" providerId="ADAL" clId="{C25E1DC8-A601-40AC-ACC5-1C017B431D19}" dt="2023-11-30T04:39:28.889" v="24" actId="1076"/>
          <ac:spMkLst>
            <pc:docMk/>
            <pc:sldMk cId="0" sldId="332"/>
            <ac:spMk id="5" creationId="{958D3960-278F-60DC-1BDE-D851D37FC194}"/>
          </ac:spMkLst>
        </pc:spChg>
        <pc:spChg chg="del">
          <ac:chgData name="MVGR" userId="f2c0952e-ef03-4304-8056-d84e15f5cef7" providerId="ADAL" clId="{C25E1DC8-A601-40AC-ACC5-1C017B431D19}" dt="2023-11-30T04:39:02.399" v="20" actId="478"/>
          <ac:spMkLst>
            <pc:docMk/>
            <pc:sldMk cId="0" sldId="332"/>
            <ac:spMk id="28675" creationId="{EDF6C24C-65E2-6E02-A461-E248FDD063C5}"/>
          </ac:spMkLst>
        </pc:spChg>
        <pc:spChg chg="del mod">
          <ac:chgData name="MVGR" userId="f2c0952e-ef03-4304-8056-d84e15f5cef7" providerId="ADAL" clId="{C25E1DC8-A601-40AC-ACC5-1C017B431D19}" dt="2023-11-30T04:38:59.494" v="19" actId="478"/>
          <ac:spMkLst>
            <pc:docMk/>
            <pc:sldMk cId="0" sldId="332"/>
            <ac:spMk id="28676" creationId="{A12F97AF-3BC9-6EED-E58E-57C094F9B02A}"/>
          </ac:spMkLst>
        </pc:spChg>
      </pc:sldChg>
      <pc:sldChg chg="del">
        <pc:chgData name="MVGR" userId="f2c0952e-ef03-4304-8056-d84e15f5cef7" providerId="ADAL" clId="{C25E1DC8-A601-40AC-ACC5-1C017B431D19}" dt="2023-11-30T04:39:52.551" v="35" actId="47"/>
        <pc:sldMkLst>
          <pc:docMk/>
          <pc:sldMk cId="0" sldId="356"/>
        </pc:sldMkLst>
      </pc:sldChg>
      <pc:sldChg chg="del">
        <pc:chgData name="MVGR" userId="f2c0952e-ef03-4304-8056-d84e15f5cef7" providerId="ADAL" clId="{C25E1DC8-A601-40AC-ACC5-1C017B431D19}" dt="2023-11-30T04:39:52.807" v="36" actId="47"/>
        <pc:sldMkLst>
          <pc:docMk/>
          <pc:sldMk cId="0" sldId="357"/>
        </pc:sldMkLst>
      </pc:sldChg>
      <pc:sldChg chg="del">
        <pc:chgData name="MVGR" userId="f2c0952e-ef03-4304-8056-d84e15f5cef7" providerId="ADAL" clId="{C25E1DC8-A601-40AC-ACC5-1C017B431D19}" dt="2023-11-30T04:39:52.967" v="37" actId="47"/>
        <pc:sldMkLst>
          <pc:docMk/>
          <pc:sldMk cId="0" sldId="358"/>
        </pc:sldMkLst>
      </pc:sldChg>
      <pc:sldChg chg="del">
        <pc:chgData name="MVGR" userId="f2c0952e-ef03-4304-8056-d84e15f5cef7" providerId="ADAL" clId="{C25E1DC8-A601-40AC-ACC5-1C017B431D19}" dt="2023-11-30T04:39:53.280" v="38" actId="47"/>
        <pc:sldMkLst>
          <pc:docMk/>
          <pc:sldMk cId="0" sldId="359"/>
        </pc:sldMkLst>
      </pc:sldChg>
      <pc:sldChg chg="modSp add del mod">
        <pc:chgData name="MVGR" userId="f2c0952e-ef03-4304-8056-d84e15f5cef7" providerId="ADAL" clId="{C25E1DC8-A601-40AC-ACC5-1C017B431D19}" dt="2023-11-30T04:39:58.083" v="41" actId="27636"/>
        <pc:sldMkLst>
          <pc:docMk/>
          <pc:sldMk cId="0" sldId="399"/>
        </pc:sldMkLst>
        <pc:spChg chg="mod">
          <ac:chgData name="MVGR" userId="f2c0952e-ef03-4304-8056-d84e15f5cef7" providerId="ADAL" clId="{C25E1DC8-A601-40AC-ACC5-1C017B431D19}" dt="2023-11-30T04:39:58.083" v="41" actId="27636"/>
          <ac:spMkLst>
            <pc:docMk/>
            <pc:sldMk cId="0" sldId="399"/>
            <ac:spMk id="9218" creationId="{4FBEE1B1-9443-046E-E859-2A3276A14D2D}"/>
          </ac:spMkLst>
        </pc:spChg>
      </pc:sldChg>
      <pc:sldChg chg="add">
        <pc:chgData name="MVGR" userId="f2c0952e-ef03-4304-8056-d84e15f5cef7" providerId="ADAL" clId="{C25E1DC8-A601-40AC-ACC5-1C017B431D19}" dt="2023-11-30T04:39:57.970" v="40"/>
        <pc:sldMkLst>
          <pc:docMk/>
          <pc:sldMk cId="0" sldId="400"/>
        </pc:sldMkLst>
      </pc:sldChg>
      <pc:sldChg chg="del">
        <pc:chgData name="MVGR" userId="f2c0952e-ef03-4304-8056-d84e15f5cef7" providerId="ADAL" clId="{C25E1DC8-A601-40AC-ACC5-1C017B431D19}" dt="2023-11-30T04:39:51.737" v="31" actId="47"/>
        <pc:sldMkLst>
          <pc:docMk/>
          <pc:sldMk cId="0" sldId="403"/>
        </pc:sldMkLst>
      </pc:sldChg>
      <pc:sldChg chg="add del">
        <pc:chgData name="MVGR" userId="f2c0952e-ef03-4304-8056-d84e15f5cef7" providerId="ADAL" clId="{C25E1DC8-A601-40AC-ACC5-1C017B431D19}" dt="2023-11-30T04:39:57.970" v="40"/>
        <pc:sldMkLst>
          <pc:docMk/>
          <pc:sldMk cId="0" sldId="404"/>
        </pc:sldMkLst>
      </pc:sldChg>
      <pc:sldChg chg="add">
        <pc:chgData name="MVGR" userId="f2c0952e-ef03-4304-8056-d84e15f5cef7" providerId="ADAL" clId="{C25E1DC8-A601-40AC-ACC5-1C017B431D19}" dt="2023-11-30T04:39:57.970" v="40"/>
        <pc:sldMkLst>
          <pc:docMk/>
          <pc:sldMk cId="0" sldId="405"/>
        </pc:sldMkLst>
      </pc:sldChg>
      <pc:sldChg chg="modSp add mod">
        <pc:chgData name="MVGR" userId="f2c0952e-ef03-4304-8056-d84e15f5cef7" providerId="ADAL" clId="{C25E1DC8-A601-40AC-ACC5-1C017B431D19}" dt="2023-11-30T04:39:58.095" v="42" actId="27636"/>
        <pc:sldMkLst>
          <pc:docMk/>
          <pc:sldMk cId="0" sldId="406"/>
        </pc:sldMkLst>
        <pc:spChg chg="mod">
          <ac:chgData name="MVGR" userId="f2c0952e-ef03-4304-8056-d84e15f5cef7" providerId="ADAL" clId="{C25E1DC8-A601-40AC-ACC5-1C017B431D19}" dt="2023-11-30T04:39:58.095" v="42" actId="27636"/>
          <ac:spMkLst>
            <pc:docMk/>
            <pc:sldMk cId="0" sldId="406"/>
            <ac:spMk id="27650" creationId="{F1B0FCE7-3074-DAA9-BA7B-821A8FFC2F8E}"/>
          </ac:spMkLst>
        </pc:spChg>
      </pc:sldChg>
      <pc:sldChg chg="add">
        <pc:chgData name="MVGR" userId="f2c0952e-ef03-4304-8056-d84e15f5cef7" providerId="ADAL" clId="{C25E1DC8-A601-40AC-ACC5-1C017B431D19}" dt="2023-11-30T04:39:57.970" v="40"/>
        <pc:sldMkLst>
          <pc:docMk/>
          <pc:sldMk cId="0" sldId="408"/>
        </pc:sldMkLst>
      </pc:sldChg>
      <pc:sldChg chg="add">
        <pc:chgData name="MVGR" userId="f2c0952e-ef03-4304-8056-d84e15f5cef7" providerId="ADAL" clId="{C25E1DC8-A601-40AC-ACC5-1C017B431D19}" dt="2023-11-30T04:39:57.970" v="40"/>
        <pc:sldMkLst>
          <pc:docMk/>
          <pc:sldMk cId="0" sldId="417"/>
        </pc:sldMkLst>
      </pc:sldChg>
      <pc:sldChg chg="add">
        <pc:chgData name="MVGR" userId="f2c0952e-ef03-4304-8056-d84e15f5cef7" providerId="ADAL" clId="{C25E1DC8-A601-40AC-ACC5-1C017B431D19}" dt="2023-11-30T04:39:57.970" v="40"/>
        <pc:sldMkLst>
          <pc:docMk/>
          <pc:sldMk cId="0" sldId="418"/>
        </pc:sldMkLst>
      </pc:sldChg>
      <pc:sldChg chg="del">
        <pc:chgData name="MVGR" userId="f2c0952e-ef03-4304-8056-d84e15f5cef7" providerId="ADAL" clId="{C25E1DC8-A601-40AC-ACC5-1C017B431D19}" dt="2023-11-30T04:39:51.036" v="27" actId="47"/>
        <pc:sldMkLst>
          <pc:docMk/>
          <pc:sldMk cId="0" sldId="420"/>
        </pc:sldMkLst>
      </pc:sldChg>
      <pc:sldChg chg="add">
        <pc:chgData name="MVGR" userId="f2c0952e-ef03-4304-8056-d84e15f5cef7" providerId="ADAL" clId="{C25E1DC8-A601-40AC-ACC5-1C017B431D19}" dt="2023-11-30T04:39:57.970" v="40"/>
        <pc:sldMkLst>
          <pc:docMk/>
          <pc:sldMk cId="0" sldId="421"/>
        </pc:sldMkLst>
      </pc:sldChg>
      <pc:sldChg chg="modSp add mod">
        <pc:chgData name="MVGR" userId="f2c0952e-ef03-4304-8056-d84e15f5cef7" providerId="ADAL" clId="{C25E1DC8-A601-40AC-ACC5-1C017B431D19}" dt="2023-11-30T04:40:21.616" v="43" actId="1076"/>
        <pc:sldMkLst>
          <pc:docMk/>
          <pc:sldMk cId="0" sldId="423"/>
        </pc:sldMkLst>
        <pc:spChg chg="mod">
          <ac:chgData name="MVGR" userId="f2c0952e-ef03-4304-8056-d84e15f5cef7" providerId="ADAL" clId="{C25E1DC8-A601-40AC-ACC5-1C017B431D19}" dt="2023-11-30T04:40:21.616" v="43" actId="1076"/>
          <ac:spMkLst>
            <pc:docMk/>
            <pc:sldMk cId="0" sldId="423"/>
            <ac:spMk id="5123" creationId="{7D9AC848-E9F2-610F-F8EF-71A1941E4DBE}"/>
          </ac:spMkLst>
        </pc:spChg>
      </pc:sldChg>
      <pc:sldChg chg="add">
        <pc:chgData name="MVGR" userId="f2c0952e-ef03-4304-8056-d84e15f5cef7" providerId="ADAL" clId="{C25E1DC8-A601-40AC-ACC5-1C017B431D19}" dt="2023-11-30T04:39:57.970" v="40"/>
        <pc:sldMkLst>
          <pc:docMk/>
          <pc:sldMk cId="0" sldId="424"/>
        </pc:sldMkLst>
      </pc:sldChg>
      <pc:sldChg chg="add">
        <pc:chgData name="MVGR" userId="f2c0952e-ef03-4304-8056-d84e15f5cef7" providerId="ADAL" clId="{C25E1DC8-A601-40AC-ACC5-1C017B431D19}" dt="2023-11-30T04:39:57.970" v="40"/>
        <pc:sldMkLst>
          <pc:docMk/>
          <pc:sldMk cId="0" sldId="427"/>
        </pc:sldMkLst>
      </pc:sldChg>
      <pc:sldChg chg="add">
        <pc:chgData name="MVGR" userId="f2c0952e-ef03-4304-8056-d84e15f5cef7" providerId="ADAL" clId="{C25E1DC8-A601-40AC-ACC5-1C017B431D19}" dt="2023-11-30T04:39:57.970" v="40"/>
        <pc:sldMkLst>
          <pc:docMk/>
          <pc:sldMk cId="0" sldId="428"/>
        </pc:sldMkLst>
      </pc:sldChg>
      <pc:sldChg chg="add">
        <pc:chgData name="MVGR" userId="f2c0952e-ef03-4304-8056-d84e15f5cef7" providerId="ADAL" clId="{C25E1DC8-A601-40AC-ACC5-1C017B431D19}" dt="2023-11-30T04:39:57.970" v="40"/>
        <pc:sldMkLst>
          <pc:docMk/>
          <pc:sldMk cId="0" sldId="429"/>
        </pc:sldMkLst>
      </pc:sldChg>
      <pc:sldChg chg="add">
        <pc:chgData name="MVGR" userId="f2c0952e-ef03-4304-8056-d84e15f5cef7" providerId="ADAL" clId="{C25E1DC8-A601-40AC-ACC5-1C017B431D19}" dt="2023-11-30T04:39:57.970" v="40"/>
        <pc:sldMkLst>
          <pc:docMk/>
          <pc:sldMk cId="0" sldId="430"/>
        </pc:sldMkLst>
      </pc:sldChg>
      <pc:sldChg chg="add">
        <pc:chgData name="MVGR" userId="f2c0952e-ef03-4304-8056-d84e15f5cef7" providerId="ADAL" clId="{C25E1DC8-A601-40AC-ACC5-1C017B431D19}" dt="2023-11-30T04:39:57.970" v="40"/>
        <pc:sldMkLst>
          <pc:docMk/>
          <pc:sldMk cId="0" sldId="431"/>
        </pc:sldMkLst>
      </pc:sldChg>
      <pc:sldChg chg="add">
        <pc:chgData name="MVGR" userId="f2c0952e-ef03-4304-8056-d84e15f5cef7" providerId="ADAL" clId="{C25E1DC8-A601-40AC-ACC5-1C017B431D19}" dt="2023-11-30T04:39:57.970" v="40"/>
        <pc:sldMkLst>
          <pc:docMk/>
          <pc:sldMk cId="0" sldId="432"/>
        </pc:sldMkLst>
      </pc:sldChg>
      <pc:sldChg chg="delSp add mod">
        <pc:chgData name="MVGR" userId="f2c0952e-ef03-4304-8056-d84e15f5cef7" providerId="ADAL" clId="{C25E1DC8-A601-40AC-ACC5-1C017B431D19}" dt="2023-11-30T04:40:27.937" v="44" actId="478"/>
        <pc:sldMkLst>
          <pc:docMk/>
          <pc:sldMk cId="0" sldId="433"/>
        </pc:sldMkLst>
        <pc:spChg chg="del">
          <ac:chgData name="MVGR" userId="f2c0952e-ef03-4304-8056-d84e15f5cef7" providerId="ADAL" clId="{C25E1DC8-A601-40AC-ACC5-1C017B431D19}" dt="2023-11-30T04:40:27.937" v="44" actId="478"/>
          <ac:spMkLst>
            <pc:docMk/>
            <pc:sldMk cId="0" sldId="433"/>
            <ac:spMk id="7170" creationId="{0459FD30-B188-C0CC-A57C-24D59A8DA94E}"/>
          </ac:spMkLst>
        </pc:spChg>
      </pc:sldChg>
      <pc:sldChg chg="add">
        <pc:chgData name="MVGR" userId="f2c0952e-ef03-4304-8056-d84e15f5cef7" providerId="ADAL" clId="{C25E1DC8-A601-40AC-ACC5-1C017B431D19}" dt="2023-11-30T04:39:57.970" v="40"/>
        <pc:sldMkLst>
          <pc:docMk/>
          <pc:sldMk cId="0" sldId="436"/>
        </pc:sldMkLst>
      </pc:sldChg>
      <pc:sldChg chg="add">
        <pc:chgData name="MVGR" userId="f2c0952e-ef03-4304-8056-d84e15f5cef7" providerId="ADAL" clId="{C25E1DC8-A601-40AC-ACC5-1C017B431D19}" dt="2023-11-30T04:39:57.970" v="40"/>
        <pc:sldMkLst>
          <pc:docMk/>
          <pc:sldMk cId="0" sldId="437"/>
        </pc:sldMkLst>
      </pc:sldChg>
      <pc:sldChg chg="add">
        <pc:chgData name="MVGR" userId="f2c0952e-ef03-4304-8056-d84e15f5cef7" providerId="ADAL" clId="{C25E1DC8-A601-40AC-ACC5-1C017B431D19}" dt="2023-11-30T04:39:57.970" v="40"/>
        <pc:sldMkLst>
          <pc:docMk/>
          <pc:sldMk cId="0" sldId="438"/>
        </pc:sldMkLst>
      </pc:sldChg>
      <pc:sldChg chg="add">
        <pc:chgData name="MVGR" userId="f2c0952e-ef03-4304-8056-d84e15f5cef7" providerId="ADAL" clId="{C25E1DC8-A601-40AC-ACC5-1C017B431D19}" dt="2023-11-30T04:39:57.970" v="40"/>
        <pc:sldMkLst>
          <pc:docMk/>
          <pc:sldMk cId="0" sldId="439"/>
        </pc:sldMkLst>
      </pc:sldChg>
      <pc:sldChg chg="add">
        <pc:chgData name="MVGR" userId="f2c0952e-ef03-4304-8056-d84e15f5cef7" providerId="ADAL" clId="{C25E1DC8-A601-40AC-ACC5-1C017B431D19}" dt="2023-11-30T04:39:57.970" v="40"/>
        <pc:sldMkLst>
          <pc:docMk/>
          <pc:sldMk cId="0" sldId="440"/>
        </pc:sldMkLst>
      </pc:sldChg>
      <pc:sldChg chg="add del">
        <pc:chgData name="MVGR" userId="f2c0952e-ef03-4304-8056-d84e15f5cef7" providerId="ADAL" clId="{C25E1DC8-A601-40AC-ACC5-1C017B431D19}" dt="2023-11-30T04:39:57.970" v="40"/>
        <pc:sldMkLst>
          <pc:docMk/>
          <pc:sldMk cId="0" sldId="441"/>
        </pc:sldMkLst>
      </pc:sldChg>
      <pc:sldChg chg="add">
        <pc:chgData name="MVGR" userId="f2c0952e-ef03-4304-8056-d84e15f5cef7" providerId="ADAL" clId="{C25E1DC8-A601-40AC-ACC5-1C017B431D19}" dt="2023-11-30T04:39:57.970" v="40"/>
        <pc:sldMkLst>
          <pc:docMk/>
          <pc:sldMk cId="0" sldId="442"/>
        </pc:sldMkLst>
      </pc:sldChg>
      <pc:sldChg chg="del">
        <pc:chgData name="MVGR" userId="f2c0952e-ef03-4304-8056-d84e15f5cef7" providerId="ADAL" clId="{C25E1DC8-A601-40AC-ACC5-1C017B431D19}" dt="2023-11-30T04:39:51.947" v="32" actId="47"/>
        <pc:sldMkLst>
          <pc:docMk/>
          <pc:sldMk cId="3454534067" sldId="442"/>
        </pc:sldMkLst>
      </pc:sldChg>
      <pc:sldChg chg="add">
        <pc:chgData name="MVGR" userId="f2c0952e-ef03-4304-8056-d84e15f5cef7" providerId="ADAL" clId="{C25E1DC8-A601-40AC-ACC5-1C017B431D19}" dt="2023-11-30T04:39:57.970" v="40"/>
        <pc:sldMkLst>
          <pc:docMk/>
          <pc:sldMk cId="0" sldId="443"/>
        </pc:sldMkLst>
      </pc:sldChg>
      <pc:sldChg chg="del">
        <pc:chgData name="MVGR" userId="f2c0952e-ef03-4304-8056-d84e15f5cef7" providerId="ADAL" clId="{C25E1DC8-A601-40AC-ACC5-1C017B431D19}" dt="2023-11-30T04:39:51.217" v="28" actId="47"/>
        <pc:sldMkLst>
          <pc:docMk/>
          <pc:sldMk cId="964175867" sldId="443"/>
        </pc:sldMkLst>
      </pc:sldChg>
      <pc:sldChg chg="add">
        <pc:chgData name="MVGR" userId="f2c0952e-ef03-4304-8056-d84e15f5cef7" providerId="ADAL" clId="{C25E1DC8-A601-40AC-ACC5-1C017B431D19}" dt="2023-11-30T04:39:57.970" v="40"/>
        <pc:sldMkLst>
          <pc:docMk/>
          <pc:sldMk cId="0" sldId="444"/>
        </pc:sldMkLst>
      </pc:sldChg>
      <pc:sldChg chg="del">
        <pc:chgData name="MVGR" userId="f2c0952e-ef03-4304-8056-d84e15f5cef7" providerId="ADAL" clId="{C25E1DC8-A601-40AC-ACC5-1C017B431D19}" dt="2023-11-30T04:39:51.560" v="30" actId="47"/>
        <pc:sldMkLst>
          <pc:docMk/>
          <pc:sldMk cId="898281547" sldId="444"/>
        </pc:sldMkLst>
      </pc:sldChg>
      <pc:sldChg chg="add">
        <pc:chgData name="MVGR" userId="f2c0952e-ef03-4304-8056-d84e15f5cef7" providerId="ADAL" clId="{C25E1DC8-A601-40AC-ACC5-1C017B431D19}" dt="2023-11-30T04:39:57.970" v="40"/>
        <pc:sldMkLst>
          <pc:docMk/>
          <pc:sldMk cId="0" sldId="445"/>
        </pc:sldMkLst>
      </pc:sldChg>
      <pc:sldChg chg="del">
        <pc:chgData name="MVGR" userId="f2c0952e-ef03-4304-8056-d84e15f5cef7" providerId="ADAL" clId="{C25E1DC8-A601-40AC-ACC5-1C017B431D19}" dt="2023-11-30T04:39:52.348" v="34" actId="47"/>
        <pc:sldMkLst>
          <pc:docMk/>
          <pc:sldMk cId="2593004543" sldId="445"/>
        </pc:sldMkLst>
      </pc:sldChg>
      <pc:sldChg chg="add">
        <pc:chgData name="MVGR" userId="f2c0952e-ef03-4304-8056-d84e15f5cef7" providerId="ADAL" clId="{C25E1DC8-A601-40AC-ACC5-1C017B431D19}" dt="2023-11-30T04:39:57.970" v="40"/>
        <pc:sldMkLst>
          <pc:docMk/>
          <pc:sldMk cId="0" sldId="446"/>
        </pc:sldMkLst>
      </pc:sldChg>
      <pc:sldChg chg="add">
        <pc:chgData name="MVGR" userId="f2c0952e-ef03-4304-8056-d84e15f5cef7" providerId="ADAL" clId="{C25E1DC8-A601-40AC-ACC5-1C017B431D19}" dt="2023-11-30T04:39:57.970" v="40"/>
        <pc:sldMkLst>
          <pc:docMk/>
          <pc:sldMk cId="0" sldId="447"/>
        </pc:sldMkLst>
      </pc:sldChg>
      <pc:sldChg chg="del">
        <pc:chgData name="MVGR" userId="f2c0952e-ef03-4304-8056-d84e15f5cef7" providerId="ADAL" clId="{C25E1DC8-A601-40AC-ACC5-1C017B431D19}" dt="2023-11-30T04:39:52.140" v="33" actId="47"/>
        <pc:sldMkLst>
          <pc:docMk/>
          <pc:sldMk cId="3447073771" sldId="447"/>
        </pc:sldMkLst>
      </pc:sldChg>
      <pc:sldChg chg="add">
        <pc:chgData name="MVGR" userId="f2c0952e-ef03-4304-8056-d84e15f5cef7" providerId="ADAL" clId="{C25E1DC8-A601-40AC-ACC5-1C017B431D19}" dt="2023-11-30T04:39:57.970" v="40"/>
        <pc:sldMkLst>
          <pc:docMk/>
          <pc:sldMk cId="0" sldId="448"/>
        </pc:sldMkLst>
      </pc:sldChg>
      <pc:sldChg chg="add">
        <pc:chgData name="MVGR" userId="f2c0952e-ef03-4304-8056-d84e15f5cef7" providerId="ADAL" clId="{C25E1DC8-A601-40AC-ACC5-1C017B431D19}" dt="2023-11-30T04:39:57.970" v="40"/>
        <pc:sldMkLst>
          <pc:docMk/>
          <pc:sldMk cId="0" sldId="44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30-11-2023</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30-11-2023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DA825265-D0CA-CD2C-F63F-C62D771C56A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a:extLst>
              <a:ext uri="{FF2B5EF4-FFF2-40B4-BE49-F238E27FC236}">
                <a16:creationId xmlns:a16="http://schemas.microsoft.com/office/drawing/2014/main" id="{B2831099-6276-9969-85D2-29B6D932247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6084" name="Slide Number Placeholder 3">
            <a:extLst>
              <a:ext uri="{FF2B5EF4-FFF2-40B4-BE49-F238E27FC236}">
                <a16:creationId xmlns:a16="http://schemas.microsoft.com/office/drawing/2014/main" id="{286C5438-B070-C625-07F8-E9F835DD2AD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94F86EC-06BE-4CF1-B578-9687628E0BB2}" type="slidenum">
              <a:rPr lang="en-US" altLang="en-US"/>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F012ED75-11B3-5C0B-DF38-879FA6A0566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1F957DD1-CC70-6190-A66F-34CA0F389EE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244" name="Slide Number Placeholder 3">
            <a:extLst>
              <a:ext uri="{FF2B5EF4-FFF2-40B4-BE49-F238E27FC236}">
                <a16:creationId xmlns:a16="http://schemas.microsoft.com/office/drawing/2014/main" id="{9EC93654-B37F-EDD4-AE1E-B62EB7F13D9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12BBE02-77A6-493E-94C1-CAC135F2F583}" type="slidenum">
              <a:rPr lang="en-US" altLang="en-US"/>
              <a:pPr/>
              <a:t>6</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0256D774-D27B-0266-39D4-0CE6CB5655B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a:extLst>
              <a:ext uri="{FF2B5EF4-FFF2-40B4-BE49-F238E27FC236}">
                <a16:creationId xmlns:a16="http://schemas.microsoft.com/office/drawing/2014/main" id="{0A582DF5-C657-8377-8911-D60AF499147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8676" name="Slide Number Placeholder 3">
            <a:extLst>
              <a:ext uri="{FF2B5EF4-FFF2-40B4-BE49-F238E27FC236}">
                <a16:creationId xmlns:a16="http://schemas.microsoft.com/office/drawing/2014/main" id="{56E99C53-D045-C913-F85F-F3E34CF54F0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55F476F-8AE7-40BE-9364-731E36347F1C}" type="slidenum">
              <a:rPr lang="en-US" altLang="en-US"/>
              <a:pPr/>
              <a:t>23</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AED47-D61B-E309-5EB2-04BEA12A9E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12015A-4BD5-FB90-2194-40EC34F3C6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8CA64A-8775-9B3D-9AE9-FD021694BEE8}"/>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8FE81261-2900-E08E-C669-3DFABF3356EA}"/>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1A2EC566-B985-EEED-64AD-AD1E74A84965}"/>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61776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6CA1A-1762-8CB7-50BB-A111D12954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622A42-2CDB-09CC-BE64-F16D5C826B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0ABE68-4EA6-9203-A5C9-B66C24AFE93D}"/>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7727FAC3-7233-F0A8-8841-E703D8A9CD25}"/>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61E67B6A-FEE3-4AC6-8E54-D5FACAB4F982}"/>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03550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38C2C-E2CF-99A3-4B76-ADF5001F7F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EC2576-8EE8-91D2-5E72-FA94CB728A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E034DF-70BD-585F-9DD0-E4C04178365E}"/>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65EEBFF7-3FE4-D642-3C34-C2AB78F74B5A}"/>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DA68487C-E86A-5B42-AFD9-4459C3954DE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920160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B7CD4-BDA6-3911-5E74-51628C7FA5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3B55A5-127A-FB1A-D6A8-2DB0C02502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972ADF-3BAF-8B6D-CE3D-0630A3BD8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CAF980-DB77-3853-4FE3-4F5B590D721C}"/>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E706C360-183F-64E6-626F-727D1D8C5FF4}"/>
              </a:ext>
            </a:extLst>
          </p:cNvPr>
          <p:cNvSpPr>
            <a:spLocks noGrp="1"/>
          </p:cNvSpPr>
          <p:nvPr>
            <p:ph type="ftr" sz="quarter" idx="11"/>
          </p:nvPr>
        </p:nvSpPr>
        <p:spPr/>
        <p:txBody>
          <a:bodyPr/>
          <a:lstStyle/>
          <a:p>
            <a:r>
              <a:rPr lang="en-US"/>
              <a:t>Dr. M. Venu Gopala Rao</a:t>
            </a:r>
          </a:p>
        </p:txBody>
      </p:sp>
      <p:sp>
        <p:nvSpPr>
          <p:cNvPr id="7" name="Slide Number Placeholder 6">
            <a:extLst>
              <a:ext uri="{FF2B5EF4-FFF2-40B4-BE49-F238E27FC236}">
                <a16:creationId xmlns:a16="http://schemas.microsoft.com/office/drawing/2014/main" id="{BE984E52-C247-AD53-8DB0-9ECE2061F199}"/>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4007145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2011E-FDD8-C6F9-54EC-6460221624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25621B-0845-07C4-189D-F7BBBB0E11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79B479-E026-29B4-BC5D-A2969FF33F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57F45F-1EF7-566D-CAC4-4C5D316E0F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046E26-E4BA-61B4-260D-FE06C29DDE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27DA7C-8C23-E683-8694-DF1F8F91F710}"/>
              </a:ext>
            </a:extLst>
          </p:cNvPr>
          <p:cNvSpPr>
            <a:spLocks noGrp="1"/>
          </p:cNvSpPr>
          <p:nvPr>
            <p:ph type="dt" sz="half" idx="10"/>
          </p:nvPr>
        </p:nvSpPr>
        <p:spPr/>
        <p:txBody>
          <a:bodyPr/>
          <a:lstStyle/>
          <a:p>
            <a:r>
              <a:rPr lang="en-US"/>
              <a:t>&lt;COURSE TITLE&gt;, &lt;TOPIC NAME&gt;</a:t>
            </a:r>
            <a:endParaRPr lang="en-IN" dirty="0"/>
          </a:p>
        </p:txBody>
      </p:sp>
      <p:sp>
        <p:nvSpPr>
          <p:cNvPr id="8" name="Footer Placeholder 7">
            <a:extLst>
              <a:ext uri="{FF2B5EF4-FFF2-40B4-BE49-F238E27FC236}">
                <a16:creationId xmlns:a16="http://schemas.microsoft.com/office/drawing/2014/main" id="{F4BB2813-0E43-C0C5-55E0-B207BC180FAC}"/>
              </a:ext>
            </a:extLst>
          </p:cNvPr>
          <p:cNvSpPr>
            <a:spLocks noGrp="1"/>
          </p:cNvSpPr>
          <p:nvPr>
            <p:ph type="ftr" sz="quarter" idx="11"/>
          </p:nvPr>
        </p:nvSpPr>
        <p:spPr/>
        <p:txBody>
          <a:bodyPr/>
          <a:lstStyle/>
          <a:p>
            <a:r>
              <a:rPr lang="en-US"/>
              <a:t>Dr. M. Venu Gopala Rao</a:t>
            </a:r>
          </a:p>
        </p:txBody>
      </p:sp>
      <p:sp>
        <p:nvSpPr>
          <p:cNvPr id="9" name="Slide Number Placeholder 8">
            <a:extLst>
              <a:ext uri="{FF2B5EF4-FFF2-40B4-BE49-F238E27FC236}">
                <a16:creationId xmlns:a16="http://schemas.microsoft.com/office/drawing/2014/main" id="{A6E6E77F-AC73-4C85-9AF3-4E287B76D4A6}"/>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4185669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EDFC9-9061-5F4F-63A1-3305678EE4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6CD372-4898-7A0A-F18E-2955DE194F4C}"/>
              </a:ext>
            </a:extLst>
          </p:cNvPr>
          <p:cNvSpPr>
            <a:spLocks noGrp="1"/>
          </p:cNvSpPr>
          <p:nvPr>
            <p:ph type="dt" sz="half" idx="10"/>
          </p:nvPr>
        </p:nvSpPr>
        <p:spPr/>
        <p:txBody>
          <a:bodyPr/>
          <a:lstStyle/>
          <a:p>
            <a:r>
              <a:rPr lang="en-US"/>
              <a:t>&lt;COURSE TITLE&gt;, &lt;TOPIC NAME&gt;</a:t>
            </a:r>
            <a:endParaRPr lang="en-IN" dirty="0"/>
          </a:p>
        </p:txBody>
      </p:sp>
      <p:sp>
        <p:nvSpPr>
          <p:cNvPr id="4" name="Footer Placeholder 3">
            <a:extLst>
              <a:ext uri="{FF2B5EF4-FFF2-40B4-BE49-F238E27FC236}">
                <a16:creationId xmlns:a16="http://schemas.microsoft.com/office/drawing/2014/main" id="{D61026B0-5458-1CA3-28D7-348D05C70394}"/>
              </a:ext>
            </a:extLst>
          </p:cNvPr>
          <p:cNvSpPr>
            <a:spLocks noGrp="1"/>
          </p:cNvSpPr>
          <p:nvPr>
            <p:ph type="ftr" sz="quarter" idx="11"/>
          </p:nvPr>
        </p:nvSpPr>
        <p:spPr/>
        <p:txBody>
          <a:bodyPr/>
          <a:lstStyle/>
          <a:p>
            <a:r>
              <a:rPr lang="en-US"/>
              <a:t>Dr. M. Venu Gopala Rao</a:t>
            </a:r>
          </a:p>
        </p:txBody>
      </p:sp>
      <p:sp>
        <p:nvSpPr>
          <p:cNvPr id="5" name="Slide Number Placeholder 4">
            <a:extLst>
              <a:ext uri="{FF2B5EF4-FFF2-40B4-BE49-F238E27FC236}">
                <a16:creationId xmlns:a16="http://schemas.microsoft.com/office/drawing/2014/main" id="{A0D49DE8-CD82-8DB2-ECF2-2D40EF180AC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2188561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01F90C-55A9-31B0-CBB0-BB754054D4A2}"/>
              </a:ext>
            </a:extLst>
          </p:cNvPr>
          <p:cNvSpPr>
            <a:spLocks noGrp="1"/>
          </p:cNvSpPr>
          <p:nvPr>
            <p:ph type="dt" sz="half" idx="10"/>
          </p:nvPr>
        </p:nvSpPr>
        <p:spPr/>
        <p:txBody>
          <a:bodyPr/>
          <a:lstStyle/>
          <a:p>
            <a:r>
              <a:rPr lang="en-US"/>
              <a:t>&lt;COURSE TITLE&gt;, &lt;TOPIC NAME&gt;</a:t>
            </a:r>
            <a:endParaRPr lang="en-IN" dirty="0"/>
          </a:p>
        </p:txBody>
      </p:sp>
      <p:sp>
        <p:nvSpPr>
          <p:cNvPr id="3" name="Footer Placeholder 2">
            <a:extLst>
              <a:ext uri="{FF2B5EF4-FFF2-40B4-BE49-F238E27FC236}">
                <a16:creationId xmlns:a16="http://schemas.microsoft.com/office/drawing/2014/main" id="{DFFE083F-F5FA-7EDC-022C-F983177B2C9B}"/>
              </a:ext>
            </a:extLst>
          </p:cNvPr>
          <p:cNvSpPr>
            <a:spLocks noGrp="1"/>
          </p:cNvSpPr>
          <p:nvPr>
            <p:ph type="ftr" sz="quarter" idx="11"/>
          </p:nvPr>
        </p:nvSpPr>
        <p:spPr/>
        <p:txBody>
          <a:bodyPr/>
          <a:lstStyle/>
          <a:p>
            <a:r>
              <a:rPr lang="en-US"/>
              <a:t>Dr. M. Venu Gopala Rao</a:t>
            </a:r>
          </a:p>
        </p:txBody>
      </p:sp>
      <p:sp>
        <p:nvSpPr>
          <p:cNvPr id="4" name="Slide Number Placeholder 3">
            <a:extLst>
              <a:ext uri="{FF2B5EF4-FFF2-40B4-BE49-F238E27FC236}">
                <a16:creationId xmlns:a16="http://schemas.microsoft.com/office/drawing/2014/main" id="{4C14D4BC-94EA-DC9F-DE3D-52353BCFEEF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518714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56F4-13D7-9DF0-566B-6B11FBCF08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9662A4-F4B4-465C-1D29-3348E830F0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831FD9-C665-610D-0289-9B7B8A5C29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6757DB-B89E-4A29-D0C5-6C71BF3D46BC}"/>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D3F85567-382F-8CF1-AD95-ABD0EA4CC63C}"/>
              </a:ext>
            </a:extLst>
          </p:cNvPr>
          <p:cNvSpPr>
            <a:spLocks noGrp="1"/>
          </p:cNvSpPr>
          <p:nvPr>
            <p:ph type="ftr" sz="quarter" idx="11"/>
          </p:nvPr>
        </p:nvSpPr>
        <p:spPr/>
        <p:txBody>
          <a:bodyPr/>
          <a:lstStyle/>
          <a:p>
            <a:r>
              <a:rPr lang="en-US"/>
              <a:t>Dr. M. Venu Gopala Rao</a:t>
            </a:r>
          </a:p>
        </p:txBody>
      </p:sp>
      <p:sp>
        <p:nvSpPr>
          <p:cNvPr id="7" name="Slide Number Placeholder 6">
            <a:extLst>
              <a:ext uri="{FF2B5EF4-FFF2-40B4-BE49-F238E27FC236}">
                <a16:creationId xmlns:a16="http://schemas.microsoft.com/office/drawing/2014/main" id="{D4ECD8D5-E405-5DA9-B52B-41819F4EB3E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911239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09B87-55C2-9F19-3623-91B7F4C3BE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5A6723-D58C-1102-D7AC-4EB5F54D0B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197D962-ECA6-E890-FA89-C9836AA22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E0DDB2-6F1C-06B9-6100-0D082679EBAE}"/>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0E786502-ED0C-6A23-60A8-C9EC1E679073}"/>
              </a:ext>
            </a:extLst>
          </p:cNvPr>
          <p:cNvSpPr>
            <a:spLocks noGrp="1"/>
          </p:cNvSpPr>
          <p:nvPr>
            <p:ph type="ftr" sz="quarter" idx="11"/>
          </p:nvPr>
        </p:nvSpPr>
        <p:spPr/>
        <p:txBody>
          <a:bodyPr/>
          <a:lstStyle/>
          <a:p>
            <a:r>
              <a:rPr lang="en-US"/>
              <a:t>Dr. M. Venu Gopala Rao</a:t>
            </a:r>
          </a:p>
        </p:txBody>
      </p:sp>
      <p:sp>
        <p:nvSpPr>
          <p:cNvPr id="7" name="Slide Number Placeholder 6">
            <a:extLst>
              <a:ext uri="{FF2B5EF4-FFF2-40B4-BE49-F238E27FC236}">
                <a16:creationId xmlns:a16="http://schemas.microsoft.com/office/drawing/2014/main" id="{2467D0C5-413A-DA84-8A31-11018340BEB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723061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FD69A-3DC0-DB39-3334-A9BA5A4033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1D3BDA-5093-5E89-269A-69491664FB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C4D6DE-8E90-0D56-D28B-DE57249052B7}"/>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DEB05BF5-4225-BB1D-1457-34DF8A62B37C}"/>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58715106-45F8-64CE-C438-3456469AF257}"/>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1207427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AC22B9-DE1E-5F16-BBC3-3C3783BBBA2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ACD89A-B728-0F81-7454-DC5E2A878E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758732-2337-1D9F-CEEA-43A1482A47AE}"/>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2357DE17-567C-8524-BA24-E118292F3208}"/>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8CCF672A-C170-9AF8-1F51-A43D912BC7EC}"/>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1363916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2E7B62-8011-CCDC-959C-C770C92F8F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CA46B4-B884-807D-D2D2-4536B041FD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D281CC-4DF4-0090-E0ED-584BBD3B4D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56FF9F48-0658-B969-E15D-50A0133BC4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M. Venu Gopala Rao</a:t>
            </a:r>
          </a:p>
        </p:txBody>
      </p:sp>
      <p:sp>
        <p:nvSpPr>
          <p:cNvPr id="6" name="Slide Number Placeholder 5">
            <a:extLst>
              <a:ext uri="{FF2B5EF4-FFF2-40B4-BE49-F238E27FC236}">
                <a16:creationId xmlns:a16="http://schemas.microsoft.com/office/drawing/2014/main" id="{95D4D365-DD42-F8BB-FE9B-3A52459362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ABCCC1-BF11-4F37-963E-1BCD5B23FD72}" type="slidenum">
              <a:rPr lang="en-IN" smtClean="0"/>
              <a:pPr/>
              <a:t>‹#›</a:t>
            </a:fld>
            <a:endParaRPr lang="en-IN" dirty="0"/>
          </a:p>
        </p:txBody>
      </p:sp>
      <p:pic>
        <p:nvPicPr>
          <p:cNvPr id="7" name="Picture 6" descr="Icon&#10;&#10;Description automatically generated with medium confidence">
            <a:extLst>
              <a:ext uri="{FF2B5EF4-FFF2-40B4-BE49-F238E27FC236}">
                <a16:creationId xmlns:a16="http://schemas.microsoft.com/office/drawing/2014/main" id="{FA6FD25C-E91B-3776-D178-4D9AF946F9A0}"/>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8" name="Picture 7">
            <a:extLst>
              <a:ext uri="{FF2B5EF4-FFF2-40B4-BE49-F238E27FC236}">
                <a16:creationId xmlns:a16="http://schemas.microsoft.com/office/drawing/2014/main" id="{30B01E73-FD80-735E-7997-6704ACBA212F}"/>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9" name="Picture 8" descr="Text&#10;&#10;Description automatically generated with medium confidence">
            <a:extLst>
              <a:ext uri="{FF2B5EF4-FFF2-40B4-BE49-F238E27FC236}">
                <a16:creationId xmlns:a16="http://schemas.microsoft.com/office/drawing/2014/main" id="{874DC773-DFA3-0B02-D75F-59F2159E3A9A}"/>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6631165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2.bin"/><Relationship Id="rId4" Type="http://schemas.openxmlformats.org/officeDocument/2006/relationships/image" Target="../media/image9.wmf"/></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oleObject" Target="../embeddings/oleObject3.bin"/><Relationship Id="rId7"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wmf"/></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29.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28.wmf"/><Relationship Id="rId5" Type="http://schemas.openxmlformats.org/officeDocument/2006/relationships/oleObject" Target="../embeddings/oleObject5.bin"/><Relationship Id="rId4" Type="http://schemas.openxmlformats.org/officeDocument/2006/relationships/image" Target="../media/image27.wmf"/></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7C63F9-A35B-8620-AFB6-E436A472F157}"/>
              </a:ext>
            </a:extLst>
          </p:cNvPr>
          <p:cNvSpPr txBox="1"/>
          <p:nvPr/>
        </p:nvSpPr>
        <p:spPr>
          <a:xfrm>
            <a:off x="1682496" y="1347893"/>
            <a:ext cx="8827008" cy="707886"/>
          </a:xfrm>
          <a:prstGeom prst="rect">
            <a:avLst/>
          </a:prstGeom>
          <a:noFill/>
        </p:spPr>
        <p:txBody>
          <a:bodyPr wrap="square">
            <a:spAutoFit/>
          </a:bodyPr>
          <a:lstStyle/>
          <a:p>
            <a:r>
              <a:rPr lang="en-US" altLang="en-US" sz="4000" dirty="0">
                <a:solidFill>
                  <a:srgbClr val="3200C0"/>
                </a:solidFill>
                <a:latin typeface="Arial" panose="020B0604020202020204" pitchFamily="34" charset="0"/>
                <a:cs typeface="Arial" panose="020B0604020202020204" pitchFamily="34" charset="0"/>
              </a:rPr>
              <a:t>Digital Communication 22EC2208</a:t>
            </a:r>
            <a:endParaRPr lang="en-US" sz="4000" dirty="0"/>
          </a:p>
        </p:txBody>
      </p:sp>
      <p:sp>
        <p:nvSpPr>
          <p:cNvPr id="5" name="TextBox 3">
            <a:extLst>
              <a:ext uri="{FF2B5EF4-FFF2-40B4-BE49-F238E27FC236}">
                <a16:creationId xmlns:a16="http://schemas.microsoft.com/office/drawing/2014/main" id="{958D3960-278F-60DC-1BDE-D851D37FC194}"/>
              </a:ext>
            </a:extLst>
          </p:cNvPr>
          <p:cNvSpPr txBox="1">
            <a:spLocks noChangeArrowheads="1"/>
          </p:cNvSpPr>
          <p:nvPr/>
        </p:nvSpPr>
        <p:spPr bwMode="auto">
          <a:xfrm>
            <a:off x="1327826" y="2866417"/>
            <a:ext cx="8915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000" dirty="0">
                <a:solidFill>
                  <a:srgbClr val="FF0000"/>
                </a:solidFill>
                <a:latin typeface="Arial" panose="020B0604020202020204" pitchFamily="34" charset="0"/>
              </a:rPr>
              <a:t>Pulse Modulation Systems</a:t>
            </a:r>
            <a:endParaRPr lang="en-US" altLang="en-US" sz="4000" dirty="0">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C408CABC-B56C-AB14-7530-B37877B0187E}"/>
              </a:ext>
            </a:extLst>
          </p:cNvPr>
          <p:cNvSpPr>
            <a:spLocks noGrp="1"/>
          </p:cNvSpPr>
          <p:nvPr>
            <p:ph type="title"/>
          </p:nvPr>
        </p:nvSpPr>
        <p:spPr>
          <a:xfrm>
            <a:off x="1981200" y="274638"/>
            <a:ext cx="8229600" cy="715962"/>
          </a:xfrm>
        </p:spPr>
        <p:txBody>
          <a:bodyPr/>
          <a:lstStyle/>
          <a:p>
            <a:r>
              <a:rPr lang="en-US" altLang="en-US" dirty="0">
                <a:solidFill>
                  <a:srgbClr val="FF0000"/>
                </a:solidFill>
              </a:rPr>
              <a:t>Outlines</a:t>
            </a:r>
          </a:p>
        </p:txBody>
      </p:sp>
      <p:sp>
        <p:nvSpPr>
          <p:cNvPr id="5123" name="Content Placeholder 2">
            <a:extLst>
              <a:ext uri="{FF2B5EF4-FFF2-40B4-BE49-F238E27FC236}">
                <a16:creationId xmlns:a16="http://schemas.microsoft.com/office/drawing/2014/main" id="{7D9AC848-E9F2-610F-F8EF-71A1941E4DBE}"/>
              </a:ext>
            </a:extLst>
          </p:cNvPr>
          <p:cNvSpPr>
            <a:spLocks noGrp="1"/>
          </p:cNvSpPr>
          <p:nvPr>
            <p:ph idx="1"/>
          </p:nvPr>
        </p:nvSpPr>
        <p:spPr>
          <a:xfrm>
            <a:off x="1738009" y="1113818"/>
            <a:ext cx="8229600" cy="4983163"/>
          </a:xfrm>
        </p:spPr>
        <p:txBody>
          <a:bodyPr/>
          <a:lstStyle/>
          <a:p>
            <a:pPr>
              <a:lnSpc>
                <a:spcPct val="150000"/>
              </a:lnSpc>
              <a:buFont typeface="Wingdings" panose="05000000000000000000" pitchFamily="2" charset="2"/>
              <a:buChar char="Ø"/>
            </a:pPr>
            <a:r>
              <a:rPr lang="en-US" altLang="en-US" dirty="0">
                <a:solidFill>
                  <a:srgbClr val="025A19"/>
                </a:solidFill>
                <a:latin typeface="Arial" panose="020B0604020202020204" pitchFamily="34" charset="0"/>
                <a:cs typeface="Arial" panose="020B0604020202020204" pitchFamily="34" charset="0"/>
              </a:rPr>
              <a:t>Introduction</a:t>
            </a:r>
          </a:p>
          <a:p>
            <a:pPr>
              <a:lnSpc>
                <a:spcPct val="150000"/>
              </a:lnSpc>
              <a:buFont typeface="Wingdings" panose="05000000000000000000" pitchFamily="2" charset="2"/>
              <a:buChar char="Ø"/>
            </a:pPr>
            <a:r>
              <a:rPr lang="en-US" altLang="en-US" dirty="0">
                <a:solidFill>
                  <a:srgbClr val="7030A0"/>
                </a:solidFill>
                <a:latin typeface="Arial" panose="020B0604020202020204" pitchFamily="34" charset="0"/>
                <a:cs typeface="Arial" panose="020B0604020202020204" pitchFamily="34" charset="0"/>
              </a:rPr>
              <a:t>PAM</a:t>
            </a:r>
          </a:p>
          <a:p>
            <a:pPr>
              <a:lnSpc>
                <a:spcPct val="150000"/>
              </a:lnSpc>
              <a:buFont typeface="Wingdings" panose="05000000000000000000" pitchFamily="2" charset="2"/>
              <a:buChar char="Ø"/>
            </a:pPr>
            <a:r>
              <a:rPr lang="en-US" altLang="en-US" dirty="0">
                <a:solidFill>
                  <a:srgbClr val="3200C0"/>
                </a:solidFill>
                <a:latin typeface="Arial" panose="020B0604020202020204" pitchFamily="34" charset="0"/>
                <a:cs typeface="Arial" panose="020B0604020202020204" pitchFamily="34" charset="0"/>
              </a:rPr>
              <a:t>PWM</a:t>
            </a:r>
          </a:p>
          <a:p>
            <a:pPr>
              <a:lnSpc>
                <a:spcPct val="150000"/>
              </a:lnSpc>
              <a:buFont typeface="Wingdings" panose="05000000000000000000" pitchFamily="2" charset="2"/>
              <a:buChar char="Ø"/>
            </a:pPr>
            <a:r>
              <a:rPr lang="en-US" altLang="en-US" dirty="0">
                <a:solidFill>
                  <a:srgbClr val="FF0000"/>
                </a:solidFill>
                <a:latin typeface="Arial" panose="020B0604020202020204" pitchFamily="34" charset="0"/>
                <a:cs typeface="Arial" panose="020B0604020202020204" pitchFamily="34" charset="0"/>
              </a:rPr>
              <a:t>PPM</a:t>
            </a:r>
          </a:p>
          <a:p>
            <a:pPr>
              <a:lnSpc>
                <a:spcPct val="150000"/>
              </a:lnSpc>
              <a:buFont typeface="Wingdings" panose="05000000000000000000" pitchFamily="2" charset="2"/>
              <a:buChar char="Ø"/>
            </a:pPr>
            <a:r>
              <a:rPr lang="en-US" altLang="en-US" dirty="0">
                <a:latin typeface="Arial" panose="020B0604020202020204" pitchFamily="34" charset="0"/>
                <a:cs typeface="Arial" panose="020B0604020202020204" pitchFamily="34" charset="0"/>
              </a:rPr>
              <a:t>Comparison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D5FEA263-4AE8-2750-5E00-BEFDE4D38B4E}"/>
              </a:ext>
            </a:extLst>
          </p:cNvPr>
          <p:cNvSpPr>
            <a:spLocks noGrp="1"/>
          </p:cNvSpPr>
          <p:nvPr>
            <p:ph type="title"/>
          </p:nvPr>
        </p:nvSpPr>
        <p:spPr>
          <a:xfrm>
            <a:off x="1981200" y="84138"/>
            <a:ext cx="8229600" cy="792162"/>
          </a:xfrm>
        </p:spPr>
        <p:txBody>
          <a:bodyPr/>
          <a:lstStyle/>
          <a:p>
            <a:r>
              <a:rPr lang="en-US" altLang="en-US"/>
              <a:t>Introduction</a:t>
            </a:r>
          </a:p>
        </p:txBody>
      </p:sp>
      <p:sp>
        <p:nvSpPr>
          <p:cNvPr id="6147" name="Content Placeholder 2">
            <a:extLst>
              <a:ext uri="{FF2B5EF4-FFF2-40B4-BE49-F238E27FC236}">
                <a16:creationId xmlns:a16="http://schemas.microsoft.com/office/drawing/2014/main" id="{A7A47054-9D4A-43A4-06E6-170CB067D248}"/>
              </a:ext>
            </a:extLst>
          </p:cNvPr>
          <p:cNvSpPr>
            <a:spLocks noGrp="1"/>
          </p:cNvSpPr>
          <p:nvPr>
            <p:ph idx="1"/>
          </p:nvPr>
        </p:nvSpPr>
        <p:spPr>
          <a:xfrm>
            <a:off x="1828800" y="1066800"/>
            <a:ext cx="8686800" cy="5562600"/>
          </a:xfrm>
        </p:spPr>
        <p:txBody>
          <a:bodyPr/>
          <a:lstStyle/>
          <a:p>
            <a:pPr>
              <a:buFont typeface="Arial" panose="020B0604020202020204" pitchFamily="34" charset="0"/>
              <a:buNone/>
            </a:pPr>
            <a:r>
              <a:rPr lang="en-US" altLang="en-US">
                <a:solidFill>
                  <a:srgbClr val="FF0000"/>
                </a:solidFill>
              </a:rPr>
              <a:t>AM, FM and PM </a:t>
            </a:r>
            <a:r>
              <a:rPr lang="en-US" altLang="en-US"/>
              <a:t>: Continuous Carrier wave,</a:t>
            </a:r>
          </a:p>
          <a:p>
            <a:pPr>
              <a:buFont typeface="Arial" panose="020B0604020202020204" pitchFamily="34" charset="0"/>
              <a:buNone/>
            </a:pPr>
            <a:r>
              <a:rPr lang="en-US" altLang="en-US"/>
              <a:t> Frequency translation.</a:t>
            </a:r>
          </a:p>
          <a:p>
            <a:pPr>
              <a:buFont typeface="Arial" panose="020B0604020202020204" pitchFamily="34" charset="0"/>
              <a:buNone/>
            </a:pPr>
            <a:r>
              <a:rPr lang="en-US" altLang="en-US">
                <a:solidFill>
                  <a:srgbClr val="3200C0"/>
                </a:solidFill>
              </a:rPr>
              <a:t>Pulse Modulation: </a:t>
            </a:r>
            <a:r>
              <a:rPr lang="en-US" altLang="en-US"/>
              <a:t>Pulse carrier wave, short distance.</a:t>
            </a:r>
          </a:p>
          <a:p>
            <a:pPr>
              <a:buFont typeface="Arial" panose="020B0604020202020204" pitchFamily="34" charset="0"/>
              <a:buNone/>
            </a:pPr>
            <a:r>
              <a:rPr lang="en-US" altLang="en-US">
                <a:solidFill>
                  <a:srgbClr val="FF0000"/>
                </a:solidFill>
              </a:rPr>
              <a:t>Pulse Modulated waves are rich in d.c and low frequency components.</a:t>
            </a:r>
          </a:p>
          <a:p>
            <a:pPr>
              <a:buFont typeface="Arial" panose="020B0604020202020204" pitchFamily="34" charset="0"/>
              <a:buNone/>
            </a:pPr>
            <a:r>
              <a:rPr lang="en-US" altLang="en-US">
                <a:solidFill>
                  <a:srgbClr val="3200C0"/>
                </a:solidFill>
              </a:rPr>
              <a:t> Direct transmission of Pulse modulated signal is very difficult.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2">
            <a:extLst>
              <a:ext uri="{FF2B5EF4-FFF2-40B4-BE49-F238E27FC236}">
                <a16:creationId xmlns:a16="http://schemas.microsoft.com/office/drawing/2014/main" id="{A14BB1CC-320A-A160-A69A-483A2B824E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8014" y="615950"/>
            <a:ext cx="8561387" cy="578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F2C4590F-423F-2CFA-E5BD-A709CEDD47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3063" y="1143001"/>
            <a:ext cx="8915400" cy="475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2">
            <a:extLst>
              <a:ext uri="{FF2B5EF4-FFF2-40B4-BE49-F238E27FC236}">
                <a16:creationId xmlns:a16="http://schemas.microsoft.com/office/drawing/2014/main" id="{4FBEE1B1-9443-046E-E859-2A3276A14D2D}"/>
              </a:ext>
            </a:extLst>
          </p:cNvPr>
          <p:cNvSpPr>
            <a:spLocks noGrp="1"/>
          </p:cNvSpPr>
          <p:nvPr>
            <p:ph type="title"/>
          </p:nvPr>
        </p:nvSpPr>
        <p:spPr>
          <a:xfrm>
            <a:off x="1905000" y="2590800"/>
            <a:ext cx="8229600" cy="1143000"/>
          </a:xfrm>
        </p:spPr>
        <p:txBody>
          <a:bodyPr>
            <a:normAutofit fontScale="90000"/>
          </a:bodyPr>
          <a:lstStyle/>
          <a:p>
            <a:r>
              <a:rPr lang="en-US" altLang="en-US">
                <a:solidFill>
                  <a:srgbClr val="FF0000"/>
                </a:solidFill>
              </a:rPr>
              <a:t>Pulse Amplitude Modulation </a:t>
            </a:r>
            <a:br>
              <a:rPr lang="en-US" altLang="en-US"/>
            </a:b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4">
            <a:extLst>
              <a:ext uri="{FF2B5EF4-FFF2-40B4-BE49-F238E27FC236}">
                <a16:creationId xmlns:a16="http://schemas.microsoft.com/office/drawing/2014/main" id="{996DEDAD-DE58-CDA7-0A6A-7F250C7A3E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1" y="1066801"/>
            <a:ext cx="7953375" cy="557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TextBox 4">
            <a:extLst>
              <a:ext uri="{FF2B5EF4-FFF2-40B4-BE49-F238E27FC236}">
                <a16:creationId xmlns:a16="http://schemas.microsoft.com/office/drawing/2014/main" id="{F0284B05-0636-19E1-2D4E-FAF5EB15F227}"/>
              </a:ext>
            </a:extLst>
          </p:cNvPr>
          <p:cNvSpPr txBox="1">
            <a:spLocks noChangeArrowheads="1"/>
          </p:cNvSpPr>
          <p:nvPr/>
        </p:nvSpPr>
        <p:spPr bwMode="auto">
          <a:xfrm>
            <a:off x="3733800" y="228601"/>
            <a:ext cx="5257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4000">
                <a:solidFill>
                  <a:srgbClr val="FF0000"/>
                </a:solidFill>
                <a:latin typeface="Arial" panose="020B0604020202020204" pitchFamily="34" charset="0"/>
              </a:rPr>
              <a:t>Sampling Process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3">
            <a:extLst>
              <a:ext uri="{FF2B5EF4-FFF2-40B4-BE49-F238E27FC236}">
                <a16:creationId xmlns:a16="http://schemas.microsoft.com/office/drawing/2014/main" id="{D9AFDC64-F5C9-1F7A-DA2C-A6E6D6FF65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1" y="762000"/>
            <a:ext cx="8537575"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562E1E86-EBA3-8ADD-16B1-693F06746F66}"/>
              </a:ext>
            </a:extLst>
          </p:cNvPr>
          <p:cNvSpPr>
            <a:spLocks noGrp="1"/>
          </p:cNvSpPr>
          <p:nvPr>
            <p:ph type="title"/>
          </p:nvPr>
        </p:nvSpPr>
        <p:spPr>
          <a:xfrm>
            <a:off x="1981200" y="274638"/>
            <a:ext cx="8229600" cy="715962"/>
          </a:xfrm>
        </p:spPr>
        <p:txBody>
          <a:bodyPr/>
          <a:lstStyle/>
          <a:p>
            <a:r>
              <a:rPr lang="en-US" altLang="en-US">
                <a:solidFill>
                  <a:srgbClr val="FF0000"/>
                </a:solidFill>
              </a:rPr>
              <a:t>Pulse Amplitude Modulation</a:t>
            </a:r>
            <a:endParaRPr lang="en-US" altLang="en-US"/>
          </a:p>
        </p:txBody>
      </p:sp>
      <p:sp>
        <p:nvSpPr>
          <p:cNvPr id="13315" name="Content Placeholder 2">
            <a:extLst>
              <a:ext uri="{FF2B5EF4-FFF2-40B4-BE49-F238E27FC236}">
                <a16:creationId xmlns:a16="http://schemas.microsoft.com/office/drawing/2014/main" id="{5BE20C25-C979-291E-3DA1-C3436637A267}"/>
              </a:ext>
            </a:extLst>
          </p:cNvPr>
          <p:cNvSpPr>
            <a:spLocks noGrp="1"/>
          </p:cNvSpPr>
          <p:nvPr>
            <p:ph idx="1"/>
          </p:nvPr>
        </p:nvSpPr>
        <p:spPr>
          <a:xfrm>
            <a:off x="1524000" y="990601"/>
            <a:ext cx="9144000" cy="5135563"/>
          </a:xfrm>
        </p:spPr>
        <p:txBody>
          <a:bodyPr/>
          <a:lstStyle/>
          <a:p>
            <a:pPr>
              <a:buFont typeface="Arial" panose="020B0604020202020204" pitchFamily="34" charset="0"/>
              <a:buNone/>
            </a:pPr>
            <a:r>
              <a:rPr lang="en-US" altLang="en-US">
                <a:solidFill>
                  <a:srgbClr val="3200C0"/>
                </a:solidFill>
              </a:rPr>
              <a:t>PAM may be defined as the type of modulation in which the amplitudes of regularly spaced rectangular pulses vary according to the instantaneous value of the modulating signal.</a:t>
            </a:r>
          </a:p>
          <a:p>
            <a:pPr>
              <a:buFont typeface="Arial" panose="020B0604020202020204" pitchFamily="34" charset="0"/>
              <a:buNone/>
            </a:pPr>
            <a:r>
              <a:rPr lang="en-US" altLang="en-US"/>
              <a:t>The pulses of PAM signal may be flat type or natural type.</a:t>
            </a:r>
          </a:p>
          <a:p>
            <a:pPr>
              <a:buFont typeface="Arial" panose="020B0604020202020204" pitchFamily="34" charset="0"/>
              <a:buNone/>
            </a:pPr>
            <a:r>
              <a:rPr lang="en-US" altLang="en-US">
                <a:solidFill>
                  <a:srgbClr val="FF0000"/>
                </a:solidFill>
              </a:rPr>
              <a:t>PAM is two step process. </a:t>
            </a:r>
          </a:p>
        </p:txBody>
      </p:sp>
      <p:pic>
        <p:nvPicPr>
          <p:cNvPr id="13316" name="Picture 4">
            <a:extLst>
              <a:ext uri="{FF2B5EF4-FFF2-40B4-BE49-F238E27FC236}">
                <a16:creationId xmlns:a16="http://schemas.microsoft.com/office/drawing/2014/main" id="{C2540E34-DACD-77A9-036D-4C284420A1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801" y="4800600"/>
            <a:ext cx="479742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Rectangle 4">
            <a:extLst>
              <a:ext uri="{FF2B5EF4-FFF2-40B4-BE49-F238E27FC236}">
                <a16:creationId xmlns:a16="http://schemas.microsoft.com/office/drawing/2014/main" id="{234F6241-108E-3154-8051-2097F6F75532}"/>
              </a:ext>
            </a:extLst>
          </p:cNvPr>
          <p:cNvSpPr>
            <a:spLocks noChangeArrowheads="1"/>
          </p:cNvSpPr>
          <p:nvPr/>
        </p:nvSpPr>
        <p:spPr bwMode="auto">
          <a:xfrm>
            <a:off x="1752600" y="4876800"/>
            <a:ext cx="3733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AutoNum type="arabicPeriod"/>
            </a:pPr>
            <a:r>
              <a:rPr lang="en-US" altLang="en-US" sz="2800" b="1">
                <a:solidFill>
                  <a:srgbClr val="3200C0"/>
                </a:solidFill>
                <a:latin typeface="Arial" panose="020B0604020202020204" pitchFamily="34" charset="0"/>
              </a:rPr>
              <a:t>Instantaneous</a:t>
            </a:r>
          </a:p>
          <a:p>
            <a:pPr>
              <a:spcBef>
                <a:spcPct val="0"/>
              </a:spcBef>
              <a:buFontTx/>
              <a:buNone/>
            </a:pPr>
            <a:r>
              <a:rPr lang="en-US" altLang="en-US" sz="2800" b="1">
                <a:solidFill>
                  <a:srgbClr val="3200C0"/>
                </a:solidFill>
                <a:latin typeface="Arial" panose="020B0604020202020204" pitchFamily="34" charset="0"/>
              </a:rPr>
              <a:t>                 Sampling</a:t>
            </a:r>
            <a:endParaRPr lang="en-US" altLang="en-US" sz="2800">
              <a:solidFill>
                <a:srgbClr val="3200C0"/>
              </a:solidFill>
              <a:latin typeface="Arial" panose="020B0604020202020204" pitchFamily="34" charset="0"/>
            </a:endParaRPr>
          </a:p>
        </p:txBody>
      </p:sp>
      <p:sp>
        <p:nvSpPr>
          <p:cNvPr id="13318" name="Rectangle 5">
            <a:extLst>
              <a:ext uri="{FF2B5EF4-FFF2-40B4-BE49-F238E27FC236}">
                <a16:creationId xmlns:a16="http://schemas.microsoft.com/office/drawing/2014/main" id="{8033DCAD-25D7-B0B4-A58D-0CC7E96A4806}"/>
              </a:ext>
            </a:extLst>
          </p:cNvPr>
          <p:cNvSpPr>
            <a:spLocks noChangeArrowheads="1"/>
          </p:cNvSpPr>
          <p:nvPr/>
        </p:nvSpPr>
        <p:spPr bwMode="auto">
          <a:xfrm>
            <a:off x="1770063" y="5861051"/>
            <a:ext cx="27416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1">
                <a:latin typeface="Arial" panose="020B0604020202020204" pitchFamily="34" charset="0"/>
              </a:rPr>
              <a:t>2. Lengthening</a:t>
            </a:r>
            <a:endParaRPr lang="en-US" altLang="en-US" sz="2800">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3">
            <a:extLst>
              <a:ext uri="{FF2B5EF4-FFF2-40B4-BE49-F238E27FC236}">
                <a16:creationId xmlns:a16="http://schemas.microsoft.com/office/drawing/2014/main" id="{146D8731-C5AA-70BA-67AA-17B52395A7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0364" y="931863"/>
            <a:ext cx="9037637"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Rectangle 4">
            <a:extLst>
              <a:ext uri="{FF2B5EF4-FFF2-40B4-BE49-F238E27FC236}">
                <a16:creationId xmlns:a16="http://schemas.microsoft.com/office/drawing/2014/main" id="{D8B8B0C4-6B54-003A-0150-88518B3D3138}"/>
              </a:ext>
            </a:extLst>
          </p:cNvPr>
          <p:cNvSpPr>
            <a:spLocks noChangeArrowheads="1"/>
          </p:cNvSpPr>
          <p:nvPr/>
        </p:nvSpPr>
        <p:spPr bwMode="auto">
          <a:xfrm>
            <a:off x="3810000" y="304801"/>
            <a:ext cx="3733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AutoNum type="arabicPeriod"/>
            </a:pPr>
            <a:r>
              <a:rPr lang="en-US" altLang="en-US" sz="2400" b="1">
                <a:solidFill>
                  <a:srgbClr val="FF0000"/>
                </a:solidFill>
                <a:latin typeface="Arial" panose="020B0604020202020204" pitchFamily="34" charset="0"/>
              </a:rPr>
              <a:t>Instantaneous</a:t>
            </a:r>
          </a:p>
          <a:p>
            <a:pPr>
              <a:spcBef>
                <a:spcPct val="0"/>
              </a:spcBef>
              <a:buFontTx/>
              <a:buNone/>
            </a:pPr>
            <a:r>
              <a:rPr lang="en-US" altLang="en-US" sz="2400" b="1">
                <a:solidFill>
                  <a:srgbClr val="FF0000"/>
                </a:solidFill>
                <a:latin typeface="Arial" panose="020B0604020202020204" pitchFamily="34" charset="0"/>
              </a:rPr>
              <a:t>                 Sampling</a:t>
            </a:r>
            <a:endParaRPr lang="en-US" altLang="en-US" sz="2400">
              <a:solidFill>
                <a:srgbClr val="FF0000"/>
              </a:solidFill>
              <a:latin typeface="Arial" panose="020B0604020202020204" pitchFamily="34" charset="0"/>
            </a:endParaRPr>
          </a:p>
        </p:txBody>
      </p:sp>
      <p:sp>
        <p:nvSpPr>
          <p:cNvPr id="14340" name="Rectangle 5">
            <a:extLst>
              <a:ext uri="{FF2B5EF4-FFF2-40B4-BE49-F238E27FC236}">
                <a16:creationId xmlns:a16="http://schemas.microsoft.com/office/drawing/2014/main" id="{BB850C27-92CE-77DF-6AE1-C6B8B3080958}"/>
              </a:ext>
            </a:extLst>
          </p:cNvPr>
          <p:cNvSpPr>
            <a:spLocks noChangeArrowheads="1"/>
          </p:cNvSpPr>
          <p:nvPr/>
        </p:nvSpPr>
        <p:spPr bwMode="auto">
          <a:xfrm>
            <a:off x="7620001" y="381001"/>
            <a:ext cx="27416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1">
                <a:latin typeface="Arial" panose="020B0604020202020204" pitchFamily="34" charset="0"/>
              </a:rPr>
              <a:t>2. Lengthening</a:t>
            </a:r>
            <a:endParaRPr lang="en-US" altLang="en-US" sz="2800">
              <a:latin typeface="Arial" panose="020B0604020202020204" pitchFamily="34" charset="0"/>
            </a:endParaRPr>
          </a:p>
        </p:txBody>
      </p:sp>
      <p:sp>
        <p:nvSpPr>
          <p:cNvPr id="14341" name="Rectangle 6">
            <a:extLst>
              <a:ext uri="{FF2B5EF4-FFF2-40B4-BE49-F238E27FC236}">
                <a16:creationId xmlns:a16="http://schemas.microsoft.com/office/drawing/2014/main" id="{C06D3545-D2C9-7F71-CC9E-236981980FE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Arial" panose="020B0604020202020204" pitchFamily="34" charset="0"/>
            </a:endParaRPr>
          </a:p>
        </p:txBody>
      </p:sp>
      <p:graphicFrame>
        <p:nvGraphicFramePr>
          <p:cNvPr id="14342" name="Object 5">
            <a:extLst>
              <a:ext uri="{FF2B5EF4-FFF2-40B4-BE49-F238E27FC236}">
                <a16:creationId xmlns:a16="http://schemas.microsoft.com/office/drawing/2014/main" id="{B0C6D304-4528-8CD5-72A6-954729FDEDDC}"/>
              </a:ext>
            </a:extLst>
          </p:cNvPr>
          <p:cNvGraphicFramePr>
            <a:graphicFrameLocks noChangeAspect="1"/>
          </p:cNvGraphicFramePr>
          <p:nvPr/>
        </p:nvGraphicFramePr>
        <p:xfrm>
          <a:off x="1684338" y="4840289"/>
          <a:ext cx="8915400" cy="1004887"/>
        </p:xfrm>
        <a:graphic>
          <a:graphicData uri="http://schemas.openxmlformats.org/presentationml/2006/ole">
            <mc:AlternateContent xmlns:mc="http://schemas.openxmlformats.org/markup-compatibility/2006">
              <mc:Choice xmlns:v="urn:schemas-microsoft-com:vml" Requires="v">
                <p:oleObj name="Equation" r:id="rId3" imgW="3797300" imgH="431800" progId="Equation.DSMT4">
                  <p:embed/>
                </p:oleObj>
              </mc:Choice>
              <mc:Fallback>
                <p:oleObj name="Equation" r:id="rId3" imgW="3797300" imgH="431800" progId="Equation.DSMT4">
                  <p:embed/>
                  <p:pic>
                    <p:nvPicPr>
                      <p:cNvPr id="14342" name="Object 5">
                        <a:extLst>
                          <a:ext uri="{FF2B5EF4-FFF2-40B4-BE49-F238E27FC236}">
                            <a16:creationId xmlns:a16="http://schemas.microsoft.com/office/drawing/2014/main" id="{B0C6D304-4528-8CD5-72A6-954729FDED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4338" y="4840289"/>
                        <a:ext cx="89154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3" name="Rectangle 8">
            <a:extLst>
              <a:ext uri="{FF2B5EF4-FFF2-40B4-BE49-F238E27FC236}">
                <a16:creationId xmlns:a16="http://schemas.microsoft.com/office/drawing/2014/main" id="{A42A2D15-DEA8-D846-8330-3D46C2A628A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Arial" panose="020B0604020202020204" pitchFamily="34" charset="0"/>
            </a:endParaRPr>
          </a:p>
        </p:txBody>
      </p:sp>
      <p:graphicFrame>
        <p:nvGraphicFramePr>
          <p:cNvPr id="14344" name="Object 7">
            <a:extLst>
              <a:ext uri="{FF2B5EF4-FFF2-40B4-BE49-F238E27FC236}">
                <a16:creationId xmlns:a16="http://schemas.microsoft.com/office/drawing/2014/main" id="{470C9EA6-1C9A-FEFE-441B-C92435849FAF}"/>
              </a:ext>
            </a:extLst>
          </p:cNvPr>
          <p:cNvGraphicFramePr>
            <a:graphicFrameLocks noChangeAspect="1"/>
          </p:cNvGraphicFramePr>
          <p:nvPr/>
        </p:nvGraphicFramePr>
        <p:xfrm>
          <a:off x="2438401" y="5791200"/>
          <a:ext cx="4202113" cy="914400"/>
        </p:xfrm>
        <a:graphic>
          <a:graphicData uri="http://schemas.openxmlformats.org/presentationml/2006/ole">
            <mc:AlternateContent xmlns:mc="http://schemas.openxmlformats.org/markup-compatibility/2006">
              <mc:Choice xmlns:v="urn:schemas-microsoft-com:vml" Requires="v">
                <p:oleObj name="Equation" r:id="rId5" imgW="2057400" imgH="444500" progId="Equation.DSMT4">
                  <p:embed/>
                </p:oleObj>
              </mc:Choice>
              <mc:Fallback>
                <p:oleObj name="Equation" r:id="rId5" imgW="2057400" imgH="444500" progId="Equation.DSMT4">
                  <p:embed/>
                  <p:pic>
                    <p:nvPicPr>
                      <p:cNvPr id="14344" name="Object 7">
                        <a:extLst>
                          <a:ext uri="{FF2B5EF4-FFF2-40B4-BE49-F238E27FC236}">
                            <a16:creationId xmlns:a16="http://schemas.microsoft.com/office/drawing/2014/main" id="{470C9EA6-1C9A-FEFE-441B-C92435849FA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1" y="5791200"/>
                        <a:ext cx="42021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13D49E52-DEB9-A544-4ABC-EA78E7F03772}"/>
              </a:ext>
            </a:extLst>
          </p:cNvPr>
          <p:cNvSpPr>
            <a:spLocks noGrp="1"/>
          </p:cNvSpPr>
          <p:nvPr>
            <p:ph type="title"/>
          </p:nvPr>
        </p:nvSpPr>
        <p:spPr/>
        <p:txBody>
          <a:bodyPr/>
          <a:lstStyle/>
          <a:p>
            <a:r>
              <a:rPr lang="en-US" altLang="en-US"/>
              <a:t>PAM Generation</a:t>
            </a:r>
          </a:p>
        </p:txBody>
      </p:sp>
      <p:pic>
        <p:nvPicPr>
          <p:cNvPr id="15363" name="Picture 2">
            <a:extLst>
              <a:ext uri="{FF2B5EF4-FFF2-40B4-BE49-F238E27FC236}">
                <a16:creationId xmlns:a16="http://schemas.microsoft.com/office/drawing/2014/main" id="{5924C5F8-9919-7429-3E9F-3F4A214A58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7513" y="1676400"/>
            <a:ext cx="88519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B364DDED-3057-67CA-CA9D-96F85B64A2F1}"/>
              </a:ext>
            </a:extLst>
          </p:cNvPr>
          <p:cNvSpPr>
            <a:spLocks noGrp="1"/>
          </p:cNvSpPr>
          <p:nvPr>
            <p:ph type="title"/>
          </p:nvPr>
        </p:nvSpPr>
        <p:spPr>
          <a:xfrm>
            <a:off x="1981200" y="-12700"/>
            <a:ext cx="8229600" cy="715963"/>
          </a:xfrm>
        </p:spPr>
        <p:txBody>
          <a:bodyPr/>
          <a:lstStyle/>
          <a:p>
            <a:r>
              <a:rPr lang="en-US" altLang="en-US" sz="3600">
                <a:solidFill>
                  <a:srgbClr val="C00000"/>
                </a:solidFill>
                <a:latin typeface="Arial" panose="020B0604020202020204" pitchFamily="34" charset="0"/>
                <a:cs typeface="Arial" panose="020B0604020202020204" pitchFamily="34" charset="0"/>
              </a:rPr>
              <a:t>PAM Demodulation</a:t>
            </a:r>
          </a:p>
        </p:txBody>
      </p:sp>
      <p:pic>
        <p:nvPicPr>
          <p:cNvPr id="16387" name="Picture 5">
            <a:extLst>
              <a:ext uri="{FF2B5EF4-FFF2-40B4-BE49-F238E27FC236}">
                <a16:creationId xmlns:a16="http://schemas.microsoft.com/office/drawing/2014/main" id="{BB0C4921-6D10-07DB-67D8-7379F85746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1" y="609601"/>
            <a:ext cx="7618413" cy="150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388" name="Object 6">
            <a:extLst>
              <a:ext uri="{FF2B5EF4-FFF2-40B4-BE49-F238E27FC236}">
                <a16:creationId xmlns:a16="http://schemas.microsoft.com/office/drawing/2014/main" id="{665B5E47-81F8-4D2E-2CC8-BAB81055103E}"/>
              </a:ext>
            </a:extLst>
          </p:cNvPr>
          <p:cNvGraphicFramePr>
            <a:graphicFrameLocks noChangeAspect="1"/>
          </p:cNvGraphicFramePr>
          <p:nvPr/>
        </p:nvGraphicFramePr>
        <p:xfrm>
          <a:off x="1809750" y="1981201"/>
          <a:ext cx="4210050" cy="587375"/>
        </p:xfrm>
        <a:graphic>
          <a:graphicData uri="http://schemas.openxmlformats.org/presentationml/2006/ole">
            <mc:AlternateContent xmlns:mc="http://schemas.openxmlformats.org/markup-compatibility/2006">
              <mc:Choice xmlns:v="urn:schemas-microsoft-com:vml" Requires="v">
                <p:oleObj name="Equation" r:id="rId3" imgW="1727200" imgH="241300" progId="Equation.DSMT4">
                  <p:embed/>
                </p:oleObj>
              </mc:Choice>
              <mc:Fallback>
                <p:oleObj name="Equation" r:id="rId3" imgW="1727200" imgH="241300" progId="Equation.DSMT4">
                  <p:embed/>
                  <p:pic>
                    <p:nvPicPr>
                      <p:cNvPr id="16388" name="Object 6">
                        <a:extLst>
                          <a:ext uri="{FF2B5EF4-FFF2-40B4-BE49-F238E27FC236}">
                            <a16:creationId xmlns:a16="http://schemas.microsoft.com/office/drawing/2014/main" id="{665B5E47-81F8-4D2E-2CC8-BAB8105510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9750" y="1981201"/>
                        <a:ext cx="421005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89" name="TextBox 7">
            <a:extLst>
              <a:ext uri="{FF2B5EF4-FFF2-40B4-BE49-F238E27FC236}">
                <a16:creationId xmlns:a16="http://schemas.microsoft.com/office/drawing/2014/main" id="{424A9A7A-9478-C9DF-D50D-19A1B24424B1}"/>
              </a:ext>
            </a:extLst>
          </p:cNvPr>
          <p:cNvSpPr txBox="1">
            <a:spLocks noChangeArrowheads="1"/>
          </p:cNvSpPr>
          <p:nvPr/>
        </p:nvSpPr>
        <p:spPr bwMode="auto">
          <a:xfrm>
            <a:off x="1847850" y="5105400"/>
            <a:ext cx="82296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1">
                <a:solidFill>
                  <a:srgbClr val="FF0000"/>
                </a:solidFill>
                <a:latin typeface="Arial" panose="020B0604020202020204" pitchFamily="34" charset="0"/>
              </a:rPr>
              <a:t>Equalizer:</a:t>
            </a:r>
            <a:r>
              <a:rPr lang="en-US" altLang="en-US" sz="2800">
                <a:solidFill>
                  <a:srgbClr val="FF0000"/>
                </a:solidFill>
                <a:latin typeface="Arial" panose="020B0604020202020204" pitchFamily="34" charset="0"/>
              </a:rPr>
              <a:t> </a:t>
            </a:r>
            <a:r>
              <a:rPr lang="en-US" altLang="en-US" sz="2800">
                <a:latin typeface="Arial" panose="020B0604020202020204" pitchFamily="34" charset="0"/>
              </a:rPr>
              <a:t>Compensate for magnitude distortion  and phase delay</a:t>
            </a:r>
          </a:p>
        </p:txBody>
      </p:sp>
      <p:sp>
        <p:nvSpPr>
          <p:cNvPr id="16390" name="TextBox 8">
            <a:extLst>
              <a:ext uri="{FF2B5EF4-FFF2-40B4-BE49-F238E27FC236}">
                <a16:creationId xmlns:a16="http://schemas.microsoft.com/office/drawing/2014/main" id="{98F1F200-1DED-9947-9209-B89DE7B7B57E}"/>
              </a:ext>
            </a:extLst>
          </p:cNvPr>
          <p:cNvSpPr txBox="1">
            <a:spLocks noChangeArrowheads="1"/>
          </p:cNvSpPr>
          <p:nvPr/>
        </p:nvSpPr>
        <p:spPr bwMode="auto">
          <a:xfrm>
            <a:off x="1676401" y="2563814"/>
            <a:ext cx="4981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1">
                <a:solidFill>
                  <a:srgbClr val="3200C0"/>
                </a:solidFill>
                <a:latin typeface="Arial" panose="020B0604020202020204" pitchFamily="34" charset="0"/>
              </a:rPr>
              <a:t>Reconstruction Filter:   </a:t>
            </a:r>
            <a:r>
              <a:rPr lang="en-US" altLang="en-US" sz="2800" b="1">
                <a:solidFill>
                  <a:srgbClr val="C00000"/>
                </a:solidFill>
                <a:latin typeface="Arial" panose="020B0604020202020204" pitchFamily="34" charset="0"/>
              </a:rPr>
              <a:t>LPF</a:t>
            </a:r>
          </a:p>
        </p:txBody>
      </p:sp>
      <p:pic>
        <p:nvPicPr>
          <p:cNvPr id="16391" name="Picture 8">
            <a:extLst>
              <a:ext uri="{FF2B5EF4-FFF2-40B4-BE49-F238E27FC236}">
                <a16:creationId xmlns:a16="http://schemas.microsoft.com/office/drawing/2014/main" id="{3B463A9A-3042-D1F8-4A30-AA7DB4E63B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67350" y="4211638"/>
            <a:ext cx="2832100" cy="50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92" name="Picture 9">
            <a:extLst>
              <a:ext uri="{FF2B5EF4-FFF2-40B4-BE49-F238E27FC236}">
                <a16:creationId xmlns:a16="http://schemas.microsoft.com/office/drawing/2014/main" id="{E83EDCE5-F3A8-C187-65D9-9B57A550A93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29401" y="2825751"/>
            <a:ext cx="3833813" cy="1192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93" name="Picture 11">
            <a:extLst>
              <a:ext uri="{FF2B5EF4-FFF2-40B4-BE49-F238E27FC236}">
                <a16:creationId xmlns:a16="http://schemas.microsoft.com/office/drawing/2014/main" id="{CBCE000C-6DEF-4B16-EDD2-0ED6A4833D6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6400" y="3186114"/>
            <a:ext cx="3295650" cy="485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94" name="Picture 12">
            <a:extLst>
              <a:ext uri="{FF2B5EF4-FFF2-40B4-BE49-F238E27FC236}">
                <a16:creationId xmlns:a16="http://schemas.microsoft.com/office/drawing/2014/main" id="{36D4F457-B42A-CF31-1AE5-285A2CAA6B0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8800" y="3852864"/>
            <a:ext cx="335280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08A9C17E-FE9B-A05F-C791-EF1DCA4B587C}"/>
              </a:ext>
            </a:extLst>
          </p:cNvPr>
          <p:cNvSpPr>
            <a:spLocks noGrp="1"/>
          </p:cNvSpPr>
          <p:nvPr>
            <p:ph type="title"/>
          </p:nvPr>
        </p:nvSpPr>
        <p:spPr>
          <a:xfrm>
            <a:off x="1981200" y="28576"/>
            <a:ext cx="8229600" cy="715963"/>
          </a:xfrm>
        </p:spPr>
        <p:txBody>
          <a:bodyPr/>
          <a:lstStyle/>
          <a:p>
            <a:pPr algn="l"/>
            <a:r>
              <a:rPr lang="en-IN" altLang="en-US">
                <a:solidFill>
                  <a:srgbClr val="FF0000"/>
                </a:solidFill>
              </a:rPr>
              <a:t>Equalizer</a:t>
            </a:r>
          </a:p>
        </p:txBody>
      </p:sp>
      <p:pic>
        <p:nvPicPr>
          <p:cNvPr id="17411" name="Picture 5">
            <a:extLst>
              <a:ext uri="{FF2B5EF4-FFF2-40B4-BE49-F238E27FC236}">
                <a16:creationId xmlns:a16="http://schemas.microsoft.com/office/drawing/2014/main" id="{9FC3A3A6-C942-1A55-533A-6844BCBA98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228601"/>
            <a:ext cx="5562600"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C8BF8115-882B-2DA2-9886-A2EAA5A01924}"/>
              </a:ext>
            </a:extLst>
          </p:cNvPr>
          <p:cNvSpPr>
            <a:spLocks noChangeArrowheads="1"/>
          </p:cNvSpPr>
          <p:nvPr/>
        </p:nvSpPr>
        <p:spPr bwMode="auto">
          <a:xfrm>
            <a:off x="1676400" y="1447800"/>
            <a:ext cx="8763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en-IN" altLang="en-US" sz="2400">
                <a:solidFill>
                  <a:srgbClr val="3200C0"/>
                </a:solidFill>
                <a:latin typeface="Arial" panose="020B0604020202020204" pitchFamily="34" charset="0"/>
              </a:rPr>
              <a:t>The equalizer has the effect of decreasing the in-band  loss of the reconstruction filter as the frequency increases in such a manner as to compensate  for the aperture effect. </a:t>
            </a:r>
          </a:p>
        </p:txBody>
      </p:sp>
      <p:pic>
        <p:nvPicPr>
          <p:cNvPr id="17413" name="Picture 2">
            <a:extLst>
              <a:ext uri="{FF2B5EF4-FFF2-40B4-BE49-F238E27FC236}">
                <a16:creationId xmlns:a16="http://schemas.microsoft.com/office/drawing/2014/main" id="{BC95AF61-9E07-C4FD-53E6-1A69FC78C4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8375" y="2790826"/>
            <a:ext cx="4191000" cy="354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414" name="Rectangle 5">
            <a:extLst>
              <a:ext uri="{FF2B5EF4-FFF2-40B4-BE49-F238E27FC236}">
                <a16:creationId xmlns:a16="http://schemas.microsoft.com/office/drawing/2014/main" id="{D5AD8CAD-8357-0A1A-0FD0-7742706D9ACB}"/>
              </a:ext>
            </a:extLst>
          </p:cNvPr>
          <p:cNvSpPr>
            <a:spLocks noChangeArrowheads="1"/>
          </p:cNvSpPr>
          <p:nvPr/>
        </p:nvSpPr>
        <p:spPr bwMode="auto">
          <a:xfrm>
            <a:off x="1647825" y="2952750"/>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IN" altLang="en-US" sz="1800">
                <a:latin typeface="Arial" panose="020B0604020202020204" pitchFamily="34" charset="0"/>
              </a:rPr>
              <a:t> </a:t>
            </a:r>
            <a:r>
              <a:rPr lang="en-IN" altLang="en-US" sz="2400">
                <a:solidFill>
                  <a:srgbClr val="FF0000"/>
                </a:solidFill>
                <a:latin typeface="Arial" panose="020B0604020202020204" pitchFamily="34" charset="0"/>
              </a:rPr>
              <a:t>Designed with acoustics in mind, to “equalize” all of the sound frequencies.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a:extLst>
              <a:ext uri="{FF2B5EF4-FFF2-40B4-BE49-F238E27FC236}">
                <a16:creationId xmlns:a16="http://schemas.microsoft.com/office/drawing/2014/main" id="{1B52C4E1-0A89-7D49-AF31-7E5B452FF4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1" y="304800"/>
            <a:ext cx="419417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5" name="Picture 3">
            <a:extLst>
              <a:ext uri="{FF2B5EF4-FFF2-40B4-BE49-F238E27FC236}">
                <a16:creationId xmlns:a16="http://schemas.microsoft.com/office/drawing/2014/main" id="{C5ABE057-5B96-3BB2-DC3C-9FD0AA6DE5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1" y="4114800"/>
            <a:ext cx="6723063"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ACA2E655-A37F-39CC-A9A0-356FFCDB99A9}"/>
              </a:ext>
            </a:extLst>
          </p:cNvPr>
          <p:cNvSpPr>
            <a:spLocks noGrp="1"/>
          </p:cNvSpPr>
          <p:nvPr>
            <p:ph type="title"/>
          </p:nvPr>
        </p:nvSpPr>
        <p:spPr>
          <a:xfrm>
            <a:off x="1600200" y="38101"/>
            <a:ext cx="8229600" cy="715963"/>
          </a:xfrm>
        </p:spPr>
        <p:txBody>
          <a:bodyPr/>
          <a:lstStyle/>
          <a:p>
            <a:r>
              <a:rPr lang="en-IN" altLang="en-US">
                <a:solidFill>
                  <a:srgbClr val="3200C0"/>
                </a:solidFill>
              </a:rPr>
              <a:t>Advantages of PAM</a:t>
            </a:r>
          </a:p>
        </p:txBody>
      </p:sp>
      <p:sp>
        <p:nvSpPr>
          <p:cNvPr id="3" name="Content Placeholder 2">
            <a:extLst>
              <a:ext uri="{FF2B5EF4-FFF2-40B4-BE49-F238E27FC236}">
                <a16:creationId xmlns:a16="http://schemas.microsoft.com/office/drawing/2014/main" id="{115D6ECB-6673-04C6-D92B-F12F196371F8}"/>
              </a:ext>
            </a:extLst>
          </p:cNvPr>
          <p:cNvSpPr>
            <a:spLocks noGrp="1"/>
          </p:cNvSpPr>
          <p:nvPr>
            <p:ph idx="1"/>
          </p:nvPr>
        </p:nvSpPr>
        <p:spPr>
          <a:xfrm>
            <a:off x="1752600" y="914401"/>
            <a:ext cx="8763000" cy="4830763"/>
          </a:xfrm>
        </p:spPr>
        <p:txBody>
          <a:bodyPr/>
          <a:lstStyle/>
          <a:p>
            <a:pPr algn="just">
              <a:buFont typeface="Wingdings" panose="05000000000000000000" pitchFamily="2" charset="2"/>
              <a:buChar char="Ø"/>
            </a:pPr>
            <a:r>
              <a:rPr lang="en-IN" altLang="en-US">
                <a:solidFill>
                  <a:srgbClr val="FF0000"/>
                </a:solidFill>
                <a:latin typeface="Arial" panose="020B0604020202020204" pitchFamily="34" charset="0"/>
                <a:cs typeface="Arial" panose="020B0604020202020204" pitchFamily="34" charset="0"/>
              </a:rPr>
              <a:t>It is the base for all digital modulation techniques and it is simple process for both modulation and demodulation technique.</a:t>
            </a:r>
          </a:p>
          <a:p>
            <a:pPr algn="just">
              <a:buFont typeface="Wingdings" panose="05000000000000000000" pitchFamily="2" charset="2"/>
              <a:buChar char="Ø"/>
            </a:pPr>
            <a:r>
              <a:rPr lang="en-IN" altLang="en-US">
                <a:latin typeface="Arial" panose="020B0604020202020204" pitchFamily="34" charset="0"/>
                <a:cs typeface="Arial" panose="020B0604020202020204" pitchFamily="34" charset="0"/>
              </a:rPr>
              <a:t>No complex circuitry is required for both transmission and reception. Transmitter and receiver circuitry is simple and easy to construct.</a:t>
            </a:r>
          </a:p>
          <a:p>
            <a:pPr algn="just">
              <a:buFont typeface="Wingdings" panose="05000000000000000000" pitchFamily="2" charset="2"/>
              <a:buChar char="Ø"/>
            </a:pPr>
            <a:r>
              <a:rPr lang="en-IN" altLang="en-US">
                <a:solidFill>
                  <a:srgbClr val="038726"/>
                </a:solidFill>
                <a:latin typeface="Arial" panose="020B0604020202020204" pitchFamily="34" charset="0"/>
                <a:cs typeface="Arial" panose="020B0604020202020204" pitchFamily="34" charset="0"/>
              </a:rPr>
              <a:t>PAM can generate other pulse modulation signals and can carry the message or information at same time.</a:t>
            </a:r>
          </a:p>
          <a:p>
            <a:endParaRPr lang="en-I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ntr" presetSubtype="21"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barn(inVertical)">
                                      <p:cBhvr>
                                        <p:cTn id="13" dur="500"/>
                                        <p:tgtEl>
                                          <p:spTgt spid="3">
                                            <p:txEl>
                                              <p:pRg st="1" end="1"/>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6" presetClass="entr" presetSubtype="16"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circle(in)">
                                      <p:cBhvr>
                                        <p:cTn id="18"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E0FE66B8-2C91-0BC4-E565-D0A76A096606}"/>
              </a:ext>
            </a:extLst>
          </p:cNvPr>
          <p:cNvSpPr>
            <a:spLocks noGrp="1"/>
          </p:cNvSpPr>
          <p:nvPr>
            <p:ph type="title"/>
          </p:nvPr>
        </p:nvSpPr>
        <p:spPr>
          <a:xfrm>
            <a:off x="1676400" y="76201"/>
            <a:ext cx="8229600" cy="868363"/>
          </a:xfrm>
        </p:spPr>
        <p:txBody>
          <a:bodyPr/>
          <a:lstStyle/>
          <a:p>
            <a:r>
              <a:rPr lang="en-IN" altLang="en-US">
                <a:solidFill>
                  <a:srgbClr val="3200C0"/>
                </a:solidFill>
              </a:rPr>
              <a:t>Dis-advantages of PAM</a:t>
            </a:r>
            <a:endParaRPr lang="en-IN" altLang="en-US"/>
          </a:p>
        </p:txBody>
      </p:sp>
      <p:sp>
        <p:nvSpPr>
          <p:cNvPr id="3" name="Content Placeholder 2">
            <a:extLst>
              <a:ext uri="{FF2B5EF4-FFF2-40B4-BE49-F238E27FC236}">
                <a16:creationId xmlns:a16="http://schemas.microsoft.com/office/drawing/2014/main" id="{451E0489-3EE8-9168-AB14-2703D9B3FB22}"/>
              </a:ext>
            </a:extLst>
          </p:cNvPr>
          <p:cNvSpPr>
            <a:spLocks noGrp="1"/>
          </p:cNvSpPr>
          <p:nvPr>
            <p:ph idx="1"/>
          </p:nvPr>
        </p:nvSpPr>
        <p:spPr>
          <a:xfrm>
            <a:off x="1676400" y="1447801"/>
            <a:ext cx="8839200" cy="4297363"/>
          </a:xfrm>
        </p:spPr>
        <p:txBody>
          <a:bodyPr/>
          <a:lstStyle/>
          <a:p>
            <a:pPr>
              <a:buFont typeface="Wingdings" panose="05000000000000000000" pitchFamily="2" charset="2"/>
              <a:buChar char="Ø"/>
            </a:pPr>
            <a:r>
              <a:rPr lang="en-IN" altLang="en-US">
                <a:latin typeface="Arial" panose="020B0604020202020204" pitchFamily="34" charset="0"/>
                <a:cs typeface="Arial" panose="020B0604020202020204" pitchFamily="34" charset="0"/>
              </a:rPr>
              <a:t>Bandwidth is high. </a:t>
            </a:r>
          </a:p>
          <a:p>
            <a:pPr algn="just">
              <a:buFont typeface="Wingdings" panose="05000000000000000000" pitchFamily="2" charset="2"/>
              <a:buChar char="Ø"/>
            </a:pPr>
            <a:r>
              <a:rPr lang="en-US" altLang="en-US">
                <a:solidFill>
                  <a:srgbClr val="FF0000"/>
                </a:solidFill>
                <a:latin typeface="Arial" panose="020B0604020202020204" pitchFamily="34" charset="0"/>
                <a:cs typeface="Arial" panose="020B0604020202020204" pitchFamily="34" charset="0"/>
              </a:rPr>
              <a:t>Since the noise affects the amplitude of the waveform, like AM, PAM is also less immune to noise.</a:t>
            </a:r>
          </a:p>
          <a:p>
            <a:pPr algn="just">
              <a:buFont typeface="Wingdings" panose="05000000000000000000" pitchFamily="2" charset="2"/>
              <a:buChar char="Ø"/>
            </a:pPr>
            <a:r>
              <a:rPr lang="en-US" altLang="en-US">
                <a:solidFill>
                  <a:srgbClr val="3200C0"/>
                </a:solidFill>
                <a:latin typeface="Arial" panose="020B0604020202020204" pitchFamily="34" charset="0"/>
                <a:cs typeface="Arial" panose="020B0604020202020204" pitchFamily="34" charset="0"/>
              </a:rPr>
              <a:t>PAM waveform has pulses with varying amplitude and  therefore power required to transmit them is not constant. This requires that the transmitter must be able to handle the power required to transmit pulse having maximum amplitude.</a:t>
            </a:r>
          </a:p>
          <a:p>
            <a:endParaRPr lang="en-I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wipe(down)">
                                      <p:cBhvr>
                                        <p:cTn id="13" dur="500"/>
                                        <p:tgtEl>
                                          <p:spTgt spid="3">
                                            <p:txEl>
                                              <p:pRg st="1" end="1"/>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6" presetClass="entr" presetSubtype="16"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circle(in)">
                                      <p:cBhvr>
                                        <p:cTn id="18"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81EB8EE3-E184-36D4-2F11-4287BB6C8BD9}"/>
              </a:ext>
            </a:extLst>
          </p:cNvPr>
          <p:cNvSpPr>
            <a:spLocks noGrp="1"/>
          </p:cNvSpPr>
          <p:nvPr>
            <p:ph type="title"/>
          </p:nvPr>
        </p:nvSpPr>
        <p:spPr>
          <a:xfrm>
            <a:off x="1905000" y="2819400"/>
            <a:ext cx="8229600" cy="1143000"/>
          </a:xfrm>
        </p:spPr>
        <p:txBody>
          <a:bodyPr/>
          <a:lstStyle/>
          <a:p>
            <a:r>
              <a:rPr lang="en-US" altLang="en-US"/>
              <a:t>Sample and Hold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a:extLst>
              <a:ext uri="{FF2B5EF4-FFF2-40B4-BE49-F238E27FC236}">
                <a16:creationId xmlns:a16="http://schemas.microsoft.com/office/drawing/2014/main" id="{75E81065-B178-F5A4-B50C-A7C072FFD6C2}"/>
              </a:ext>
            </a:extLst>
          </p:cNvPr>
          <p:cNvSpPr>
            <a:spLocks noChangeArrowheads="1"/>
          </p:cNvSpPr>
          <p:nvPr/>
        </p:nvSpPr>
        <p:spPr bwMode="auto">
          <a:xfrm>
            <a:off x="1781175" y="0"/>
            <a:ext cx="8705850" cy="226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a:solidFill>
                  <a:srgbClr val="000000"/>
                </a:solidFill>
                <a:cs typeface="Arial" panose="020B0604020202020204" pitchFamily="34" charset="0"/>
              </a:rPr>
              <a:t>The sample and hold circuit generates the samples of the analogue input signal and holds the latest sampled values for definite time and reflects it at the output.</a:t>
            </a:r>
            <a:endParaRPr lang="en-US" altLang="en-US" sz="2800">
              <a:cs typeface="Arial" panose="020B0604020202020204" pitchFamily="34" charset="0"/>
            </a:endParaRPr>
          </a:p>
          <a:p>
            <a:br>
              <a:rPr lang="en-US" altLang="en-US" sz="1100">
                <a:solidFill>
                  <a:srgbClr val="000000"/>
                </a:solidFill>
                <a:latin typeface="Verdana" panose="020B0604030504040204" pitchFamily="34" charset="0"/>
              </a:rPr>
            </a:br>
            <a:endParaRPr lang="en-US" altLang="en-US"/>
          </a:p>
        </p:txBody>
      </p:sp>
      <p:pic>
        <p:nvPicPr>
          <p:cNvPr id="22531" name="Picture 5">
            <a:extLst>
              <a:ext uri="{FF2B5EF4-FFF2-40B4-BE49-F238E27FC236}">
                <a16:creationId xmlns:a16="http://schemas.microsoft.com/office/drawing/2014/main" id="{E03152C8-DBA2-EC00-48BC-162730E41DC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79814" y="1447801"/>
            <a:ext cx="1952625"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2" name="Picture 6">
            <a:extLst>
              <a:ext uri="{FF2B5EF4-FFF2-40B4-BE49-F238E27FC236}">
                <a16:creationId xmlns:a16="http://schemas.microsoft.com/office/drawing/2014/main" id="{2F6FE4C4-CCEF-2D1B-66D0-452D92AA23E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84463" y="3076575"/>
            <a:ext cx="569595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1">
            <a:extLst>
              <a:ext uri="{FF2B5EF4-FFF2-40B4-BE49-F238E27FC236}">
                <a16:creationId xmlns:a16="http://schemas.microsoft.com/office/drawing/2014/main" id="{775B4481-781C-FE4D-BC59-41F4345CC7C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34926"/>
            <a:ext cx="4591050" cy="677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a:extLst>
              <a:ext uri="{FF2B5EF4-FFF2-40B4-BE49-F238E27FC236}">
                <a16:creationId xmlns:a16="http://schemas.microsoft.com/office/drawing/2014/main" id="{6F190815-F7DD-CD8B-1ACE-6886E7B95D12}"/>
              </a:ext>
            </a:extLst>
          </p:cNvPr>
          <p:cNvSpPr>
            <a:spLocks noChangeArrowheads="1"/>
          </p:cNvSpPr>
          <p:nvPr/>
        </p:nvSpPr>
        <p:spPr bwMode="auto">
          <a:xfrm>
            <a:off x="1828800" y="838201"/>
            <a:ext cx="8229600" cy="462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50000"/>
              </a:lnSpc>
            </a:pPr>
            <a:r>
              <a:rPr lang="en-US" altLang="en-US" sz="3200">
                <a:solidFill>
                  <a:srgbClr val="FF0000"/>
                </a:solidFill>
                <a:cs typeface="Arial" panose="020B0604020202020204" pitchFamily="34" charset="0"/>
              </a:rPr>
              <a:t>Application of Sample and Hold Circuit</a:t>
            </a:r>
          </a:p>
          <a:p>
            <a:pPr>
              <a:lnSpc>
                <a:spcPct val="150000"/>
              </a:lnSpc>
              <a:buFont typeface="Calibri" panose="020F0502020204030204" pitchFamily="34" charset="0"/>
              <a:buAutoNum type="arabicPeriod"/>
            </a:pPr>
            <a:r>
              <a:rPr lang="en-US" altLang="en-US" sz="2800">
                <a:solidFill>
                  <a:srgbClr val="000000"/>
                </a:solidFill>
                <a:latin typeface="Verdana" panose="020B0604030504040204" pitchFamily="34" charset="0"/>
              </a:rPr>
              <a:t>Data Distribution System</a:t>
            </a:r>
          </a:p>
          <a:p>
            <a:pPr>
              <a:lnSpc>
                <a:spcPct val="150000"/>
              </a:lnSpc>
              <a:buFont typeface="Calibri" panose="020F0502020204030204" pitchFamily="34" charset="0"/>
              <a:buAutoNum type="arabicPeriod"/>
            </a:pPr>
            <a:r>
              <a:rPr lang="en-US" altLang="en-US" sz="2800">
                <a:solidFill>
                  <a:srgbClr val="000000"/>
                </a:solidFill>
                <a:latin typeface="Verdana" panose="020B0604030504040204" pitchFamily="34" charset="0"/>
              </a:rPr>
              <a:t>Sampling Oscilloscopes</a:t>
            </a:r>
          </a:p>
          <a:p>
            <a:pPr>
              <a:lnSpc>
                <a:spcPct val="150000"/>
              </a:lnSpc>
              <a:buFont typeface="Calibri" panose="020F0502020204030204" pitchFamily="34" charset="0"/>
              <a:buAutoNum type="arabicPeriod"/>
            </a:pPr>
            <a:r>
              <a:rPr lang="en-US" altLang="en-US" sz="2800">
                <a:solidFill>
                  <a:srgbClr val="000000"/>
                </a:solidFill>
                <a:latin typeface="Verdana" panose="020B0604030504040204" pitchFamily="34" charset="0"/>
              </a:rPr>
              <a:t>Data Conversion System</a:t>
            </a:r>
          </a:p>
          <a:p>
            <a:pPr>
              <a:lnSpc>
                <a:spcPct val="150000"/>
              </a:lnSpc>
              <a:buFont typeface="Calibri" panose="020F0502020204030204" pitchFamily="34" charset="0"/>
              <a:buAutoNum type="arabicPeriod"/>
            </a:pPr>
            <a:r>
              <a:rPr lang="en-US" altLang="en-US" sz="2800">
                <a:solidFill>
                  <a:srgbClr val="000000"/>
                </a:solidFill>
                <a:latin typeface="Verdana" panose="020B0604030504040204" pitchFamily="34" charset="0"/>
              </a:rPr>
              <a:t>Digital Voltmeters</a:t>
            </a:r>
          </a:p>
          <a:p>
            <a:pPr>
              <a:lnSpc>
                <a:spcPct val="150000"/>
              </a:lnSpc>
              <a:buFont typeface="Calibri" panose="020F0502020204030204" pitchFamily="34" charset="0"/>
              <a:buAutoNum type="arabicPeriod"/>
            </a:pPr>
            <a:r>
              <a:rPr lang="en-US" altLang="en-US" sz="2800">
                <a:solidFill>
                  <a:srgbClr val="000000"/>
                </a:solidFill>
                <a:latin typeface="Verdana" panose="020B0604030504040204" pitchFamily="34" charset="0"/>
              </a:rPr>
              <a:t>Analog Signal Processing</a:t>
            </a:r>
          </a:p>
          <a:p>
            <a:pPr>
              <a:lnSpc>
                <a:spcPct val="150000"/>
              </a:lnSpc>
              <a:buFont typeface="Calibri" panose="020F0502020204030204" pitchFamily="34" charset="0"/>
              <a:buAutoNum type="arabicPeriod"/>
            </a:pPr>
            <a:r>
              <a:rPr lang="en-US" altLang="en-US" sz="2800">
                <a:solidFill>
                  <a:srgbClr val="000000"/>
                </a:solidFill>
                <a:latin typeface="Verdana" panose="020B0604030504040204" pitchFamily="34" charset="0"/>
              </a:rPr>
              <a:t>Signal Constructional Filters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6741834B-ABA4-7238-5CB6-60B65A4FCCCD}"/>
              </a:ext>
            </a:extLst>
          </p:cNvPr>
          <p:cNvSpPr>
            <a:spLocks noGrp="1"/>
          </p:cNvSpPr>
          <p:nvPr>
            <p:ph type="title"/>
          </p:nvPr>
        </p:nvSpPr>
        <p:spPr>
          <a:xfrm>
            <a:off x="2057400" y="2362200"/>
            <a:ext cx="8229600" cy="1143000"/>
          </a:xfrm>
        </p:spPr>
        <p:txBody>
          <a:bodyPr/>
          <a:lstStyle/>
          <a:p>
            <a:r>
              <a:rPr lang="en-US" altLang="en-US">
                <a:solidFill>
                  <a:srgbClr val="3200C0"/>
                </a:solidFill>
              </a:rPr>
              <a:t>Pulse Time Modulation</a:t>
            </a:r>
            <a:endParaRPr lang="en-IN" altLang="en-US">
              <a:solidFill>
                <a:srgbClr val="3200C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F85E4413-2D10-7970-87FC-D7BBF608EE31}"/>
              </a:ext>
            </a:extLst>
          </p:cNvPr>
          <p:cNvSpPr>
            <a:spLocks noGrp="1"/>
          </p:cNvSpPr>
          <p:nvPr>
            <p:ph type="title"/>
          </p:nvPr>
        </p:nvSpPr>
        <p:spPr>
          <a:xfrm>
            <a:off x="1981200" y="0"/>
            <a:ext cx="8229600" cy="1066800"/>
          </a:xfrm>
        </p:spPr>
        <p:txBody>
          <a:bodyPr/>
          <a:lstStyle/>
          <a:p>
            <a:r>
              <a:rPr lang="en-US" altLang="en-US">
                <a:solidFill>
                  <a:srgbClr val="FF0000"/>
                </a:solidFill>
              </a:rPr>
              <a:t>Pulse Time Modulation</a:t>
            </a:r>
          </a:p>
        </p:txBody>
      </p:sp>
      <p:pic>
        <p:nvPicPr>
          <p:cNvPr id="26627" name="Picture 3">
            <a:extLst>
              <a:ext uri="{FF2B5EF4-FFF2-40B4-BE49-F238E27FC236}">
                <a16:creationId xmlns:a16="http://schemas.microsoft.com/office/drawing/2014/main" id="{0A2DF1DB-4653-4121-C4F3-E1755EBB88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7800" y="1447800"/>
            <a:ext cx="2693988"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8" name="Picture 5">
            <a:extLst>
              <a:ext uri="{FF2B5EF4-FFF2-40B4-BE49-F238E27FC236}">
                <a16:creationId xmlns:a16="http://schemas.microsoft.com/office/drawing/2014/main" id="{8135F4AA-56F4-A769-08B2-5BBFBBECB6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1" y="1066801"/>
            <a:ext cx="5821363" cy="561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2">
            <a:extLst>
              <a:ext uri="{FF2B5EF4-FFF2-40B4-BE49-F238E27FC236}">
                <a16:creationId xmlns:a16="http://schemas.microsoft.com/office/drawing/2014/main" id="{F1B0FCE7-3074-DAA9-BA7B-821A8FFC2F8E}"/>
              </a:ext>
            </a:extLst>
          </p:cNvPr>
          <p:cNvSpPr>
            <a:spLocks noGrp="1"/>
          </p:cNvSpPr>
          <p:nvPr>
            <p:ph type="title"/>
          </p:nvPr>
        </p:nvSpPr>
        <p:spPr>
          <a:xfrm>
            <a:off x="1905000" y="2590800"/>
            <a:ext cx="8229600" cy="1143000"/>
          </a:xfrm>
        </p:spPr>
        <p:txBody>
          <a:bodyPr>
            <a:normAutofit fontScale="90000"/>
          </a:bodyPr>
          <a:lstStyle/>
          <a:p>
            <a:r>
              <a:rPr lang="en-US" altLang="en-US" sz="4000">
                <a:latin typeface="Arial" panose="020B0604020202020204" pitchFamily="34" charset="0"/>
                <a:cs typeface="Arial" panose="020B0604020202020204" pitchFamily="34" charset="0"/>
              </a:rPr>
              <a:t>Pulse Width Modulation </a:t>
            </a:r>
            <a:br>
              <a:rPr lang="en-US" altLang="en-US" sz="4000">
                <a:solidFill>
                  <a:srgbClr val="FF0000"/>
                </a:solidFill>
                <a:latin typeface="Arial" panose="020B0604020202020204" pitchFamily="34" charset="0"/>
                <a:cs typeface="Arial" panose="020B0604020202020204" pitchFamily="34" charset="0"/>
              </a:rPr>
            </a:br>
            <a:r>
              <a:rPr lang="en-US" altLang="en-US" sz="4000">
                <a:solidFill>
                  <a:srgbClr val="FF0000"/>
                </a:solidFill>
                <a:latin typeface="Arial" panose="020B0604020202020204" pitchFamily="34" charset="0"/>
                <a:cs typeface="Arial" panose="020B0604020202020204" pitchFamily="34" charset="0"/>
              </a:rPr>
              <a:t>Pulse Duration Modulation</a:t>
            </a:r>
            <a:br>
              <a:rPr lang="en-US" altLang="en-US" sz="4000">
                <a:solidFill>
                  <a:srgbClr val="FF0000"/>
                </a:solidFill>
                <a:latin typeface="Arial" panose="020B0604020202020204" pitchFamily="34" charset="0"/>
                <a:cs typeface="Arial" panose="020B0604020202020204" pitchFamily="34" charset="0"/>
              </a:rPr>
            </a:br>
            <a:r>
              <a:rPr lang="en-US" altLang="en-US" sz="4000">
                <a:solidFill>
                  <a:srgbClr val="3200C0"/>
                </a:solidFill>
                <a:latin typeface="Arial" panose="020B0604020202020204" pitchFamily="34" charset="0"/>
                <a:cs typeface="Arial" panose="020B0604020202020204" pitchFamily="34" charset="0"/>
              </a:rPr>
              <a:t>Pulse Length Modulation</a:t>
            </a:r>
            <a:br>
              <a:rPr lang="en-US" altLang="en-US"/>
            </a:br>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a:extLst>
              <a:ext uri="{FF2B5EF4-FFF2-40B4-BE49-F238E27FC236}">
                <a16:creationId xmlns:a16="http://schemas.microsoft.com/office/drawing/2014/main" id="{41E2534F-1683-9299-25FD-60652B5117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4267201"/>
            <a:ext cx="6324600" cy="243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Rectangle 4">
            <a:extLst>
              <a:ext uri="{FF2B5EF4-FFF2-40B4-BE49-F238E27FC236}">
                <a16:creationId xmlns:a16="http://schemas.microsoft.com/office/drawing/2014/main" id="{7BD3D4F8-9D6F-7F55-5C1A-0AA9D1AD7F0B}"/>
              </a:ext>
            </a:extLst>
          </p:cNvPr>
          <p:cNvSpPr>
            <a:spLocks noChangeArrowheads="1"/>
          </p:cNvSpPr>
          <p:nvPr/>
        </p:nvSpPr>
        <p:spPr bwMode="auto">
          <a:xfrm>
            <a:off x="1752600" y="381001"/>
            <a:ext cx="2101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1">
                <a:solidFill>
                  <a:srgbClr val="FF0000"/>
                </a:solidFill>
                <a:latin typeface="Arial" panose="020B0604020202020204" pitchFamily="34" charset="0"/>
              </a:rPr>
              <a:t>Pulse Train</a:t>
            </a:r>
            <a:endParaRPr lang="en-US" altLang="en-US" sz="2800">
              <a:solidFill>
                <a:srgbClr val="FF0000"/>
              </a:solidFill>
              <a:latin typeface="Arial" panose="020B0604020202020204" pitchFamily="34" charset="0"/>
            </a:endParaRPr>
          </a:p>
        </p:txBody>
      </p:sp>
      <p:sp>
        <p:nvSpPr>
          <p:cNvPr id="29700" name="Rectangle 4">
            <a:extLst>
              <a:ext uri="{FF2B5EF4-FFF2-40B4-BE49-F238E27FC236}">
                <a16:creationId xmlns:a16="http://schemas.microsoft.com/office/drawing/2014/main" id="{E6C4C517-4327-7961-B3D1-6C89E89729A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Arial" panose="020B0604020202020204" pitchFamily="34" charset="0"/>
            </a:endParaRPr>
          </a:p>
        </p:txBody>
      </p:sp>
      <p:graphicFrame>
        <p:nvGraphicFramePr>
          <p:cNvPr id="29701" name="Object 3">
            <a:extLst>
              <a:ext uri="{FF2B5EF4-FFF2-40B4-BE49-F238E27FC236}">
                <a16:creationId xmlns:a16="http://schemas.microsoft.com/office/drawing/2014/main" id="{372E4BFB-AF2C-CA9A-6A0C-DD42506DC98B}"/>
              </a:ext>
            </a:extLst>
          </p:cNvPr>
          <p:cNvGraphicFramePr>
            <a:graphicFrameLocks noChangeAspect="1"/>
          </p:cNvGraphicFramePr>
          <p:nvPr/>
        </p:nvGraphicFramePr>
        <p:xfrm>
          <a:off x="4495800" y="228600"/>
          <a:ext cx="2787650" cy="914400"/>
        </p:xfrm>
        <a:graphic>
          <a:graphicData uri="http://schemas.openxmlformats.org/presentationml/2006/ole">
            <mc:AlternateContent xmlns:mc="http://schemas.openxmlformats.org/markup-compatibility/2006">
              <mc:Choice xmlns:v="urn:schemas-microsoft-com:vml" Requires="v">
                <p:oleObj name="Equation" r:id="rId3" imgW="1193800" imgH="393700" progId="Equation.DSMT4">
                  <p:embed/>
                </p:oleObj>
              </mc:Choice>
              <mc:Fallback>
                <p:oleObj name="Equation" r:id="rId3" imgW="1193800" imgH="393700" progId="Equation.DSMT4">
                  <p:embed/>
                  <p:pic>
                    <p:nvPicPr>
                      <p:cNvPr id="29701" name="Object 3">
                        <a:extLst>
                          <a:ext uri="{FF2B5EF4-FFF2-40B4-BE49-F238E27FC236}">
                            <a16:creationId xmlns:a16="http://schemas.microsoft.com/office/drawing/2014/main" id="{372E4BFB-AF2C-CA9A-6A0C-DD42506DC9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228600"/>
                        <a:ext cx="27876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02" name="Rectangle 6">
            <a:extLst>
              <a:ext uri="{FF2B5EF4-FFF2-40B4-BE49-F238E27FC236}">
                <a16:creationId xmlns:a16="http://schemas.microsoft.com/office/drawing/2014/main" id="{8F7FD159-DE23-667F-59E3-C71706495D8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Arial" panose="020B0604020202020204" pitchFamily="34" charset="0"/>
            </a:endParaRPr>
          </a:p>
        </p:txBody>
      </p:sp>
      <p:graphicFrame>
        <p:nvGraphicFramePr>
          <p:cNvPr id="29703" name="Object 5">
            <a:extLst>
              <a:ext uri="{FF2B5EF4-FFF2-40B4-BE49-F238E27FC236}">
                <a16:creationId xmlns:a16="http://schemas.microsoft.com/office/drawing/2014/main" id="{11119293-48E8-F3B8-B294-B469500FD064}"/>
              </a:ext>
            </a:extLst>
          </p:cNvPr>
          <p:cNvGraphicFramePr>
            <a:graphicFrameLocks noChangeAspect="1"/>
          </p:cNvGraphicFramePr>
          <p:nvPr/>
        </p:nvGraphicFramePr>
        <p:xfrm>
          <a:off x="1889126" y="1066800"/>
          <a:ext cx="8778875" cy="1828800"/>
        </p:xfrm>
        <a:graphic>
          <a:graphicData uri="http://schemas.openxmlformats.org/presentationml/2006/ole">
            <mc:AlternateContent xmlns:mc="http://schemas.openxmlformats.org/markup-compatibility/2006">
              <mc:Choice xmlns:v="urn:schemas-microsoft-com:vml" Requires="v">
                <p:oleObj name="Equation" r:id="rId5" imgW="3886200" imgH="812800" progId="Equation.DSMT4">
                  <p:embed/>
                </p:oleObj>
              </mc:Choice>
              <mc:Fallback>
                <p:oleObj name="Equation" r:id="rId5" imgW="3886200" imgH="812800" progId="Equation.DSMT4">
                  <p:embed/>
                  <p:pic>
                    <p:nvPicPr>
                      <p:cNvPr id="29703" name="Object 5">
                        <a:extLst>
                          <a:ext uri="{FF2B5EF4-FFF2-40B4-BE49-F238E27FC236}">
                            <a16:creationId xmlns:a16="http://schemas.microsoft.com/office/drawing/2014/main" id="{11119293-48E8-F3B8-B294-B469500FD06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89126" y="1066800"/>
                        <a:ext cx="877887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9704" name="Picture 7">
            <a:extLst>
              <a:ext uri="{FF2B5EF4-FFF2-40B4-BE49-F238E27FC236}">
                <a16:creationId xmlns:a16="http://schemas.microsoft.com/office/drawing/2014/main" id="{FC9A8DFD-A47B-6557-01E7-FCC3EA8F03D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9800" y="2819400"/>
            <a:ext cx="71755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7D274953-5BD8-8B43-CD5D-07556A9B174A}"/>
              </a:ext>
            </a:extLst>
          </p:cNvPr>
          <p:cNvSpPr>
            <a:spLocks noGrp="1"/>
          </p:cNvSpPr>
          <p:nvPr>
            <p:ph type="title"/>
          </p:nvPr>
        </p:nvSpPr>
        <p:spPr>
          <a:xfrm>
            <a:off x="1524000" y="1"/>
            <a:ext cx="5410200" cy="715963"/>
          </a:xfrm>
        </p:spPr>
        <p:txBody>
          <a:bodyPr/>
          <a:lstStyle/>
          <a:p>
            <a:r>
              <a:rPr lang="en-US" altLang="en-US" sz="3600">
                <a:solidFill>
                  <a:srgbClr val="3200C0"/>
                </a:solidFill>
                <a:latin typeface="Arial" panose="020B0604020202020204" pitchFamily="34" charset="0"/>
                <a:cs typeface="Arial" panose="020B0604020202020204" pitchFamily="34" charset="0"/>
              </a:rPr>
              <a:t>Pulse Width Modulation</a:t>
            </a:r>
            <a:endParaRPr lang="en-US" altLang="en-US" sz="3600">
              <a:solidFill>
                <a:srgbClr val="3200C0"/>
              </a:solidFill>
            </a:endParaRPr>
          </a:p>
        </p:txBody>
      </p:sp>
      <p:sp>
        <p:nvSpPr>
          <p:cNvPr id="30723" name="Content Placeholder 2">
            <a:extLst>
              <a:ext uri="{FF2B5EF4-FFF2-40B4-BE49-F238E27FC236}">
                <a16:creationId xmlns:a16="http://schemas.microsoft.com/office/drawing/2014/main" id="{BA71692D-F4C2-9750-A13A-690A3BAFF71A}"/>
              </a:ext>
            </a:extLst>
          </p:cNvPr>
          <p:cNvSpPr>
            <a:spLocks noGrp="1"/>
          </p:cNvSpPr>
          <p:nvPr>
            <p:ph idx="1"/>
          </p:nvPr>
        </p:nvSpPr>
        <p:spPr>
          <a:xfrm>
            <a:off x="1524000" y="990600"/>
            <a:ext cx="3810000" cy="2057400"/>
          </a:xfrm>
        </p:spPr>
        <p:txBody>
          <a:bodyPr/>
          <a:lstStyle/>
          <a:p>
            <a:pPr algn="just">
              <a:buFont typeface="Arial" panose="020B0604020202020204" pitchFamily="34" charset="0"/>
              <a:buNone/>
            </a:pPr>
            <a:r>
              <a:rPr lang="en-US" altLang="en-US" sz="2400">
                <a:solidFill>
                  <a:srgbClr val="FF0000"/>
                </a:solidFill>
                <a:latin typeface="Arial" panose="020B0604020202020204" pitchFamily="34" charset="0"/>
                <a:cs typeface="Arial" panose="020B0604020202020204" pitchFamily="34" charset="0"/>
              </a:rPr>
              <a:t>In PWM, the width of the carrier pulses is varied in accordance with the modulating signal</a:t>
            </a:r>
          </a:p>
        </p:txBody>
      </p:sp>
      <p:pic>
        <p:nvPicPr>
          <p:cNvPr id="30724" name="Picture 3">
            <a:extLst>
              <a:ext uri="{FF2B5EF4-FFF2-40B4-BE49-F238E27FC236}">
                <a16:creationId xmlns:a16="http://schemas.microsoft.com/office/drawing/2014/main" id="{E3D54636-46F9-99E4-4A58-8DA0716996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2582864"/>
            <a:ext cx="5486400" cy="427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TextBox 5">
            <a:extLst>
              <a:ext uri="{FF2B5EF4-FFF2-40B4-BE49-F238E27FC236}">
                <a16:creationId xmlns:a16="http://schemas.microsoft.com/office/drawing/2014/main" id="{22F930D9-669F-5EC9-7077-4504AA98A64E}"/>
              </a:ext>
            </a:extLst>
          </p:cNvPr>
          <p:cNvSpPr txBox="1">
            <a:spLocks noChangeArrowheads="1"/>
          </p:cNvSpPr>
          <p:nvPr/>
        </p:nvSpPr>
        <p:spPr bwMode="auto">
          <a:xfrm>
            <a:off x="7924800" y="2667001"/>
            <a:ext cx="2743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solidFill>
                  <a:srgbClr val="3200C0"/>
                </a:solidFill>
                <a:latin typeface="Arial" panose="020B0604020202020204" pitchFamily="34" charset="0"/>
              </a:rPr>
              <a:t>Direct Method</a:t>
            </a:r>
          </a:p>
        </p:txBody>
      </p:sp>
      <p:pic>
        <p:nvPicPr>
          <p:cNvPr id="30726" name="Picture 8">
            <a:extLst>
              <a:ext uri="{FF2B5EF4-FFF2-40B4-BE49-F238E27FC236}">
                <a16:creationId xmlns:a16="http://schemas.microsoft.com/office/drawing/2014/main" id="{8347DCF8-8224-CF6B-10F4-7D75E57C9F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557214"/>
            <a:ext cx="5024438" cy="218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E37FA9F8-9EF8-914C-EF25-901311DA536B}"/>
              </a:ext>
            </a:extLst>
          </p:cNvPr>
          <p:cNvSpPr>
            <a:spLocks noGrp="1"/>
          </p:cNvSpPr>
          <p:nvPr>
            <p:ph type="title"/>
          </p:nvPr>
        </p:nvSpPr>
        <p:spPr>
          <a:xfrm>
            <a:off x="2057400" y="1"/>
            <a:ext cx="8229600" cy="715963"/>
          </a:xfrm>
        </p:spPr>
        <p:txBody>
          <a:bodyPr/>
          <a:lstStyle/>
          <a:p>
            <a:r>
              <a:rPr lang="en-US" altLang="en-US" sz="3600">
                <a:solidFill>
                  <a:srgbClr val="FF0000"/>
                </a:solidFill>
                <a:latin typeface="Arial" panose="020B0604020202020204" pitchFamily="34" charset="0"/>
                <a:cs typeface="Arial" panose="020B0604020202020204" pitchFamily="34" charset="0"/>
              </a:rPr>
              <a:t>Indirect Method of PWM</a:t>
            </a:r>
          </a:p>
        </p:txBody>
      </p:sp>
      <p:pic>
        <p:nvPicPr>
          <p:cNvPr id="31747" name="Picture 5">
            <a:extLst>
              <a:ext uri="{FF2B5EF4-FFF2-40B4-BE49-F238E27FC236}">
                <a16:creationId xmlns:a16="http://schemas.microsoft.com/office/drawing/2014/main" id="{99DE0CF2-37D4-FAA3-52B7-2B6BD43C5F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762001"/>
            <a:ext cx="8610600" cy="241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8" name="Picture 6">
            <a:extLst>
              <a:ext uri="{FF2B5EF4-FFF2-40B4-BE49-F238E27FC236}">
                <a16:creationId xmlns:a16="http://schemas.microsoft.com/office/drawing/2014/main" id="{ACAAB82D-C618-8A84-A162-D55CB148AA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8176" y="1828800"/>
            <a:ext cx="4862513"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9" name="Picture 7">
            <a:extLst>
              <a:ext uri="{FF2B5EF4-FFF2-40B4-BE49-F238E27FC236}">
                <a16:creationId xmlns:a16="http://schemas.microsoft.com/office/drawing/2014/main" id="{C0DCB210-2F3A-9E36-D3AA-BBF3F70854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3505200"/>
            <a:ext cx="52070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TextBox 7">
            <a:extLst>
              <a:ext uri="{FF2B5EF4-FFF2-40B4-BE49-F238E27FC236}">
                <a16:creationId xmlns:a16="http://schemas.microsoft.com/office/drawing/2014/main" id="{17DC6ADE-3A06-C65D-3CD8-6C0FB35D0906}"/>
              </a:ext>
            </a:extLst>
          </p:cNvPr>
          <p:cNvSpPr txBox="1">
            <a:spLocks noChangeArrowheads="1"/>
          </p:cNvSpPr>
          <p:nvPr/>
        </p:nvSpPr>
        <p:spPr bwMode="auto">
          <a:xfrm>
            <a:off x="7466014" y="3546476"/>
            <a:ext cx="31194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solidFill>
                  <a:srgbClr val="FF0000"/>
                </a:solidFill>
                <a:latin typeface="Arial" panose="020B0604020202020204" pitchFamily="34" charset="0"/>
              </a:rPr>
              <a:t>Spectrum of PWM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3251F938-2CCD-340D-67B0-662965B941E7}"/>
              </a:ext>
            </a:extLst>
          </p:cNvPr>
          <p:cNvSpPr>
            <a:spLocks noGrp="1"/>
          </p:cNvSpPr>
          <p:nvPr>
            <p:ph type="title"/>
          </p:nvPr>
        </p:nvSpPr>
        <p:spPr>
          <a:xfrm>
            <a:off x="1981200" y="69850"/>
            <a:ext cx="8229600" cy="692150"/>
          </a:xfrm>
        </p:spPr>
        <p:txBody>
          <a:bodyPr/>
          <a:lstStyle/>
          <a:p>
            <a:r>
              <a:rPr lang="en-US" altLang="en-US" sz="3600">
                <a:solidFill>
                  <a:srgbClr val="FF0000"/>
                </a:solidFill>
                <a:latin typeface="Arial" panose="020B0604020202020204" pitchFamily="34" charset="0"/>
                <a:cs typeface="Arial" panose="020B0604020202020204" pitchFamily="34" charset="0"/>
              </a:rPr>
              <a:t>Demodulation of PWM</a:t>
            </a:r>
          </a:p>
        </p:txBody>
      </p:sp>
      <p:pic>
        <p:nvPicPr>
          <p:cNvPr id="32771" name="Picture 2">
            <a:extLst>
              <a:ext uri="{FF2B5EF4-FFF2-40B4-BE49-F238E27FC236}">
                <a16:creationId xmlns:a16="http://schemas.microsoft.com/office/drawing/2014/main" id="{3144F003-B6E4-8A44-5E18-A1810F0F9B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7975" y="641350"/>
            <a:ext cx="898525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2" name="Picture 4">
            <a:extLst>
              <a:ext uri="{FF2B5EF4-FFF2-40B4-BE49-F238E27FC236}">
                <a16:creationId xmlns:a16="http://schemas.microsoft.com/office/drawing/2014/main" id="{34B3894B-6EE8-8BD4-439E-4AC127BFC7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514601"/>
            <a:ext cx="8458200" cy="419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C651D844-AA6B-7CFB-FD87-7F8EF2EF973F}"/>
              </a:ext>
            </a:extLst>
          </p:cNvPr>
          <p:cNvSpPr>
            <a:spLocks noGrp="1"/>
          </p:cNvSpPr>
          <p:nvPr>
            <p:ph type="title"/>
          </p:nvPr>
        </p:nvSpPr>
        <p:spPr>
          <a:xfrm>
            <a:off x="1981200" y="274638"/>
            <a:ext cx="8229600" cy="868362"/>
          </a:xfrm>
        </p:spPr>
        <p:txBody>
          <a:bodyPr/>
          <a:lstStyle/>
          <a:p>
            <a:r>
              <a:rPr lang="en-US" altLang="en-US" sz="4000">
                <a:solidFill>
                  <a:srgbClr val="FF0000"/>
                </a:solidFill>
                <a:latin typeface="Arial" panose="020B0604020202020204" pitchFamily="34" charset="0"/>
                <a:cs typeface="Arial" panose="020B0604020202020204" pitchFamily="34" charset="0"/>
              </a:rPr>
              <a:t>PWM Demodulator</a:t>
            </a:r>
          </a:p>
        </p:txBody>
      </p:sp>
      <p:pic>
        <p:nvPicPr>
          <p:cNvPr id="33795" name="Picture 4">
            <a:extLst>
              <a:ext uri="{FF2B5EF4-FFF2-40B4-BE49-F238E27FC236}">
                <a16:creationId xmlns:a16="http://schemas.microsoft.com/office/drawing/2014/main" id="{88374A8F-E735-830A-4C0A-DA3DEBB745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371600"/>
            <a:ext cx="7162800" cy="480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48ED2755-D677-62AB-6F58-BF0EB363B8C5}"/>
              </a:ext>
            </a:extLst>
          </p:cNvPr>
          <p:cNvSpPr>
            <a:spLocks noGrp="1"/>
          </p:cNvSpPr>
          <p:nvPr>
            <p:ph type="title"/>
          </p:nvPr>
        </p:nvSpPr>
        <p:spPr>
          <a:xfrm>
            <a:off x="1905000" y="2667000"/>
            <a:ext cx="8229600" cy="1143000"/>
          </a:xfrm>
        </p:spPr>
        <p:txBody>
          <a:bodyPr/>
          <a:lstStyle/>
          <a:p>
            <a:r>
              <a:rPr lang="en-US" altLang="en-US" sz="4000">
                <a:solidFill>
                  <a:srgbClr val="FF0000"/>
                </a:solidFill>
                <a:latin typeface="Arial" panose="020B0604020202020204" pitchFamily="34" charset="0"/>
                <a:cs typeface="Arial" panose="020B0604020202020204" pitchFamily="34" charset="0"/>
              </a:rPr>
              <a:t>Pulse Position Modulation (PPM)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a:extLst>
              <a:ext uri="{FF2B5EF4-FFF2-40B4-BE49-F238E27FC236}">
                <a16:creationId xmlns:a16="http://schemas.microsoft.com/office/drawing/2014/main" id="{1A2AFB8A-764C-EF00-7842-1F7757EE5A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5276" y="5105400"/>
            <a:ext cx="9009063" cy="168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Rectangle 5">
            <a:extLst>
              <a:ext uri="{FF2B5EF4-FFF2-40B4-BE49-F238E27FC236}">
                <a16:creationId xmlns:a16="http://schemas.microsoft.com/office/drawing/2014/main" id="{3E138A4F-BFFB-0262-DF1A-D63811C3D86F}"/>
              </a:ext>
            </a:extLst>
          </p:cNvPr>
          <p:cNvSpPr>
            <a:spLocks noChangeArrowheads="1"/>
          </p:cNvSpPr>
          <p:nvPr/>
        </p:nvSpPr>
        <p:spPr bwMode="auto">
          <a:xfrm>
            <a:off x="1905000" y="838200"/>
            <a:ext cx="10747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b="1">
                <a:solidFill>
                  <a:srgbClr val="FF0000"/>
                </a:solidFill>
                <a:latin typeface="Arial" panose="020B0604020202020204" pitchFamily="34" charset="0"/>
                <a:cs typeface="Arial" panose="020B0604020202020204" pitchFamily="34" charset="0"/>
              </a:rPr>
              <a:t>PPM</a:t>
            </a:r>
            <a:endParaRPr lang="en-US" altLang="en-US" b="1">
              <a:latin typeface="Arial" panose="020B0604020202020204" pitchFamily="34" charset="0"/>
            </a:endParaRPr>
          </a:p>
        </p:txBody>
      </p:sp>
      <p:pic>
        <p:nvPicPr>
          <p:cNvPr id="35844" name="Picture 5">
            <a:extLst>
              <a:ext uri="{FF2B5EF4-FFF2-40B4-BE49-F238E27FC236}">
                <a16:creationId xmlns:a16="http://schemas.microsoft.com/office/drawing/2014/main" id="{002A3132-5EC7-E14E-8441-D9102363A0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4675" y="95250"/>
            <a:ext cx="707548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9C5F87DE-706C-C4BB-8202-32123DF21597}"/>
              </a:ext>
            </a:extLst>
          </p:cNvPr>
          <p:cNvSpPr>
            <a:spLocks noGrp="1"/>
          </p:cNvSpPr>
          <p:nvPr>
            <p:ph type="title"/>
          </p:nvPr>
        </p:nvSpPr>
        <p:spPr>
          <a:xfrm>
            <a:off x="1981200" y="0"/>
            <a:ext cx="8229600" cy="914400"/>
          </a:xfrm>
        </p:spPr>
        <p:txBody>
          <a:bodyPr/>
          <a:lstStyle/>
          <a:p>
            <a:r>
              <a:rPr lang="en-US" altLang="en-US" sz="3600">
                <a:solidFill>
                  <a:srgbClr val="FF0000"/>
                </a:solidFill>
                <a:latin typeface="Arial" panose="020B0604020202020204" pitchFamily="34" charset="0"/>
                <a:cs typeface="Arial" panose="020B0604020202020204" pitchFamily="34" charset="0"/>
              </a:rPr>
              <a:t>PPM Demodulation</a:t>
            </a:r>
          </a:p>
        </p:txBody>
      </p:sp>
      <p:pic>
        <p:nvPicPr>
          <p:cNvPr id="36867" name="Picture 8">
            <a:extLst>
              <a:ext uri="{FF2B5EF4-FFF2-40B4-BE49-F238E27FC236}">
                <a16:creationId xmlns:a16="http://schemas.microsoft.com/office/drawing/2014/main" id="{EE775E08-370A-B1CF-909B-538B0BC3E1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0388" y="838200"/>
            <a:ext cx="8837612"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8" name="Picture 9">
            <a:extLst>
              <a:ext uri="{FF2B5EF4-FFF2-40B4-BE49-F238E27FC236}">
                <a16:creationId xmlns:a16="http://schemas.microsoft.com/office/drawing/2014/main" id="{6699EB11-C665-8109-B4ED-1032C4B61D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2611438"/>
            <a:ext cx="6019800" cy="424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D3CCFE3B-896B-4C5A-2ADF-333313117AAD}"/>
              </a:ext>
            </a:extLst>
          </p:cNvPr>
          <p:cNvSpPr>
            <a:spLocks noGrp="1"/>
          </p:cNvSpPr>
          <p:nvPr>
            <p:ph type="title"/>
          </p:nvPr>
        </p:nvSpPr>
        <p:spPr>
          <a:xfrm>
            <a:off x="1981200" y="1"/>
            <a:ext cx="8229600" cy="715963"/>
          </a:xfrm>
        </p:spPr>
        <p:txBody>
          <a:bodyPr/>
          <a:lstStyle/>
          <a:p>
            <a:r>
              <a:rPr lang="en-US" altLang="en-US" sz="3600">
                <a:solidFill>
                  <a:srgbClr val="FF0000"/>
                </a:solidFill>
                <a:latin typeface="Arial" panose="020B0604020202020204" pitchFamily="34" charset="0"/>
                <a:cs typeface="Arial" panose="020B0604020202020204" pitchFamily="34" charset="0"/>
              </a:rPr>
              <a:t>Comparison</a:t>
            </a:r>
          </a:p>
        </p:txBody>
      </p:sp>
      <p:sp>
        <p:nvSpPr>
          <p:cNvPr id="37891" name="Content Placeholder 2">
            <a:extLst>
              <a:ext uri="{FF2B5EF4-FFF2-40B4-BE49-F238E27FC236}">
                <a16:creationId xmlns:a16="http://schemas.microsoft.com/office/drawing/2014/main" id="{F9E044CF-3B25-5CB5-5208-4A7AD4169997}"/>
              </a:ext>
            </a:extLst>
          </p:cNvPr>
          <p:cNvSpPr>
            <a:spLocks noGrp="1"/>
          </p:cNvSpPr>
          <p:nvPr>
            <p:ph idx="1"/>
          </p:nvPr>
        </p:nvSpPr>
        <p:spPr/>
        <p:txBody>
          <a:bodyPr/>
          <a:lstStyle/>
          <a:p>
            <a:endParaRPr lang="en-US" altLang="en-US"/>
          </a:p>
        </p:txBody>
      </p:sp>
      <p:pic>
        <p:nvPicPr>
          <p:cNvPr id="37892" name="Picture 2" descr="pubimage_010">
            <a:extLst>
              <a:ext uri="{FF2B5EF4-FFF2-40B4-BE49-F238E27FC236}">
                <a16:creationId xmlns:a16="http://schemas.microsoft.com/office/drawing/2014/main" id="{859152BB-230E-29C7-9F52-51674866AF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7975" y="685800"/>
            <a:ext cx="8763000" cy="613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F7330020-6605-369B-F26F-85AA92406B88}"/>
              </a:ext>
            </a:extLst>
          </p:cNvPr>
          <p:cNvSpPr>
            <a:spLocks noGrp="1"/>
          </p:cNvSpPr>
          <p:nvPr>
            <p:ph type="title"/>
          </p:nvPr>
        </p:nvSpPr>
        <p:spPr>
          <a:xfrm>
            <a:off x="1981200" y="2743200"/>
            <a:ext cx="8229600" cy="1143000"/>
          </a:xfrm>
        </p:spPr>
        <p:txBody>
          <a:bodyPr/>
          <a:lstStyle/>
          <a:p>
            <a:r>
              <a:rPr lang="en-US" altLang="en-US">
                <a:solidFill>
                  <a:srgbClr val="3200C0"/>
                </a:solidFill>
              </a:rPr>
              <a:t>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1B4054966B8914981DF84CE0611BBF3" ma:contentTypeVersion="13" ma:contentTypeDescription="Create a new document." ma:contentTypeScope="" ma:versionID="8a796047917fdd02fe75b75195f00977">
  <xsd:schema xmlns:xsd="http://www.w3.org/2001/XMLSchema" xmlns:xs="http://www.w3.org/2001/XMLSchema" xmlns:p="http://schemas.microsoft.com/office/2006/metadata/properties" xmlns:ns3="9df66832-8a96-40a9-b472-27b1b671652b" xmlns:ns4="3ef07bbe-7178-465e-b37e-c96ad76c7ba2" targetNamespace="http://schemas.microsoft.com/office/2006/metadata/properties" ma:root="true" ma:fieldsID="f3a2d852074f99ffe044f5cdbc6860e7" ns3:_="" ns4:_="">
    <xsd:import namespace="9df66832-8a96-40a9-b472-27b1b671652b"/>
    <xsd:import namespace="3ef07bbe-7178-465e-b37e-c96ad76c7ba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f66832-8a96-40a9-b472-27b1b67165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_activity" ma:index="20"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ef07bbe-7178-465e-b37e-c96ad76c7ba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df66832-8a96-40a9-b472-27b1b671652b" xsi:nil="true"/>
  </documentManagement>
</p:properties>
</file>

<file path=customXml/itemProps1.xml><?xml version="1.0" encoding="utf-8"?>
<ds:datastoreItem xmlns:ds="http://schemas.openxmlformats.org/officeDocument/2006/customXml" ds:itemID="{30D4FFE4-B5DD-40DF-82C4-AC58AE0649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df66832-8a96-40a9-b472-27b1b671652b"/>
    <ds:schemaRef ds:uri="3ef07bbe-7178-465e-b37e-c96ad76c7b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4A4D56B-9EDA-4F8D-84ED-5B5B230CCC16}">
  <ds:schemaRefs>
    <ds:schemaRef ds:uri="http://schemas.microsoft.com/sharepoint/v3/contenttype/forms"/>
  </ds:schemaRefs>
</ds:datastoreItem>
</file>

<file path=customXml/itemProps3.xml><?xml version="1.0" encoding="utf-8"?>
<ds:datastoreItem xmlns:ds="http://schemas.openxmlformats.org/officeDocument/2006/customXml" ds:itemID="{F3942E90-F73C-42DC-BE25-1F552216703B}">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9df66832-8a96-40a9-b472-27b1b671652b"/>
    <ds:schemaRef ds:uri="http://purl.org/dc/elements/1.1/"/>
    <ds:schemaRef ds:uri="3ef07bbe-7178-465e-b37e-c96ad76c7ba2"/>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100</TotalTime>
  <Words>449</Words>
  <Application>Microsoft Office PowerPoint</Application>
  <PresentationFormat>Widescreen</PresentationFormat>
  <Paragraphs>70</Paragraphs>
  <Slides>33</Slides>
  <Notes>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0" baseType="lpstr">
      <vt:lpstr>Arial</vt:lpstr>
      <vt:lpstr>Calibri</vt:lpstr>
      <vt:lpstr>Calibri Light</vt:lpstr>
      <vt:lpstr>Verdana</vt:lpstr>
      <vt:lpstr>Wingdings</vt:lpstr>
      <vt:lpstr>Office Theme</vt:lpstr>
      <vt:lpstr>MathType 6.0 Equation</vt:lpstr>
      <vt:lpstr>PowerPoint Presentation</vt:lpstr>
      <vt:lpstr>Outlines</vt:lpstr>
      <vt:lpstr>Introduction</vt:lpstr>
      <vt:lpstr>PowerPoint Presentation</vt:lpstr>
      <vt:lpstr>PowerPoint Presentation</vt:lpstr>
      <vt:lpstr>Pulse Amplitude Modulation  </vt:lpstr>
      <vt:lpstr>PowerPoint Presentation</vt:lpstr>
      <vt:lpstr>PowerPoint Presentation</vt:lpstr>
      <vt:lpstr>Pulse Amplitude Modulation</vt:lpstr>
      <vt:lpstr>PowerPoint Presentation</vt:lpstr>
      <vt:lpstr>PAM Generation</vt:lpstr>
      <vt:lpstr>PAM Demodulation</vt:lpstr>
      <vt:lpstr>Equalizer</vt:lpstr>
      <vt:lpstr>PowerPoint Presentation</vt:lpstr>
      <vt:lpstr>Advantages of PAM</vt:lpstr>
      <vt:lpstr>Dis-advantages of PAM</vt:lpstr>
      <vt:lpstr>Sample and Hold</vt:lpstr>
      <vt:lpstr>PowerPoint Presentation</vt:lpstr>
      <vt:lpstr>PowerPoint Presentation</vt:lpstr>
      <vt:lpstr>PowerPoint Presentation</vt:lpstr>
      <vt:lpstr>Pulse Time Modulation</vt:lpstr>
      <vt:lpstr>Pulse Time Modulation</vt:lpstr>
      <vt:lpstr>Pulse Width Modulation  Pulse Duration Modulation Pulse Length Modulation </vt:lpstr>
      <vt:lpstr>PowerPoint Presentation</vt:lpstr>
      <vt:lpstr>Pulse Width Modulation</vt:lpstr>
      <vt:lpstr>Indirect Method of PWM</vt:lpstr>
      <vt:lpstr>Demodulation of PWM</vt:lpstr>
      <vt:lpstr>PWM Demodulator</vt:lpstr>
      <vt:lpstr>Pulse Position Modulation (PPM)</vt:lpstr>
      <vt:lpstr>PowerPoint Presentation</vt:lpstr>
      <vt:lpstr>PPM Demodulation</vt:lpstr>
      <vt:lpstr>Comparison</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MVGR</dc:creator>
  <cp:lastModifiedBy>MVGR</cp:lastModifiedBy>
  <cp:revision>10</cp:revision>
  <dcterms:created xsi:type="dcterms:W3CDTF">2023-05-08T13:48:07Z</dcterms:created>
  <dcterms:modified xsi:type="dcterms:W3CDTF">2023-11-30T04:40:32Z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0x010100F1B4054966B8914981DF84CE0611BBF3</vt:lpwstr>
  </property>
</Properties>
</file>