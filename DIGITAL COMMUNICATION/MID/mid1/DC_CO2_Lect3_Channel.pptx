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6" r:id="rId2"/>
    <p:sldId id="834" r:id="rId3"/>
    <p:sldId id="836" r:id="rId4"/>
    <p:sldId id="843" r:id="rId5"/>
    <p:sldId id="844" r:id="rId6"/>
    <p:sldId id="835" r:id="rId7"/>
    <p:sldId id="837" r:id="rId8"/>
    <p:sldId id="845" r:id="rId9"/>
    <p:sldId id="846" r:id="rId10"/>
    <p:sldId id="33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F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5BDBB-650D-4050-B32D-8589B2BD05DC}" type="datetimeFigureOut">
              <a:rPr lang="en-US" smtClean="0"/>
              <a:pPr/>
              <a:t>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6B768-9392-452C-87A9-0023C70AE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440B-1A30-4E80-B556-BD8E8C7898B4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6B513-B3CF-4D12-AACD-87F32A5CB0E2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38A1-BC76-4BD5-ACEC-3FAA2E577601}" type="datetime1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2894-4BD0-4A83-A7BC-84B703816DE6}" type="datetime1">
              <a:rPr lang="en-US" smtClean="0"/>
              <a:t>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8354-C357-4BE6-9D98-8C3824126E51}" type="datetime1">
              <a:rPr lang="en-US" smtClean="0"/>
              <a:t>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11ED1-8DAD-4DD7-9553-EA9B94E9339B}" type="datetime1">
              <a:rPr lang="en-US" smtClean="0"/>
              <a:t>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4783-0E42-4636-ADBD-C17AFF5E681A}" type="datetime1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BC54-F1F3-4FF9-BD5E-13D93A28781D}" type="datetime1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38C5-E263-4048-B62B-A10173E0ACBE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2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D340-DE71-42C0-A2D3-3B1D9BFB6F2B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477CA-25B4-48E1-AF8B-D7586E5F9F32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9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714845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778476" y="2438400"/>
            <a:ext cx="10223157" cy="3295136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M. </a:t>
            </a:r>
            <a:r>
              <a:rPr lang="en-US" altLang="en-US" sz="40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Gopala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A.M.I.E.T.E</a:t>
            </a:r>
            <a:r>
              <a:rPr lang="en-US" altLang="en-US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Cert. in R.S.T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&amp; Guild’s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F.I.E.T.E,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L.M.I.S.T.E,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I.S.O.I.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S.S.I.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M.I.A.E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ECE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L University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mvgr03@kluniversity.in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E4DFE-ABF8-36AE-00DA-2674189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F00-14FC-4105-8A57-AF98313F4440}" type="datetime1">
              <a:rPr lang="en-US" smtClean="0"/>
              <a:t>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1B45B-F777-E3C4-5965-8E1B0B47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3DCA-70D0-79FC-4C2F-F73031FF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329" y="2379279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kern="1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Characteristics of Communication Channels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965FD-3BCC-8474-71AA-E4D94100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146F-BD9A-65CD-6043-EF6F410E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686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Distortion-less Transmission</a:t>
            </a:r>
            <a:b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channel characteristics</a:t>
            </a: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1B2AD-3EC3-812E-1EC3-498BCE6AA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81" y="1462088"/>
            <a:ext cx="10231395" cy="88637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distortion-less transmission should have the following characteristics shown below:</a:t>
            </a:r>
            <a:r>
              <a:rPr lang="en-US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942A-2C44-4227-E453-F5E39078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4CB17-8332-2166-0AB1-21F51A59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335" y="2451908"/>
            <a:ext cx="5968314" cy="1642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6BAD97-00B7-E50C-EAB1-A3ACB347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7" y="4317396"/>
            <a:ext cx="9258686" cy="886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A7793B-D049-DCDF-D45B-E819ADD7B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08" y="5379317"/>
            <a:ext cx="8398865" cy="94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14695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Distortion-less Transmission</a:t>
            </a:r>
            <a:b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channel characteristics</a:t>
            </a: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942A-2C44-4227-E453-F5E39078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4CB17-8332-2166-0AB1-21F51A59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537" y="1322588"/>
            <a:ext cx="6105390" cy="168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5D8036-FB3B-C52F-C007-32BA87834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3" y="2972252"/>
            <a:ext cx="6267978" cy="10169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3465C8-41C1-AA2A-387C-09CF90DCE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06" y="5046834"/>
            <a:ext cx="5562600" cy="866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2D8B09-1BD9-1E40-AF92-35AFAED14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12" y="4131667"/>
            <a:ext cx="83439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5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14695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Frequency Response of Distortion-less Transmission</a:t>
            </a:r>
            <a:b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IN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Ideal channel characteristics</a:t>
            </a:r>
            <a:r>
              <a:rPr lang="en-US" sz="3600" b="1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942A-2C44-4227-E453-F5E39078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4CB17-8332-2166-0AB1-21F51A59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930" y="1196148"/>
            <a:ext cx="5053914" cy="139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rectangular object with a cross&#10;&#10;Description automatically generated with medium confidence">
            <a:extLst>
              <a:ext uri="{FF2B5EF4-FFF2-40B4-BE49-F238E27FC236}">
                <a16:creationId xmlns:a16="http://schemas.microsoft.com/office/drawing/2014/main" id="{3AB9E472-514D-60A1-0110-5E032544E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307" y="2837180"/>
            <a:ext cx="7450786" cy="3267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2968F8-51A7-4EBE-2DF6-358E69D21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40" y="1729675"/>
            <a:ext cx="6109998" cy="7416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167233-AAFC-7CF3-02F4-86613ACC9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3" y="2976562"/>
            <a:ext cx="4590268" cy="11505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CE94CB-3DCF-7958-E8CB-A32F488B4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67" y="4439817"/>
            <a:ext cx="3539364" cy="135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8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5" y="365126"/>
            <a:ext cx="11907795" cy="365126"/>
          </a:xfrm>
        </p:spPr>
        <p:txBody>
          <a:bodyPr>
            <a:normAutofit fontScale="90000"/>
          </a:bodyPr>
          <a:lstStyle/>
          <a:p>
            <a:r>
              <a:rPr lang="en-US" sz="36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transmission of digital data over a baseband channel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826C-9257-1A65-DC9A-7B618713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3" y="877327"/>
            <a:ext cx="11994292" cy="606717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Digital data have a broad spectrum with a significantly low-frequency content.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Base-band transmission of digital data therefore requires the use of a low-pass channel with a band width large enough to accommodate the essential frequency content of the data stream.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Dispersive nature of channel:</a:t>
            </a:r>
            <a:endParaRPr lang="en-IN" sz="2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Typically, however, the channel is </a:t>
            </a:r>
            <a:r>
              <a:rPr lang="en-US" sz="2600" i="1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dispersive </a:t>
            </a:r>
            <a:r>
              <a:rPr lang="en-US" sz="2600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that its frequency response deviates from that of an ideal low-pass filter. The simplest example of a dispersive channel is the </a:t>
            </a:r>
            <a:r>
              <a:rPr lang="en-US" sz="2600" i="1" kern="12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band-limited channel.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result of data transmission over such a channel is that each received pulse is affected somewhat by adjacent pulses causing bit errors, thereby giving rise to a common form of interference called </a:t>
            </a:r>
            <a:r>
              <a:rPr lang="en-US" sz="2600" i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 symbol interference</a:t>
            </a:r>
            <a:r>
              <a:rPr lang="en-US" sz="2600" i="1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kern="12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(ISI). 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Pulse shaping criteria is used in both transmitter and receiver to eliminate the ISI.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09EE-C155-0DBF-32EA-9D68209C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2496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3" y="-17941"/>
            <a:ext cx="11172568" cy="77169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Dispersive channel causes Inter Symbol Interference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09EE-C155-0DBF-32EA-9D68209C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D233D5-BB69-0827-9220-5D01E77A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76275"/>
            <a:ext cx="10318475" cy="568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2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5" y="365126"/>
            <a:ext cx="11907795" cy="365126"/>
          </a:xfrm>
        </p:spPr>
        <p:txBody>
          <a:bodyPr>
            <a:normAutofit fontScale="90000"/>
          </a:bodyPr>
          <a:lstStyle/>
          <a:p>
            <a:r>
              <a:rPr lang="en-US" sz="36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transmission of digital data over a baseband channel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826C-9257-1A65-DC9A-7B618713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3" y="1037968"/>
            <a:ext cx="11994292" cy="545490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Channel Noise:</a:t>
            </a:r>
            <a:endParaRPr lang="en-IN" sz="2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source of bit errors in a baseband data transmission system is the ubiquitous </a:t>
            </a:r>
            <a:r>
              <a:rPr lang="en-IN" i="1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 noise 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(channel noise).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Channel noise is independent of the transmitted signal; its effect on data transmission over the band-limited channel shows up at the receiver input, once the data transmission system is switched 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basic problem that often arises in the study of communication systems is that of detecting a pulse transmitted over a channel that is corrupted by channel noise.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device (an LTI filter) for optimum detection of a pulse corrupted by noise in the channel is referred to as Matched filter</a:t>
            </a:r>
            <a:endParaRPr lang="en-I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09EE-C155-0DBF-32EA-9D68209C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53329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0EA2-5697-976B-6F90-E9A62494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5" y="365126"/>
            <a:ext cx="11907795" cy="365126"/>
          </a:xfrm>
        </p:spPr>
        <p:txBody>
          <a:bodyPr>
            <a:normAutofit fontScale="90000"/>
          </a:bodyPr>
          <a:lstStyle/>
          <a:p>
            <a:r>
              <a:rPr lang="en-US" sz="36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transmission of digital data over a baseband channel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C826C-9257-1A65-DC9A-7B618713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3" y="1037968"/>
            <a:ext cx="11994292" cy="5454906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impairments include: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Attenuation,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 distortion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Arises from non-linearities in amplifiers and </a:t>
            </a:r>
            <a:r>
              <a:rPr lang="en-IN" dirty="0" err="1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companders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Effect is small but difficult to correct.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off-set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Approximately less than 5 Hz. Effect is severe in high-speed transmission systems and synchronous coherent detection.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delay and phase jitter</a:t>
            </a:r>
            <a:r>
              <a:rPr lang="en-IN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Low index frequency modulation with the low-frequency harmonics of the power line (50 Hz). 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Impulse and thermal noise.</a:t>
            </a:r>
            <a:r>
              <a:rPr lang="en-IN" dirty="0">
                <a:solidFill>
                  <a:srgbClr val="1A0FFD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12B2-32FE-EDC1-66E6-5D950E44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09EE-C155-0DBF-32EA-9D68209C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332821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B9316-3455-E3E3-AB26-6399C0B5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326-35E5-4806-B156-922B8CADAA5A}" type="datetime1">
              <a:rPr lang="en-US" smtClean="0"/>
              <a:t>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F35EA-9720-634D-0C5D-35FFCDB0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4005</TotalTime>
  <Words>588</Words>
  <Application>Microsoft Office PowerPoint</Application>
  <PresentationFormat>Widescreen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Digital Communication</vt:lpstr>
      <vt:lpstr>Characteristics of Communication Channels</vt:lpstr>
      <vt:lpstr>Distortion-less Transmission  (Ideal channel characteristics)</vt:lpstr>
      <vt:lpstr>Distortion-less Transmission  (Ideal channel characteristics)</vt:lpstr>
      <vt:lpstr>Frequency Response of Distortion-less Transmission  (Ideal channel characteristics)</vt:lpstr>
      <vt:lpstr>The transmission of digital data over a baseband channel</vt:lpstr>
      <vt:lpstr>Dispersive channel causes Inter Symbol Interference</vt:lpstr>
      <vt:lpstr>The transmission of digital data over a baseband channel</vt:lpstr>
      <vt:lpstr>The transmission of digital data over a baseband channel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Modulation</dc:title>
  <dc:creator>MVGR</dc:creator>
  <cp:lastModifiedBy>MVGR</cp:lastModifiedBy>
  <cp:revision>184</cp:revision>
  <dcterms:created xsi:type="dcterms:W3CDTF">2017-03-12T06:53:45Z</dcterms:created>
  <dcterms:modified xsi:type="dcterms:W3CDTF">2024-01-01T07:56:20Z</dcterms:modified>
</cp:coreProperties>
</file>