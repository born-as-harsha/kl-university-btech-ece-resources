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30"/>
  </p:notesMasterIdLst>
  <p:handoutMasterIdLst>
    <p:handoutMasterId r:id="rId31"/>
  </p:handoutMasterIdLst>
  <p:sldIdLst>
    <p:sldId id="332" r:id="rId5"/>
    <p:sldId id="376" r:id="rId6"/>
    <p:sldId id="430" r:id="rId7"/>
    <p:sldId id="295" r:id="rId8"/>
    <p:sldId id="431" r:id="rId9"/>
    <p:sldId id="398" r:id="rId10"/>
    <p:sldId id="399" r:id="rId11"/>
    <p:sldId id="397" r:id="rId12"/>
    <p:sldId id="432" r:id="rId13"/>
    <p:sldId id="384" r:id="rId14"/>
    <p:sldId id="386" r:id="rId15"/>
    <p:sldId id="388" r:id="rId16"/>
    <p:sldId id="433" r:id="rId17"/>
    <p:sldId id="260" r:id="rId18"/>
    <p:sldId id="411" r:id="rId19"/>
    <p:sldId id="400" r:id="rId20"/>
    <p:sldId id="401" r:id="rId21"/>
    <p:sldId id="265" r:id="rId22"/>
    <p:sldId id="434" r:id="rId23"/>
    <p:sldId id="435" r:id="rId24"/>
    <p:sldId id="436" r:id="rId25"/>
    <p:sldId id="437" r:id="rId26"/>
    <p:sldId id="299" r:id="rId27"/>
    <p:sldId id="302" r:id="rId28"/>
    <p:sldId id="42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C3D46A-FF2E-42AC-89B8-02A9E330841D}" v="5" dt="2023-11-30T04:48:04.558"/>
    <p1510:client id="{AED73D35-5D11-49F4-9636-DAE00C90C8A9}" v="2" dt="2023-11-30T05:14:39.196"/>
    <p1510:client id="{C25E1DC8-A601-40AC-ACC5-1C017B431D19}" v="4" dt="2023-11-30T04:39:57.975"/>
    <p1510:client id="{E4DDD848-9BF3-4B32-A72E-01899E74668D}" v="1" dt="2023-11-30T05:06:17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2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VGR" userId="f2c0952e-ef03-4304-8056-d84e15f5cef7" providerId="ADAL" clId="{E4DDD848-9BF3-4B32-A72E-01899E74668D}"/>
    <pc:docChg chg="delSld modSld">
      <pc:chgData name="MVGR" userId="f2c0952e-ef03-4304-8056-d84e15f5cef7" providerId="ADAL" clId="{E4DDD848-9BF3-4B32-A72E-01899E74668D}" dt="2023-11-30T05:06:50.991" v="54" actId="20577"/>
      <pc:docMkLst>
        <pc:docMk/>
      </pc:docMkLst>
      <pc:sldChg chg="del">
        <pc:chgData name="MVGR" userId="f2c0952e-ef03-4304-8056-d84e15f5cef7" providerId="ADAL" clId="{E4DDD848-9BF3-4B32-A72E-01899E74668D}" dt="2023-11-30T05:05:35.704" v="0" actId="47"/>
        <pc:sldMkLst>
          <pc:docMk/>
          <pc:sldMk cId="0" sldId="256"/>
        </pc:sldMkLst>
      </pc:sldChg>
      <pc:sldChg chg="modSp mod">
        <pc:chgData name="MVGR" userId="f2c0952e-ef03-4304-8056-d84e15f5cef7" providerId="ADAL" clId="{E4DDD848-9BF3-4B32-A72E-01899E74668D}" dt="2023-11-30T05:06:50.991" v="54" actId="20577"/>
        <pc:sldMkLst>
          <pc:docMk/>
          <pc:sldMk cId="0" sldId="332"/>
        </pc:sldMkLst>
        <pc:spChg chg="mod">
          <ac:chgData name="MVGR" userId="f2c0952e-ef03-4304-8056-d84e15f5cef7" providerId="ADAL" clId="{E4DDD848-9BF3-4B32-A72E-01899E74668D}" dt="2023-11-30T05:06:50.991" v="54" actId="20577"/>
          <ac:spMkLst>
            <pc:docMk/>
            <pc:sldMk cId="0" sldId="332"/>
            <ac:spMk id="5" creationId="{958D3960-278F-60DC-1BDE-D851D37FC194}"/>
          </ac:spMkLst>
        </pc:spChg>
      </pc:sldChg>
      <pc:sldChg chg="del">
        <pc:chgData name="MVGR" userId="f2c0952e-ef03-4304-8056-d84e15f5cef7" providerId="ADAL" clId="{E4DDD848-9BF3-4B32-A72E-01899E74668D}" dt="2023-11-30T05:05:36.064" v="2" actId="47"/>
        <pc:sldMkLst>
          <pc:docMk/>
          <pc:sldMk cId="0" sldId="377"/>
        </pc:sldMkLst>
      </pc:sldChg>
      <pc:sldChg chg="del">
        <pc:chgData name="MVGR" userId="f2c0952e-ef03-4304-8056-d84e15f5cef7" providerId="ADAL" clId="{E4DDD848-9BF3-4B32-A72E-01899E74668D}" dt="2023-11-30T05:05:36.990" v="7" actId="47"/>
        <pc:sldMkLst>
          <pc:docMk/>
          <pc:sldMk cId="0" sldId="378"/>
        </pc:sldMkLst>
      </pc:sldChg>
      <pc:sldChg chg="del">
        <pc:chgData name="MVGR" userId="f2c0952e-ef03-4304-8056-d84e15f5cef7" providerId="ADAL" clId="{E4DDD848-9BF3-4B32-A72E-01899E74668D}" dt="2023-11-30T05:05:36.786" v="6" actId="47"/>
        <pc:sldMkLst>
          <pc:docMk/>
          <pc:sldMk cId="0" sldId="379"/>
        </pc:sldMkLst>
      </pc:sldChg>
      <pc:sldChg chg="del">
        <pc:chgData name="MVGR" userId="f2c0952e-ef03-4304-8056-d84e15f5cef7" providerId="ADAL" clId="{E4DDD848-9BF3-4B32-A72E-01899E74668D}" dt="2023-11-30T05:05:36.441" v="4" actId="47"/>
        <pc:sldMkLst>
          <pc:docMk/>
          <pc:sldMk cId="0" sldId="383"/>
        </pc:sldMkLst>
      </pc:sldChg>
      <pc:sldChg chg="del">
        <pc:chgData name="MVGR" userId="f2c0952e-ef03-4304-8056-d84e15f5cef7" providerId="ADAL" clId="{E4DDD848-9BF3-4B32-A72E-01899E74668D}" dt="2023-11-30T05:05:36.619" v="5" actId="47"/>
        <pc:sldMkLst>
          <pc:docMk/>
          <pc:sldMk cId="0" sldId="384"/>
        </pc:sldMkLst>
      </pc:sldChg>
      <pc:sldChg chg="del">
        <pc:chgData name="MVGR" userId="f2c0952e-ef03-4304-8056-d84e15f5cef7" providerId="ADAL" clId="{E4DDD848-9BF3-4B32-A72E-01899E74668D}" dt="2023-11-30T05:05:36.284" v="3" actId="47"/>
        <pc:sldMkLst>
          <pc:docMk/>
          <pc:sldMk cId="0" sldId="385"/>
        </pc:sldMkLst>
      </pc:sldChg>
      <pc:sldChg chg="del">
        <pc:chgData name="MVGR" userId="f2c0952e-ef03-4304-8056-d84e15f5cef7" providerId="ADAL" clId="{E4DDD848-9BF3-4B32-A72E-01899E74668D}" dt="2023-11-30T05:05:37.164" v="8" actId="47"/>
        <pc:sldMkLst>
          <pc:docMk/>
          <pc:sldMk cId="0" sldId="387"/>
        </pc:sldMkLst>
      </pc:sldChg>
      <pc:sldChg chg="del">
        <pc:chgData name="MVGR" userId="f2c0952e-ef03-4304-8056-d84e15f5cef7" providerId="ADAL" clId="{E4DDD848-9BF3-4B32-A72E-01899E74668D}" dt="2023-11-30T05:05:37.369" v="9" actId="47"/>
        <pc:sldMkLst>
          <pc:docMk/>
          <pc:sldMk cId="0" sldId="388"/>
        </pc:sldMkLst>
      </pc:sldChg>
      <pc:sldChg chg="del">
        <pc:chgData name="MVGR" userId="f2c0952e-ef03-4304-8056-d84e15f5cef7" providerId="ADAL" clId="{E4DDD848-9BF3-4B32-A72E-01899E74668D}" dt="2023-11-30T05:05:38.254" v="13" actId="47"/>
        <pc:sldMkLst>
          <pc:docMk/>
          <pc:sldMk cId="0" sldId="389"/>
        </pc:sldMkLst>
      </pc:sldChg>
      <pc:sldChg chg="del">
        <pc:chgData name="MVGR" userId="f2c0952e-ef03-4304-8056-d84e15f5cef7" providerId="ADAL" clId="{E4DDD848-9BF3-4B32-A72E-01899E74668D}" dt="2023-11-30T05:05:37.558" v="10" actId="47"/>
        <pc:sldMkLst>
          <pc:docMk/>
          <pc:sldMk cId="0" sldId="390"/>
        </pc:sldMkLst>
      </pc:sldChg>
      <pc:sldChg chg="del">
        <pc:chgData name="MVGR" userId="f2c0952e-ef03-4304-8056-d84e15f5cef7" providerId="ADAL" clId="{E4DDD848-9BF3-4B32-A72E-01899E74668D}" dt="2023-11-30T05:05:38.510" v="14" actId="47"/>
        <pc:sldMkLst>
          <pc:docMk/>
          <pc:sldMk cId="0" sldId="392"/>
        </pc:sldMkLst>
      </pc:sldChg>
      <pc:sldChg chg="del">
        <pc:chgData name="MVGR" userId="f2c0952e-ef03-4304-8056-d84e15f5cef7" providerId="ADAL" clId="{E4DDD848-9BF3-4B32-A72E-01899E74668D}" dt="2023-11-30T05:05:35.909" v="1" actId="47"/>
        <pc:sldMkLst>
          <pc:docMk/>
          <pc:sldMk cId="0" sldId="395"/>
        </pc:sldMkLst>
      </pc:sldChg>
      <pc:sldChg chg="del">
        <pc:chgData name="MVGR" userId="f2c0952e-ef03-4304-8056-d84e15f5cef7" providerId="ADAL" clId="{E4DDD848-9BF3-4B32-A72E-01899E74668D}" dt="2023-11-30T05:05:38.748" v="15" actId="47"/>
        <pc:sldMkLst>
          <pc:docMk/>
          <pc:sldMk cId="0" sldId="400"/>
        </pc:sldMkLst>
      </pc:sldChg>
      <pc:sldChg chg="del">
        <pc:chgData name="MVGR" userId="f2c0952e-ef03-4304-8056-d84e15f5cef7" providerId="ADAL" clId="{E4DDD848-9BF3-4B32-A72E-01899E74668D}" dt="2023-11-30T05:06:22.990" v="21" actId="47"/>
        <pc:sldMkLst>
          <pc:docMk/>
          <pc:sldMk cId="910520229" sldId="414"/>
        </pc:sldMkLst>
      </pc:sldChg>
      <pc:sldChg chg="del">
        <pc:chgData name="MVGR" userId="f2c0952e-ef03-4304-8056-d84e15f5cef7" providerId="ADAL" clId="{E4DDD848-9BF3-4B32-A72E-01899E74668D}" dt="2023-11-30T05:05:39.478" v="18" actId="47"/>
        <pc:sldMkLst>
          <pc:docMk/>
          <pc:sldMk cId="0" sldId="416"/>
        </pc:sldMkLst>
      </pc:sldChg>
      <pc:sldChg chg="del">
        <pc:chgData name="MVGR" userId="f2c0952e-ef03-4304-8056-d84e15f5cef7" providerId="ADAL" clId="{E4DDD848-9BF3-4B32-A72E-01899E74668D}" dt="2023-11-30T05:05:39.198" v="17" actId="47"/>
        <pc:sldMkLst>
          <pc:docMk/>
          <pc:sldMk cId="0" sldId="417"/>
        </pc:sldMkLst>
      </pc:sldChg>
      <pc:sldChg chg="del">
        <pc:chgData name="MVGR" userId="f2c0952e-ef03-4304-8056-d84e15f5cef7" providerId="ADAL" clId="{E4DDD848-9BF3-4B32-A72E-01899E74668D}" dt="2023-11-30T05:05:38.980" v="16" actId="47"/>
        <pc:sldMkLst>
          <pc:docMk/>
          <pc:sldMk cId="0" sldId="419"/>
        </pc:sldMkLst>
      </pc:sldChg>
      <pc:sldChg chg="del">
        <pc:chgData name="MVGR" userId="f2c0952e-ef03-4304-8056-d84e15f5cef7" providerId="ADAL" clId="{E4DDD848-9BF3-4B32-A72E-01899E74668D}" dt="2023-11-30T05:05:37.764" v="11" actId="47"/>
        <pc:sldMkLst>
          <pc:docMk/>
          <pc:sldMk cId="0" sldId="420"/>
        </pc:sldMkLst>
      </pc:sldChg>
      <pc:sldChg chg="del">
        <pc:chgData name="MVGR" userId="f2c0952e-ef03-4304-8056-d84e15f5cef7" providerId="ADAL" clId="{E4DDD848-9BF3-4B32-A72E-01899E74668D}" dt="2023-11-30T05:05:38.001" v="12" actId="47"/>
        <pc:sldMkLst>
          <pc:docMk/>
          <pc:sldMk cId="0" sldId="423"/>
        </pc:sldMkLst>
      </pc:sldChg>
      <pc:sldChg chg="del">
        <pc:chgData name="MVGR" userId="f2c0952e-ef03-4304-8056-d84e15f5cef7" providerId="ADAL" clId="{E4DDD848-9BF3-4B32-A72E-01899E74668D}" dt="2023-11-30T05:05:39.766" v="19" actId="47"/>
        <pc:sldMkLst>
          <pc:docMk/>
          <pc:sldMk cId="0" sldId="424"/>
        </pc:sldMkLst>
      </pc:sldChg>
      <pc:sldChg chg="del">
        <pc:chgData name="MVGR" userId="f2c0952e-ef03-4304-8056-d84e15f5cef7" providerId="ADAL" clId="{E4DDD848-9BF3-4B32-A72E-01899E74668D}" dt="2023-11-30T05:05:40.677" v="20" actId="47"/>
        <pc:sldMkLst>
          <pc:docMk/>
          <pc:sldMk cId="3735150934" sldId="433"/>
        </pc:sldMkLst>
      </pc:sldChg>
    </pc:docChg>
  </pc:docChgLst>
  <pc:docChgLst>
    <pc:chgData name="MVGR" userId="f2c0952e-ef03-4304-8056-d84e15f5cef7" providerId="ADAL" clId="{AED73D35-5D11-49F4-9636-DAE00C90C8A9}"/>
    <pc:docChg chg="undo custSel addSld delSld modSld">
      <pc:chgData name="MVGR" userId="f2c0952e-ef03-4304-8056-d84e15f5cef7" providerId="ADAL" clId="{AED73D35-5D11-49F4-9636-DAE00C90C8A9}" dt="2023-11-30T05:17:45.666" v="72" actId="47"/>
      <pc:docMkLst>
        <pc:docMk/>
      </pc:docMkLst>
      <pc:sldChg chg="del">
        <pc:chgData name="MVGR" userId="f2c0952e-ef03-4304-8056-d84e15f5cef7" providerId="ADAL" clId="{AED73D35-5D11-49F4-9636-DAE00C90C8A9}" dt="2023-11-30T05:16:27.703" v="68" actId="47"/>
        <pc:sldMkLst>
          <pc:docMk/>
          <pc:sldMk cId="3255831775" sldId="263"/>
        </pc:sldMkLst>
      </pc:sldChg>
      <pc:sldChg chg="add del">
        <pc:chgData name="MVGR" userId="f2c0952e-ef03-4304-8056-d84e15f5cef7" providerId="ADAL" clId="{AED73D35-5D11-49F4-9636-DAE00C90C8A9}" dt="2023-11-30T05:16:34.340" v="70" actId="47"/>
        <pc:sldMkLst>
          <pc:docMk/>
          <pc:sldMk cId="1985119699" sldId="265"/>
        </pc:sldMkLst>
      </pc:sldChg>
      <pc:sldChg chg="modSp del mod">
        <pc:chgData name="MVGR" userId="f2c0952e-ef03-4304-8056-d84e15f5cef7" providerId="ADAL" clId="{AED73D35-5D11-49F4-9636-DAE00C90C8A9}" dt="2023-11-30T05:12:22.574" v="61" actId="47"/>
        <pc:sldMkLst>
          <pc:docMk/>
          <pc:sldMk cId="77658415" sldId="295"/>
        </pc:sldMkLst>
        <pc:picChg chg="mod">
          <ac:chgData name="MVGR" userId="f2c0952e-ef03-4304-8056-d84e15f5cef7" providerId="ADAL" clId="{AED73D35-5D11-49F4-9636-DAE00C90C8A9}" dt="2023-11-30T05:12:03.265" v="60" actId="1076"/>
          <ac:picMkLst>
            <pc:docMk/>
            <pc:sldMk cId="77658415" sldId="295"/>
            <ac:picMk id="4" creationId="{00000000-0000-0000-0000-000000000000}"/>
          </ac:picMkLst>
        </pc:picChg>
      </pc:sldChg>
      <pc:sldChg chg="del">
        <pc:chgData name="MVGR" userId="f2c0952e-ef03-4304-8056-d84e15f5cef7" providerId="ADAL" clId="{AED73D35-5D11-49F4-9636-DAE00C90C8A9}" dt="2023-11-30T05:17:44.582" v="71" actId="47"/>
        <pc:sldMkLst>
          <pc:docMk/>
          <pc:sldMk cId="3670358276" sldId="300"/>
        </pc:sldMkLst>
      </pc:sldChg>
      <pc:sldChg chg="del">
        <pc:chgData name="MVGR" userId="f2c0952e-ef03-4304-8056-d84e15f5cef7" providerId="ADAL" clId="{AED73D35-5D11-49F4-9636-DAE00C90C8A9}" dt="2023-11-30T05:17:45.666" v="72" actId="47"/>
        <pc:sldMkLst>
          <pc:docMk/>
          <pc:sldMk cId="4179753649" sldId="301"/>
        </pc:sldMkLst>
      </pc:sldChg>
      <pc:sldChg chg="del">
        <pc:chgData name="MVGR" userId="f2c0952e-ef03-4304-8056-d84e15f5cef7" providerId="ADAL" clId="{AED73D35-5D11-49F4-9636-DAE00C90C8A9}" dt="2023-11-30T05:15:20.420" v="62" actId="47"/>
        <pc:sldMkLst>
          <pc:docMk/>
          <pc:sldMk cId="229231674" sldId="321"/>
        </pc:sldMkLst>
      </pc:sldChg>
      <pc:sldChg chg="del">
        <pc:chgData name="MVGR" userId="f2c0952e-ef03-4304-8056-d84e15f5cef7" providerId="ADAL" clId="{AED73D35-5D11-49F4-9636-DAE00C90C8A9}" dt="2023-11-30T05:16:13.704" v="64" actId="47"/>
        <pc:sldMkLst>
          <pc:docMk/>
          <pc:sldMk cId="3218787766" sldId="323"/>
        </pc:sldMkLst>
      </pc:sldChg>
      <pc:sldChg chg="del">
        <pc:chgData name="MVGR" userId="f2c0952e-ef03-4304-8056-d84e15f5cef7" providerId="ADAL" clId="{AED73D35-5D11-49F4-9636-DAE00C90C8A9}" dt="2023-11-30T05:16:16.759" v="65" actId="47"/>
        <pc:sldMkLst>
          <pc:docMk/>
          <pc:sldMk cId="2052622799" sldId="324"/>
        </pc:sldMkLst>
      </pc:sldChg>
      <pc:sldChg chg="modSp mod">
        <pc:chgData name="MVGR" userId="f2c0952e-ef03-4304-8056-d84e15f5cef7" providerId="ADAL" clId="{AED73D35-5D11-49F4-9636-DAE00C90C8A9}" dt="2023-11-30T05:08:49.675" v="32" actId="20577"/>
        <pc:sldMkLst>
          <pc:docMk/>
          <pc:sldMk cId="0" sldId="332"/>
        </pc:sldMkLst>
        <pc:spChg chg="mod">
          <ac:chgData name="MVGR" userId="f2c0952e-ef03-4304-8056-d84e15f5cef7" providerId="ADAL" clId="{AED73D35-5D11-49F4-9636-DAE00C90C8A9}" dt="2023-11-30T05:08:49.675" v="32" actId="20577"/>
          <ac:spMkLst>
            <pc:docMk/>
            <pc:sldMk cId="0" sldId="332"/>
            <ac:spMk id="5" creationId="{958D3960-278F-60DC-1BDE-D851D37FC194}"/>
          </ac:spMkLst>
        </pc:spChg>
      </pc:sldChg>
      <pc:sldChg chg="modSp del mod">
        <pc:chgData name="MVGR" userId="f2c0952e-ef03-4304-8056-d84e15f5cef7" providerId="ADAL" clId="{AED73D35-5D11-49F4-9636-DAE00C90C8A9}" dt="2023-11-30T05:15:30.831" v="63" actId="47"/>
        <pc:sldMkLst>
          <pc:docMk/>
          <pc:sldMk cId="3129309577" sldId="339"/>
        </pc:sldMkLst>
        <pc:spChg chg="mod">
          <ac:chgData name="MVGR" userId="f2c0952e-ef03-4304-8056-d84e15f5cef7" providerId="ADAL" clId="{AED73D35-5D11-49F4-9636-DAE00C90C8A9}" dt="2023-11-30T05:11:30.902" v="58" actId="207"/>
          <ac:spMkLst>
            <pc:docMk/>
            <pc:sldMk cId="3129309577" sldId="339"/>
            <ac:spMk id="2" creationId="{00000000-0000-0000-0000-000000000000}"/>
          </ac:spMkLst>
        </pc:spChg>
        <pc:spChg chg="mod">
          <ac:chgData name="MVGR" userId="f2c0952e-ef03-4304-8056-d84e15f5cef7" providerId="ADAL" clId="{AED73D35-5D11-49F4-9636-DAE00C90C8A9}" dt="2023-11-30T05:11:37.712" v="59" actId="2711"/>
          <ac:spMkLst>
            <pc:docMk/>
            <pc:sldMk cId="3129309577" sldId="339"/>
            <ac:spMk id="3" creationId="{00000000-0000-0000-0000-000000000000}"/>
          </ac:spMkLst>
        </pc:spChg>
      </pc:sldChg>
      <pc:sldChg chg="del">
        <pc:chgData name="MVGR" userId="f2c0952e-ef03-4304-8056-d84e15f5cef7" providerId="ADAL" clId="{AED73D35-5D11-49F4-9636-DAE00C90C8A9}" dt="2023-11-30T05:16:23.528" v="66" actId="47"/>
        <pc:sldMkLst>
          <pc:docMk/>
          <pc:sldMk cId="0" sldId="372"/>
        </pc:sldMkLst>
      </pc:sldChg>
      <pc:sldChg chg="del">
        <pc:chgData name="MVGR" userId="f2c0952e-ef03-4304-8056-d84e15f5cef7" providerId="ADAL" clId="{AED73D35-5D11-49F4-9636-DAE00C90C8A9}" dt="2023-11-30T05:09:00.585" v="43" actId="47"/>
        <pc:sldMkLst>
          <pc:docMk/>
          <pc:sldMk cId="4076518712" sldId="402"/>
        </pc:sldMkLst>
      </pc:sldChg>
      <pc:sldChg chg="del">
        <pc:chgData name="MVGR" userId="f2c0952e-ef03-4304-8056-d84e15f5cef7" providerId="ADAL" clId="{AED73D35-5D11-49F4-9636-DAE00C90C8A9}" dt="2023-11-30T05:09:00.332" v="42" actId="47"/>
        <pc:sldMkLst>
          <pc:docMk/>
          <pc:sldMk cId="3924704852" sldId="403"/>
        </pc:sldMkLst>
      </pc:sldChg>
      <pc:sldChg chg="del">
        <pc:chgData name="MVGR" userId="f2c0952e-ef03-4304-8056-d84e15f5cef7" providerId="ADAL" clId="{AED73D35-5D11-49F4-9636-DAE00C90C8A9}" dt="2023-11-30T05:09:00.081" v="41" actId="47"/>
        <pc:sldMkLst>
          <pc:docMk/>
          <pc:sldMk cId="652413029" sldId="404"/>
        </pc:sldMkLst>
      </pc:sldChg>
      <pc:sldChg chg="del">
        <pc:chgData name="MVGR" userId="f2c0952e-ef03-4304-8056-d84e15f5cef7" providerId="ADAL" clId="{AED73D35-5D11-49F4-9636-DAE00C90C8A9}" dt="2023-11-30T05:08:59.858" v="40" actId="47"/>
        <pc:sldMkLst>
          <pc:docMk/>
          <pc:sldMk cId="2003282423" sldId="405"/>
        </pc:sldMkLst>
      </pc:sldChg>
      <pc:sldChg chg="del">
        <pc:chgData name="MVGR" userId="f2c0952e-ef03-4304-8056-d84e15f5cef7" providerId="ADAL" clId="{AED73D35-5D11-49F4-9636-DAE00C90C8A9}" dt="2023-11-30T05:08:59.653" v="39" actId="47"/>
        <pc:sldMkLst>
          <pc:docMk/>
          <pc:sldMk cId="3278363132" sldId="406"/>
        </pc:sldMkLst>
      </pc:sldChg>
      <pc:sldChg chg="del">
        <pc:chgData name="MVGR" userId="f2c0952e-ef03-4304-8056-d84e15f5cef7" providerId="ADAL" clId="{AED73D35-5D11-49F4-9636-DAE00C90C8A9}" dt="2023-11-30T05:08:59.418" v="38" actId="47"/>
        <pc:sldMkLst>
          <pc:docMk/>
          <pc:sldMk cId="4013563190" sldId="407"/>
        </pc:sldMkLst>
      </pc:sldChg>
      <pc:sldChg chg="del">
        <pc:chgData name="MVGR" userId="f2c0952e-ef03-4304-8056-d84e15f5cef7" providerId="ADAL" clId="{AED73D35-5D11-49F4-9636-DAE00C90C8A9}" dt="2023-11-30T05:08:58.776" v="35" actId="47"/>
        <pc:sldMkLst>
          <pc:docMk/>
          <pc:sldMk cId="2805654647" sldId="408"/>
        </pc:sldMkLst>
      </pc:sldChg>
      <pc:sldChg chg="del">
        <pc:chgData name="MVGR" userId="f2c0952e-ef03-4304-8056-d84e15f5cef7" providerId="ADAL" clId="{AED73D35-5D11-49F4-9636-DAE00C90C8A9}" dt="2023-11-30T05:08:58.997" v="36" actId="47"/>
        <pc:sldMkLst>
          <pc:docMk/>
          <pc:sldMk cId="358211824" sldId="409"/>
        </pc:sldMkLst>
      </pc:sldChg>
      <pc:sldChg chg="del">
        <pc:chgData name="MVGR" userId="f2c0952e-ef03-4304-8056-d84e15f5cef7" providerId="ADAL" clId="{AED73D35-5D11-49F4-9636-DAE00C90C8A9}" dt="2023-11-30T05:08:58.589" v="34" actId="47"/>
        <pc:sldMkLst>
          <pc:docMk/>
          <pc:sldMk cId="2053081550" sldId="410"/>
        </pc:sldMkLst>
      </pc:sldChg>
      <pc:sldChg chg="del">
        <pc:chgData name="MVGR" userId="f2c0952e-ef03-4304-8056-d84e15f5cef7" providerId="ADAL" clId="{AED73D35-5D11-49F4-9636-DAE00C90C8A9}" dt="2023-11-30T05:08:58.377" v="33" actId="47"/>
        <pc:sldMkLst>
          <pc:docMk/>
          <pc:sldMk cId="1046856004" sldId="412"/>
        </pc:sldMkLst>
      </pc:sldChg>
      <pc:sldChg chg="del">
        <pc:chgData name="MVGR" userId="f2c0952e-ef03-4304-8056-d84e15f5cef7" providerId="ADAL" clId="{AED73D35-5D11-49F4-9636-DAE00C90C8A9}" dt="2023-11-30T05:08:59.212" v="37" actId="47"/>
        <pc:sldMkLst>
          <pc:docMk/>
          <pc:sldMk cId="4165396155" sldId="413"/>
        </pc:sldMkLst>
      </pc:sldChg>
      <pc:sldChg chg="del">
        <pc:chgData name="MVGR" userId="f2c0952e-ef03-4304-8056-d84e15f5cef7" providerId="ADAL" clId="{AED73D35-5D11-49F4-9636-DAE00C90C8A9}" dt="2023-11-30T05:16:26.401" v="67" actId="47"/>
        <pc:sldMkLst>
          <pc:docMk/>
          <pc:sldMk cId="696729061" sldId="429"/>
        </pc:sldMkLst>
      </pc:sldChg>
    </pc:docChg>
  </pc:docChgLst>
  <pc:docChgLst>
    <pc:chgData name="MVGR" userId="f2c0952e-ef03-4304-8056-d84e15f5cef7" providerId="ADAL" clId="{C25E1DC8-A601-40AC-ACC5-1C017B431D19}"/>
    <pc:docChg chg="custSel addSld delSld modSld">
      <pc:chgData name="MVGR" userId="f2c0952e-ef03-4304-8056-d84e15f5cef7" providerId="ADAL" clId="{C25E1DC8-A601-40AC-ACC5-1C017B431D19}" dt="2023-11-30T04:40:27.937" v="44" actId="478"/>
      <pc:docMkLst>
        <pc:docMk/>
      </pc:docMkLst>
      <pc:sldChg chg="del">
        <pc:chgData name="MVGR" userId="f2c0952e-ef03-4304-8056-d84e15f5cef7" providerId="ADAL" clId="{C25E1DC8-A601-40AC-ACC5-1C017B431D19}" dt="2023-11-30T04:39:51.394" v="29" actId="47"/>
        <pc:sldMkLst>
          <pc:docMk/>
          <pc:sldMk cId="0" sldId="264"/>
        </pc:sldMkLst>
      </pc:sldChg>
      <pc:sldChg chg="addSp delSp modSp mod">
        <pc:chgData name="MVGR" userId="f2c0952e-ef03-4304-8056-d84e15f5cef7" providerId="ADAL" clId="{C25E1DC8-A601-40AC-ACC5-1C017B431D19}" dt="2023-11-30T04:39:28.889" v="24" actId="1076"/>
        <pc:sldMkLst>
          <pc:docMk/>
          <pc:sldMk cId="0" sldId="332"/>
        </pc:sldMkLst>
        <pc:spChg chg="mod">
          <ac:chgData name="MVGR" userId="f2c0952e-ef03-4304-8056-d84e15f5cef7" providerId="ADAL" clId="{C25E1DC8-A601-40AC-ACC5-1C017B431D19}" dt="2023-11-30T04:39:07.993" v="22" actId="1076"/>
          <ac:spMkLst>
            <pc:docMk/>
            <pc:sldMk cId="0" sldId="332"/>
            <ac:spMk id="3" creationId="{2A7C63F9-A35B-8620-AFB6-E436A472F157}"/>
          </ac:spMkLst>
        </pc:spChg>
        <pc:spChg chg="add del mod">
          <ac:chgData name="MVGR" userId="f2c0952e-ef03-4304-8056-d84e15f5cef7" providerId="ADAL" clId="{C25E1DC8-A601-40AC-ACC5-1C017B431D19}" dt="2023-11-30T04:39:05.218" v="21" actId="478"/>
          <ac:spMkLst>
            <pc:docMk/>
            <pc:sldMk cId="0" sldId="332"/>
            <ac:spMk id="4" creationId="{910E7F88-A220-97EE-4BB0-1227D5D7990E}"/>
          </ac:spMkLst>
        </pc:spChg>
        <pc:spChg chg="add mod">
          <ac:chgData name="MVGR" userId="f2c0952e-ef03-4304-8056-d84e15f5cef7" providerId="ADAL" clId="{C25E1DC8-A601-40AC-ACC5-1C017B431D19}" dt="2023-11-30T04:39:28.889" v="24" actId="1076"/>
          <ac:spMkLst>
            <pc:docMk/>
            <pc:sldMk cId="0" sldId="332"/>
            <ac:spMk id="5" creationId="{958D3960-278F-60DC-1BDE-D851D37FC194}"/>
          </ac:spMkLst>
        </pc:spChg>
        <pc:spChg chg="del">
          <ac:chgData name="MVGR" userId="f2c0952e-ef03-4304-8056-d84e15f5cef7" providerId="ADAL" clId="{C25E1DC8-A601-40AC-ACC5-1C017B431D19}" dt="2023-11-30T04:39:02.399" v="20" actId="478"/>
          <ac:spMkLst>
            <pc:docMk/>
            <pc:sldMk cId="0" sldId="332"/>
            <ac:spMk id="28675" creationId="{EDF6C24C-65E2-6E02-A461-E248FDD063C5}"/>
          </ac:spMkLst>
        </pc:spChg>
        <pc:spChg chg="del mod">
          <ac:chgData name="MVGR" userId="f2c0952e-ef03-4304-8056-d84e15f5cef7" providerId="ADAL" clId="{C25E1DC8-A601-40AC-ACC5-1C017B431D19}" dt="2023-11-30T04:38:59.494" v="19" actId="478"/>
          <ac:spMkLst>
            <pc:docMk/>
            <pc:sldMk cId="0" sldId="332"/>
            <ac:spMk id="28676" creationId="{A12F97AF-3BC9-6EED-E58E-57C094F9B02A}"/>
          </ac:spMkLst>
        </pc:spChg>
      </pc:sldChg>
      <pc:sldChg chg="del">
        <pc:chgData name="MVGR" userId="f2c0952e-ef03-4304-8056-d84e15f5cef7" providerId="ADAL" clId="{C25E1DC8-A601-40AC-ACC5-1C017B431D19}" dt="2023-11-30T04:39:52.551" v="35" actId="47"/>
        <pc:sldMkLst>
          <pc:docMk/>
          <pc:sldMk cId="0" sldId="356"/>
        </pc:sldMkLst>
      </pc:sldChg>
      <pc:sldChg chg="del">
        <pc:chgData name="MVGR" userId="f2c0952e-ef03-4304-8056-d84e15f5cef7" providerId="ADAL" clId="{C25E1DC8-A601-40AC-ACC5-1C017B431D19}" dt="2023-11-30T04:39:52.807" v="36" actId="47"/>
        <pc:sldMkLst>
          <pc:docMk/>
          <pc:sldMk cId="0" sldId="357"/>
        </pc:sldMkLst>
      </pc:sldChg>
      <pc:sldChg chg="del">
        <pc:chgData name="MVGR" userId="f2c0952e-ef03-4304-8056-d84e15f5cef7" providerId="ADAL" clId="{C25E1DC8-A601-40AC-ACC5-1C017B431D19}" dt="2023-11-30T04:39:52.967" v="37" actId="47"/>
        <pc:sldMkLst>
          <pc:docMk/>
          <pc:sldMk cId="0" sldId="358"/>
        </pc:sldMkLst>
      </pc:sldChg>
      <pc:sldChg chg="del">
        <pc:chgData name="MVGR" userId="f2c0952e-ef03-4304-8056-d84e15f5cef7" providerId="ADAL" clId="{C25E1DC8-A601-40AC-ACC5-1C017B431D19}" dt="2023-11-30T04:39:53.280" v="38" actId="47"/>
        <pc:sldMkLst>
          <pc:docMk/>
          <pc:sldMk cId="0" sldId="359"/>
        </pc:sldMkLst>
      </pc:sldChg>
      <pc:sldChg chg="modSp add del mod">
        <pc:chgData name="MVGR" userId="f2c0952e-ef03-4304-8056-d84e15f5cef7" providerId="ADAL" clId="{C25E1DC8-A601-40AC-ACC5-1C017B431D19}" dt="2023-11-30T04:39:58.083" v="41" actId="27636"/>
        <pc:sldMkLst>
          <pc:docMk/>
          <pc:sldMk cId="0" sldId="399"/>
        </pc:sldMkLst>
        <pc:spChg chg="mod">
          <ac:chgData name="MVGR" userId="f2c0952e-ef03-4304-8056-d84e15f5cef7" providerId="ADAL" clId="{C25E1DC8-A601-40AC-ACC5-1C017B431D19}" dt="2023-11-30T04:39:58.083" v="41" actId="27636"/>
          <ac:spMkLst>
            <pc:docMk/>
            <pc:sldMk cId="0" sldId="399"/>
            <ac:spMk id="9218" creationId="{4FBEE1B1-9443-046E-E859-2A3276A14D2D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00"/>
        </pc:sldMkLst>
      </pc:sldChg>
      <pc:sldChg chg="del">
        <pc:chgData name="MVGR" userId="f2c0952e-ef03-4304-8056-d84e15f5cef7" providerId="ADAL" clId="{C25E1DC8-A601-40AC-ACC5-1C017B431D19}" dt="2023-11-30T04:39:51.737" v="31" actId="47"/>
        <pc:sldMkLst>
          <pc:docMk/>
          <pc:sldMk cId="3924704852" sldId="403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652413029" sldId="40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2003282423" sldId="405"/>
        </pc:sldMkLst>
      </pc:sldChg>
      <pc:sldChg chg="modSp add mod">
        <pc:chgData name="MVGR" userId="f2c0952e-ef03-4304-8056-d84e15f5cef7" providerId="ADAL" clId="{C25E1DC8-A601-40AC-ACC5-1C017B431D19}" dt="2023-11-30T04:39:58.095" v="42" actId="27636"/>
        <pc:sldMkLst>
          <pc:docMk/>
          <pc:sldMk cId="3278363132" sldId="406"/>
        </pc:sldMkLst>
        <pc:spChg chg="mod">
          <ac:chgData name="MVGR" userId="f2c0952e-ef03-4304-8056-d84e15f5cef7" providerId="ADAL" clId="{C25E1DC8-A601-40AC-ACC5-1C017B431D19}" dt="2023-11-30T04:39:58.095" v="42" actId="27636"/>
          <ac:spMkLst>
            <pc:docMk/>
            <pc:sldMk cId="3278363132" sldId="406"/>
            <ac:spMk id="27650" creationId="{F1B0FCE7-3074-DAA9-BA7B-821A8FFC2F8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2805654647" sldId="40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8"/>
        </pc:sldMkLst>
      </pc:sldChg>
      <pc:sldChg chg="del">
        <pc:chgData name="MVGR" userId="f2c0952e-ef03-4304-8056-d84e15f5cef7" providerId="ADAL" clId="{C25E1DC8-A601-40AC-ACC5-1C017B431D19}" dt="2023-11-30T04:39:51.036" v="27" actId="47"/>
        <pc:sldMkLst>
          <pc:docMk/>
          <pc:sldMk cId="0" sldId="42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1"/>
        </pc:sldMkLst>
      </pc:sldChg>
      <pc:sldChg chg="modSp add mod">
        <pc:chgData name="MVGR" userId="f2c0952e-ef03-4304-8056-d84e15f5cef7" providerId="ADAL" clId="{C25E1DC8-A601-40AC-ACC5-1C017B431D19}" dt="2023-11-30T04:40:21.616" v="43" actId="1076"/>
        <pc:sldMkLst>
          <pc:docMk/>
          <pc:sldMk cId="0" sldId="423"/>
        </pc:sldMkLst>
        <pc:spChg chg="mod">
          <ac:chgData name="MVGR" userId="f2c0952e-ef03-4304-8056-d84e15f5cef7" providerId="ADAL" clId="{C25E1DC8-A601-40AC-ACC5-1C017B431D19}" dt="2023-11-30T04:40:21.616" v="43" actId="1076"/>
          <ac:spMkLst>
            <pc:docMk/>
            <pc:sldMk cId="0" sldId="423"/>
            <ac:spMk id="5123" creationId="{7D9AC848-E9F2-610F-F8EF-71A1941E4DB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2"/>
        </pc:sldMkLst>
      </pc:sldChg>
      <pc:sldChg chg="delSp add mod">
        <pc:chgData name="MVGR" userId="f2c0952e-ef03-4304-8056-d84e15f5cef7" providerId="ADAL" clId="{C25E1DC8-A601-40AC-ACC5-1C017B431D19}" dt="2023-11-30T04:40:27.937" v="44" actId="478"/>
        <pc:sldMkLst>
          <pc:docMk/>
          <pc:sldMk cId="3735150934" sldId="433"/>
        </pc:sldMkLst>
        <pc:spChg chg="del">
          <ac:chgData name="MVGR" userId="f2c0952e-ef03-4304-8056-d84e15f5cef7" providerId="ADAL" clId="{C25E1DC8-A601-40AC-ACC5-1C017B431D19}" dt="2023-11-30T04:40:27.937" v="44" actId="478"/>
          <ac:spMkLst>
            <pc:docMk/>
            <pc:sldMk cId="3735150934" sldId="433"/>
            <ac:spMk id="7170" creationId="{0459FD30-B188-C0CC-A57C-24D59A8DA94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6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0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0" sldId="44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2"/>
        </pc:sldMkLst>
      </pc:sldChg>
      <pc:sldChg chg="del">
        <pc:chgData name="MVGR" userId="f2c0952e-ef03-4304-8056-d84e15f5cef7" providerId="ADAL" clId="{C25E1DC8-A601-40AC-ACC5-1C017B431D19}" dt="2023-11-30T04:39:51.947" v="32" actId="47"/>
        <pc:sldMkLst>
          <pc:docMk/>
          <pc:sldMk cId="3454534067" sldId="442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3"/>
        </pc:sldMkLst>
      </pc:sldChg>
      <pc:sldChg chg="del">
        <pc:chgData name="MVGR" userId="f2c0952e-ef03-4304-8056-d84e15f5cef7" providerId="ADAL" clId="{C25E1DC8-A601-40AC-ACC5-1C017B431D19}" dt="2023-11-30T04:39:51.217" v="28" actId="47"/>
        <pc:sldMkLst>
          <pc:docMk/>
          <pc:sldMk cId="964175867" sldId="443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4"/>
        </pc:sldMkLst>
      </pc:sldChg>
      <pc:sldChg chg="del">
        <pc:chgData name="MVGR" userId="f2c0952e-ef03-4304-8056-d84e15f5cef7" providerId="ADAL" clId="{C25E1DC8-A601-40AC-ACC5-1C017B431D19}" dt="2023-11-30T04:39:51.560" v="30" actId="47"/>
        <pc:sldMkLst>
          <pc:docMk/>
          <pc:sldMk cId="898281547" sldId="44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5"/>
        </pc:sldMkLst>
      </pc:sldChg>
      <pc:sldChg chg="del">
        <pc:chgData name="MVGR" userId="f2c0952e-ef03-4304-8056-d84e15f5cef7" providerId="ADAL" clId="{C25E1DC8-A601-40AC-ACC5-1C017B431D19}" dt="2023-11-30T04:39:52.348" v="34" actId="47"/>
        <pc:sldMkLst>
          <pc:docMk/>
          <pc:sldMk cId="2593004543" sldId="445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6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7"/>
        </pc:sldMkLst>
      </pc:sldChg>
      <pc:sldChg chg="del">
        <pc:chgData name="MVGR" userId="f2c0952e-ef03-4304-8056-d84e15f5cef7" providerId="ADAL" clId="{C25E1DC8-A601-40AC-ACC5-1C017B431D19}" dt="2023-11-30T04:39:52.140" v="33" actId="47"/>
        <pc:sldMkLst>
          <pc:docMk/>
          <pc:sldMk cId="3447073771" sldId="44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9"/>
        </pc:sldMkLst>
      </pc:sldChg>
    </pc:docChg>
  </pc:docChgLst>
  <pc:docChgLst>
    <pc:chgData name="MVGR" userId="f2c0952e-ef03-4304-8056-d84e15f5cef7" providerId="ADAL" clId="{4FC3D46A-FF2E-42AC-89B8-02A9E330841D}"/>
    <pc:docChg chg="delSld modSld">
      <pc:chgData name="MVGR" userId="f2c0952e-ef03-4304-8056-d84e15f5cef7" providerId="ADAL" clId="{4FC3D46A-FF2E-42AC-89B8-02A9E330841D}" dt="2023-11-30T04:48:17.720" v="86" actId="1076"/>
      <pc:docMkLst>
        <pc:docMk/>
      </pc:docMkLst>
      <pc:sldChg chg="addSp modSp mod">
        <pc:chgData name="MVGR" userId="f2c0952e-ef03-4304-8056-d84e15f5cef7" providerId="ADAL" clId="{4FC3D46A-FF2E-42AC-89B8-02A9E330841D}" dt="2023-11-30T04:47:15.519" v="51" actId="207"/>
        <pc:sldMkLst>
          <pc:docMk/>
          <pc:sldMk cId="0" sldId="332"/>
        </pc:sldMkLst>
        <pc:spChg chg="add mod">
          <ac:chgData name="MVGR" userId="f2c0952e-ef03-4304-8056-d84e15f5cef7" providerId="ADAL" clId="{4FC3D46A-FF2E-42AC-89B8-02A9E330841D}" dt="2023-11-30T04:47:15.519" v="51" actId="207"/>
          <ac:spMkLst>
            <pc:docMk/>
            <pc:sldMk cId="0" sldId="332"/>
            <ac:spMk id="2" creationId="{6961DA53-72B2-3DE0-D936-373617E33241}"/>
          </ac:spMkLst>
        </pc:spChg>
        <pc:spChg chg="mod">
          <ac:chgData name="MVGR" userId="f2c0952e-ef03-4304-8056-d84e15f5cef7" providerId="ADAL" clId="{4FC3D46A-FF2E-42AC-89B8-02A9E330841D}" dt="2023-11-30T04:46:48.536" v="37" actId="1076"/>
          <ac:spMkLst>
            <pc:docMk/>
            <pc:sldMk cId="0" sldId="332"/>
            <ac:spMk id="3" creationId="{2A7C63F9-A35B-8620-AFB6-E436A472F157}"/>
          </ac:spMkLst>
        </pc:spChg>
        <pc:spChg chg="mod">
          <ac:chgData name="MVGR" userId="f2c0952e-ef03-4304-8056-d84e15f5cef7" providerId="ADAL" clId="{4FC3D46A-FF2E-42AC-89B8-02A9E330841D}" dt="2023-11-30T04:46:52.834" v="38" actId="1076"/>
          <ac:spMkLst>
            <pc:docMk/>
            <pc:sldMk cId="0" sldId="332"/>
            <ac:spMk id="5" creationId="{958D3960-278F-60DC-1BDE-D851D37FC194}"/>
          </ac:spMkLst>
        </pc:spChg>
      </pc:sldChg>
      <pc:sldChg chg="del">
        <pc:chgData name="MVGR" userId="f2c0952e-ef03-4304-8056-d84e15f5cef7" providerId="ADAL" clId="{4FC3D46A-FF2E-42AC-89B8-02A9E330841D}" dt="2023-11-30T04:47:27.114" v="56" actId="47"/>
        <pc:sldMkLst>
          <pc:docMk/>
          <pc:sldMk cId="0" sldId="399"/>
        </pc:sldMkLst>
      </pc:sldChg>
      <pc:sldChg chg="del">
        <pc:chgData name="MVGR" userId="f2c0952e-ef03-4304-8056-d84e15f5cef7" providerId="ADAL" clId="{4FC3D46A-FF2E-42AC-89B8-02A9E330841D}" dt="2023-11-30T04:47:32.160" v="75" actId="47"/>
        <pc:sldMkLst>
          <pc:docMk/>
          <pc:sldMk cId="0" sldId="400"/>
        </pc:sldMkLst>
      </pc:sldChg>
      <pc:sldChg chg="del">
        <pc:chgData name="MVGR" userId="f2c0952e-ef03-4304-8056-d84e15f5cef7" providerId="ADAL" clId="{4FC3D46A-FF2E-42AC-89B8-02A9E330841D}" dt="2023-11-30T04:47:33.335" v="78" actId="47"/>
        <pc:sldMkLst>
          <pc:docMk/>
          <pc:sldMk cId="652413029" sldId="404"/>
        </pc:sldMkLst>
      </pc:sldChg>
      <pc:sldChg chg="del">
        <pc:chgData name="MVGR" userId="f2c0952e-ef03-4304-8056-d84e15f5cef7" providerId="ADAL" clId="{4FC3D46A-FF2E-42AC-89B8-02A9E330841D}" dt="2023-11-30T04:47:34.715" v="81" actId="47"/>
        <pc:sldMkLst>
          <pc:docMk/>
          <pc:sldMk cId="2003282423" sldId="405"/>
        </pc:sldMkLst>
      </pc:sldChg>
      <pc:sldChg chg="del">
        <pc:chgData name="MVGR" userId="f2c0952e-ef03-4304-8056-d84e15f5cef7" providerId="ADAL" clId="{4FC3D46A-FF2E-42AC-89B8-02A9E330841D}" dt="2023-11-30T04:47:31.545" v="73" actId="47"/>
        <pc:sldMkLst>
          <pc:docMk/>
          <pc:sldMk cId="3278363132" sldId="406"/>
        </pc:sldMkLst>
      </pc:sldChg>
      <pc:sldChg chg="del">
        <pc:chgData name="MVGR" userId="f2c0952e-ef03-4304-8056-d84e15f5cef7" providerId="ADAL" clId="{4FC3D46A-FF2E-42AC-89B8-02A9E330841D}" dt="2023-11-30T04:47:32.571" v="76" actId="47"/>
        <pc:sldMkLst>
          <pc:docMk/>
          <pc:sldMk cId="2805654647" sldId="408"/>
        </pc:sldMkLst>
      </pc:sldChg>
      <pc:sldChg chg="del">
        <pc:chgData name="MVGR" userId="f2c0952e-ef03-4304-8056-d84e15f5cef7" providerId="ADAL" clId="{4FC3D46A-FF2E-42AC-89B8-02A9E330841D}" dt="2023-11-30T04:47:28.640" v="62" actId="47"/>
        <pc:sldMkLst>
          <pc:docMk/>
          <pc:sldMk cId="0" sldId="417"/>
        </pc:sldMkLst>
      </pc:sldChg>
      <pc:sldChg chg="del">
        <pc:chgData name="MVGR" userId="f2c0952e-ef03-4304-8056-d84e15f5cef7" providerId="ADAL" clId="{4FC3D46A-FF2E-42AC-89B8-02A9E330841D}" dt="2023-11-30T04:47:28.106" v="60" actId="47"/>
        <pc:sldMkLst>
          <pc:docMk/>
          <pc:sldMk cId="0" sldId="418"/>
        </pc:sldMkLst>
      </pc:sldChg>
      <pc:sldChg chg="del">
        <pc:chgData name="MVGR" userId="f2c0952e-ef03-4304-8056-d84e15f5cef7" providerId="ADAL" clId="{4FC3D46A-FF2E-42AC-89B8-02A9E330841D}" dt="2023-11-30T04:47:36.121" v="83" actId="47"/>
        <pc:sldMkLst>
          <pc:docMk/>
          <pc:sldMk cId="0" sldId="421"/>
        </pc:sldMkLst>
      </pc:sldChg>
      <pc:sldChg chg="del">
        <pc:chgData name="MVGR" userId="f2c0952e-ef03-4304-8056-d84e15f5cef7" providerId="ADAL" clId="{4FC3D46A-FF2E-42AC-89B8-02A9E330841D}" dt="2023-11-30T04:47:26.349" v="52" actId="47"/>
        <pc:sldMkLst>
          <pc:docMk/>
          <pc:sldMk cId="0" sldId="423"/>
        </pc:sldMkLst>
      </pc:sldChg>
      <pc:sldChg chg="del">
        <pc:chgData name="MVGR" userId="f2c0952e-ef03-4304-8056-d84e15f5cef7" providerId="ADAL" clId="{4FC3D46A-FF2E-42AC-89B8-02A9E330841D}" dt="2023-11-30T04:47:26.539" v="53" actId="47"/>
        <pc:sldMkLst>
          <pc:docMk/>
          <pc:sldMk cId="0" sldId="424"/>
        </pc:sldMkLst>
      </pc:sldChg>
      <pc:sldChg chg="del">
        <pc:chgData name="MVGR" userId="f2c0952e-ef03-4304-8056-d84e15f5cef7" providerId="ADAL" clId="{4FC3D46A-FF2E-42AC-89B8-02A9E330841D}" dt="2023-11-30T04:47:27.302" v="57" actId="47"/>
        <pc:sldMkLst>
          <pc:docMk/>
          <pc:sldMk cId="0" sldId="427"/>
        </pc:sldMkLst>
      </pc:sldChg>
      <pc:sldChg chg="modSp del mod">
        <pc:chgData name="MVGR" userId="f2c0952e-ef03-4304-8056-d84e15f5cef7" providerId="ADAL" clId="{4FC3D46A-FF2E-42AC-89B8-02A9E330841D}" dt="2023-11-30T04:48:17.720" v="86" actId="1076"/>
        <pc:sldMkLst>
          <pc:docMk/>
          <pc:sldMk cId="0" sldId="428"/>
        </pc:sldMkLst>
        <pc:spChg chg="mod">
          <ac:chgData name="MVGR" userId="f2c0952e-ef03-4304-8056-d84e15f5cef7" providerId="ADAL" clId="{4FC3D46A-FF2E-42AC-89B8-02A9E330841D}" dt="2023-11-30T04:48:17.720" v="86" actId="1076"/>
          <ac:spMkLst>
            <pc:docMk/>
            <pc:sldMk cId="0" sldId="428"/>
            <ac:spMk id="35842" creationId="{C99DF3D8-B10E-8B96-F70D-4D036378D795}"/>
          </ac:spMkLst>
        </pc:spChg>
      </pc:sldChg>
      <pc:sldChg chg="del">
        <pc:chgData name="MVGR" userId="f2c0952e-ef03-4304-8056-d84e15f5cef7" providerId="ADAL" clId="{4FC3D46A-FF2E-42AC-89B8-02A9E330841D}" dt="2023-11-30T04:47:28.382" v="61" actId="47"/>
        <pc:sldMkLst>
          <pc:docMk/>
          <pc:sldMk cId="0" sldId="429"/>
        </pc:sldMkLst>
      </pc:sldChg>
      <pc:sldChg chg="del">
        <pc:chgData name="MVGR" userId="f2c0952e-ef03-4304-8056-d84e15f5cef7" providerId="ADAL" clId="{4FC3D46A-FF2E-42AC-89B8-02A9E330841D}" dt="2023-11-30T04:47:27.576" v="58" actId="47"/>
        <pc:sldMkLst>
          <pc:docMk/>
          <pc:sldMk cId="0" sldId="430"/>
        </pc:sldMkLst>
      </pc:sldChg>
      <pc:sldChg chg="del">
        <pc:chgData name="MVGR" userId="f2c0952e-ef03-4304-8056-d84e15f5cef7" providerId="ADAL" clId="{4FC3D46A-FF2E-42AC-89B8-02A9E330841D}" dt="2023-11-30T04:47:29.101" v="64" actId="47"/>
        <pc:sldMkLst>
          <pc:docMk/>
          <pc:sldMk cId="0" sldId="431"/>
        </pc:sldMkLst>
      </pc:sldChg>
      <pc:sldChg chg="del">
        <pc:chgData name="MVGR" userId="f2c0952e-ef03-4304-8056-d84e15f5cef7" providerId="ADAL" clId="{4FC3D46A-FF2E-42AC-89B8-02A9E330841D}" dt="2023-11-30T04:47:31.241" v="72" actId="47"/>
        <pc:sldMkLst>
          <pc:docMk/>
          <pc:sldMk cId="0" sldId="432"/>
        </pc:sldMkLst>
      </pc:sldChg>
      <pc:sldChg chg="del">
        <pc:chgData name="MVGR" userId="f2c0952e-ef03-4304-8056-d84e15f5cef7" providerId="ADAL" clId="{4FC3D46A-FF2E-42AC-89B8-02A9E330841D}" dt="2023-11-30T04:47:26.751" v="54" actId="47"/>
        <pc:sldMkLst>
          <pc:docMk/>
          <pc:sldMk cId="3735150934" sldId="433"/>
        </pc:sldMkLst>
      </pc:sldChg>
      <pc:sldChg chg="del">
        <pc:chgData name="MVGR" userId="f2c0952e-ef03-4304-8056-d84e15f5cef7" providerId="ADAL" clId="{4FC3D46A-FF2E-42AC-89B8-02A9E330841D}" dt="2023-11-30T04:47:31.814" v="74" actId="47"/>
        <pc:sldMkLst>
          <pc:docMk/>
          <pc:sldMk cId="0" sldId="436"/>
        </pc:sldMkLst>
      </pc:sldChg>
      <pc:sldChg chg="del">
        <pc:chgData name="MVGR" userId="f2c0952e-ef03-4304-8056-d84e15f5cef7" providerId="ADAL" clId="{4FC3D46A-FF2E-42AC-89B8-02A9E330841D}" dt="2023-11-30T04:47:32.974" v="77" actId="47"/>
        <pc:sldMkLst>
          <pc:docMk/>
          <pc:sldMk cId="0" sldId="437"/>
        </pc:sldMkLst>
      </pc:sldChg>
      <pc:sldChg chg="del">
        <pc:chgData name="MVGR" userId="f2c0952e-ef03-4304-8056-d84e15f5cef7" providerId="ADAL" clId="{4FC3D46A-FF2E-42AC-89B8-02A9E330841D}" dt="2023-11-30T04:47:33.767" v="79" actId="47"/>
        <pc:sldMkLst>
          <pc:docMk/>
          <pc:sldMk cId="0" sldId="438"/>
        </pc:sldMkLst>
      </pc:sldChg>
      <pc:sldChg chg="del">
        <pc:chgData name="MVGR" userId="f2c0952e-ef03-4304-8056-d84e15f5cef7" providerId="ADAL" clId="{4FC3D46A-FF2E-42AC-89B8-02A9E330841D}" dt="2023-11-30T04:47:34.121" v="80" actId="47"/>
        <pc:sldMkLst>
          <pc:docMk/>
          <pc:sldMk cId="0" sldId="439"/>
        </pc:sldMkLst>
      </pc:sldChg>
      <pc:sldChg chg="del">
        <pc:chgData name="MVGR" userId="f2c0952e-ef03-4304-8056-d84e15f5cef7" providerId="ADAL" clId="{4FC3D46A-FF2E-42AC-89B8-02A9E330841D}" dt="2023-11-30T04:47:35.227" v="82" actId="47"/>
        <pc:sldMkLst>
          <pc:docMk/>
          <pc:sldMk cId="0" sldId="440"/>
        </pc:sldMkLst>
      </pc:sldChg>
      <pc:sldChg chg="del">
        <pc:chgData name="MVGR" userId="f2c0952e-ef03-4304-8056-d84e15f5cef7" providerId="ADAL" clId="{4FC3D46A-FF2E-42AC-89B8-02A9E330841D}" dt="2023-11-30T04:47:26.922" v="55" actId="47"/>
        <pc:sldMkLst>
          <pc:docMk/>
          <pc:sldMk cId="0" sldId="441"/>
        </pc:sldMkLst>
      </pc:sldChg>
      <pc:sldChg chg="del">
        <pc:chgData name="MVGR" userId="f2c0952e-ef03-4304-8056-d84e15f5cef7" providerId="ADAL" clId="{4FC3D46A-FF2E-42AC-89B8-02A9E330841D}" dt="2023-11-30T04:47:28.874" v="63" actId="47"/>
        <pc:sldMkLst>
          <pc:docMk/>
          <pc:sldMk cId="0" sldId="442"/>
        </pc:sldMkLst>
      </pc:sldChg>
      <pc:sldChg chg="del">
        <pc:chgData name="MVGR" userId="f2c0952e-ef03-4304-8056-d84e15f5cef7" providerId="ADAL" clId="{4FC3D46A-FF2E-42AC-89B8-02A9E330841D}" dt="2023-11-30T04:47:29.306" v="65" actId="47"/>
        <pc:sldMkLst>
          <pc:docMk/>
          <pc:sldMk cId="0" sldId="443"/>
        </pc:sldMkLst>
      </pc:sldChg>
      <pc:sldChg chg="del">
        <pc:chgData name="MVGR" userId="f2c0952e-ef03-4304-8056-d84e15f5cef7" providerId="ADAL" clId="{4FC3D46A-FF2E-42AC-89B8-02A9E330841D}" dt="2023-11-30T04:47:29.494" v="66" actId="47"/>
        <pc:sldMkLst>
          <pc:docMk/>
          <pc:sldMk cId="0" sldId="444"/>
        </pc:sldMkLst>
      </pc:sldChg>
      <pc:sldChg chg="del">
        <pc:chgData name="MVGR" userId="f2c0952e-ef03-4304-8056-d84e15f5cef7" providerId="ADAL" clId="{4FC3D46A-FF2E-42AC-89B8-02A9E330841D}" dt="2023-11-30T04:47:30.788" v="71" actId="47"/>
        <pc:sldMkLst>
          <pc:docMk/>
          <pc:sldMk cId="0" sldId="445"/>
        </pc:sldMkLst>
      </pc:sldChg>
      <pc:sldChg chg="del">
        <pc:chgData name="MVGR" userId="f2c0952e-ef03-4304-8056-d84e15f5cef7" providerId="ADAL" clId="{4FC3D46A-FF2E-42AC-89B8-02A9E330841D}" dt="2023-11-30T04:47:29.715" v="67" actId="47"/>
        <pc:sldMkLst>
          <pc:docMk/>
          <pc:sldMk cId="0" sldId="446"/>
        </pc:sldMkLst>
      </pc:sldChg>
      <pc:sldChg chg="del">
        <pc:chgData name="MVGR" userId="f2c0952e-ef03-4304-8056-d84e15f5cef7" providerId="ADAL" clId="{4FC3D46A-FF2E-42AC-89B8-02A9E330841D}" dt="2023-11-30T04:47:29.975" v="68" actId="47"/>
        <pc:sldMkLst>
          <pc:docMk/>
          <pc:sldMk cId="0" sldId="447"/>
        </pc:sldMkLst>
      </pc:sldChg>
      <pc:sldChg chg="del">
        <pc:chgData name="MVGR" userId="f2c0952e-ef03-4304-8056-d84e15f5cef7" providerId="ADAL" clId="{4FC3D46A-FF2E-42AC-89B8-02A9E330841D}" dt="2023-11-30T04:47:30.315" v="69" actId="47"/>
        <pc:sldMkLst>
          <pc:docMk/>
          <pc:sldMk cId="0" sldId="448"/>
        </pc:sldMkLst>
      </pc:sldChg>
      <pc:sldChg chg="del">
        <pc:chgData name="MVGR" userId="f2c0952e-ef03-4304-8056-d84e15f5cef7" providerId="ADAL" clId="{4FC3D46A-FF2E-42AC-89B8-02A9E330841D}" dt="2023-11-30T04:47:30.552" v="70" actId="47"/>
        <pc:sldMkLst>
          <pc:docMk/>
          <pc:sldMk cId="0" sldId="4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DA825265-D0CA-CD2C-F63F-C62D771C56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B2831099-6276-9969-85D2-29B6D93224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286C5438-B070-C625-07F8-E9F835DD2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4F86EC-06BE-4CF1-B578-9687628E0BB2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7C63F9-A35B-8620-AFB6-E436A472F157}"/>
              </a:ext>
            </a:extLst>
          </p:cNvPr>
          <p:cNvSpPr txBox="1"/>
          <p:nvPr/>
        </p:nvSpPr>
        <p:spPr>
          <a:xfrm>
            <a:off x="2081330" y="1308983"/>
            <a:ext cx="8827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0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 22EC2208</a:t>
            </a:r>
            <a:endParaRPr lang="en-US" sz="4000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58D3960-278F-60DC-1BDE-D851D37FC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3605719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Non-Uniform Quantization and DPCM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961DA53-72B2-3DE0-D936-373617E33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607" y="2376791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AY 2023-24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E66B1CCA-1E7B-E2AF-59C1-5A598264E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47002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</a:t>
            </a:r>
          </a:p>
        </p:txBody>
      </p:sp>
      <p:sp>
        <p:nvSpPr>
          <p:cNvPr id="3075" name="Subtitle 3">
            <a:extLst>
              <a:ext uri="{FF2B5EF4-FFF2-40B4-BE49-F238E27FC236}">
                <a16:creationId xmlns:a16="http://schemas.microsoft.com/office/drawing/2014/main" id="{DBA52847-156C-F14D-6399-6A6B2B37A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24000"/>
            <a:ext cx="9144000" cy="5638800"/>
          </a:xfrm>
        </p:spPr>
        <p:txBody>
          <a:bodyPr/>
          <a:lstStyle/>
          <a:p>
            <a:pPr eaLnBrk="1" hangingPunct="1"/>
            <a:r>
              <a:rPr lang="en-US" altLang="en-US" sz="5400" dirty="0">
                <a:ea typeface="新細明體" panose="02020500000000000000" pitchFamily="18" charset="-120"/>
              </a:rPr>
              <a:t>  </a:t>
            </a:r>
            <a:r>
              <a:rPr lang="en-US" altLang="en-US" sz="5400" dirty="0">
                <a:solidFill>
                  <a:srgbClr val="002060"/>
                </a:solidFill>
                <a:ea typeface="新細明體" panose="02020500000000000000" pitchFamily="18" charset="-120"/>
              </a:rPr>
              <a:t>  Dr. </a:t>
            </a:r>
            <a:r>
              <a:rPr lang="en-US" altLang="en-US" sz="5400" dirty="0">
                <a:solidFill>
                  <a:srgbClr val="003DB8"/>
                </a:solidFill>
                <a:ea typeface="新細明體" panose="02020500000000000000" pitchFamily="18" charset="-120"/>
              </a:rPr>
              <a:t>M. Venu Gopala Rao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5400" dirty="0">
                <a:solidFill>
                  <a:srgbClr val="003DB8"/>
                </a:solidFill>
                <a:ea typeface="新細明體" panose="02020500000000000000" pitchFamily="18" charset="-120"/>
              </a:rPr>
              <a:t>                               </a:t>
            </a:r>
            <a:r>
              <a:rPr lang="en-US" altLang="en-US" sz="3600" dirty="0" err="1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M.Tech</a:t>
            </a:r>
            <a:r>
              <a:rPr lang="en-US" altLang="en-US" sz="3600" dirty="0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, </a:t>
            </a:r>
            <a:r>
              <a:rPr lang="en-US" altLang="en-US" sz="3600" dirty="0" err="1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Ph.D</a:t>
            </a:r>
            <a:r>
              <a:rPr lang="en-US" altLang="en-US" sz="3600" dirty="0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(</a:t>
            </a:r>
            <a:r>
              <a:rPr lang="en-US" altLang="en-US" sz="3600" dirty="0" err="1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Engg</a:t>
            </a:r>
            <a:r>
              <a:rPr lang="en-US" altLang="en-US" sz="3600" dirty="0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)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F.I.E.T.E, L.M.I.S.T.E, I.S.O.I., I.A.E., S.S.I.</a:t>
            </a:r>
          </a:p>
          <a:p>
            <a:pPr eaLnBrk="1" hangingPunct="1"/>
            <a:r>
              <a:rPr lang="en-US" altLang="en-US" sz="3600" dirty="0">
                <a:solidFill>
                  <a:srgbClr val="003DB8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    Cert. in R.S.T ( City &amp; Guild’s London Institute , London)</a:t>
            </a:r>
          </a:p>
          <a:p>
            <a:pPr eaLnBrk="1" hangingPunct="1"/>
            <a:r>
              <a:rPr lang="en-US" altLang="en-US" sz="3600" dirty="0">
                <a:solidFill>
                  <a:srgbClr val="149D0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Professor, Dept. of ECE, K L University</a:t>
            </a:r>
          </a:p>
          <a:p>
            <a:pPr eaLnBrk="1" hangingPunct="1"/>
            <a:r>
              <a:rPr lang="en-US" alt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mvgr03@kluniversity.in</a:t>
            </a:r>
          </a:p>
          <a:p>
            <a:pPr eaLnBrk="1" hangingPunct="1"/>
            <a:endParaRPr lang="en-US" altLang="en-US" sz="3600" dirty="0">
              <a:solidFill>
                <a:srgbClr val="149D01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 eaLnBrk="1" hangingPunct="1"/>
            <a:endParaRPr lang="en-US" altLang="en-US" sz="3600" dirty="0">
              <a:solidFill>
                <a:srgbClr val="003DB8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523" y="293567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Non-Uniform Quantization</a:t>
            </a:r>
            <a:b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 err="1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Companding</a:t>
            </a:r>
            <a:endParaRPr lang="en-US" sz="40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971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8392" y="6292953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Quantization steps for small amplitudes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4679" y="89954"/>
            <a:ext cx="6561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Problems with uniform quantization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2210" y="655173"/>
            <a:ext cx="6074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optimal for uniformly distributed 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2212" y="3324399"/>
            <a:ext cx="63308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audio signals (speech and music) are more concentrated near zeros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212" y="4253997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Human ear is more sensitive to quantization errors at small values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579" y="5288701"/>
            <a:ext cx="1298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6580" y="5750366"/>
            <a:ext cx="44502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non-uniform quantization</a:t>
            </a:r>
            <a:endParaRPr lang="en-US" sz="2400" dirty="0">
              <a:solidFill>
                <a:srgbClr val="0404EC"/>
              </a:solidFill>
            </a:endParaRPr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066" y="1649995"/>
            <a:ext cx="5588934" cy="5208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64679" y="1124739"/>
            <a:ext cx="4520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efficient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210" y="1550735"/>
            <a:ext cx="651900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speech communication, it is found that smaller amplitudes predominate in speech and that larger amplitudes are relatively rare.</a:t>
            </a:r>
          </a:p>
        </p:txBody>
      </p:sp>
    </p:spTree>
    <p:extLst>
      <p:ext uri="{BB962C8B-B14F-4D97-AF65-F5344CB8AC3E}">
        <p14:creationId xmlns:p14="http://schemas.microsoft.com/office/powerpoint/2010/main" val="7765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2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092" y="593194"/>
            <a:ext cx="10515600" cy="65478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Companding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3932" y="2069019"/>
            <a:ext cx="10996760" cy="179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9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96"/>
            <a:ext cx="2028305" cy="942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3787" y="1196849"/>
            <a:ext cx="8424006" cy="1959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5377" y="296055"/>
            <a:ext cx="45544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 and Japan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0686" y="256518"/>
            <a:ext cx="5123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 </a:t>
            </a:r>
            <a:r>
              <a:rPr lang="en-US" sz="4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378" y="2942613"/>
            <a:ext cx="5123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 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SQNR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01374" y="3509254"/>
            <a:ext cx="10574215" cy="317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1871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811" y="49242"/>
            <a:ext cx="8893232" cy="92518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Characteristics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053" y="974428"/>
            <a:ext cx="6439593" cy="58582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696"/>
            <a:ext cx="2028305" cy="94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20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092" y="177557"/>
            <a:ext cx="10515600" cy="65478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A-law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Compression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9779" y="832339"/>
            <a:ext cx="7263938" cy="2994005"/>
          </a:xfrm>
          <a:prstGeom prst="rect">
            <a:avLst/>
          </a:prstGeom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112060"/>
            <a:ext cx="11845586" cy="1788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2978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323" y="95494"/>
            <a:ext cx="9759462" cy="42032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A-law Characteristics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706" y="750569"/>
            <a:ext cx="6351530" cy="593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74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5966" y="455733"/>
            <a:ext cx="9768620" cy="19705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33269" y="2508457"/>
            <a:ext cx="6000384" cy="1165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7350" y="4964721"/>
            <a:ext cx="3705225" cy="6953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18685" y="4817817"/>
            <a:ext cx="4143375" cy="1200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798170" y="5050447"/>
            <a:ext cx="1447800" cy="5238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593272" y="3849222"/>
            <a:ext cx="1040189" cy="43341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73125" y="3871312"/>
            <a:ext cx="1390650" cy="533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352993" y="3815776"/>
            <a:ext cx="742950" cy="4667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253785" y="3826549"/>
            <a:ext cx="895350" cy="4286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4123" y="0"/>
            <a:ext cx="1500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404EC"/>
                </a:solidFill>
                <a:latin typeface="Arial" pitchFamily="34" charset="0"/>
                <a:cs typeface="Arial" pitchFamily="34" charset="0"/>
              </a:rPr>
              <a:t>Ex1:</a:t>
            </a:r>
            <a:r>
              <a:rPr lang="en-US" dirty="0">
                <a:solidFill>
                  <a:srgbClr val="0404EC"/>
                </a:solidFill>
              </a:rPr>
              <a:t> </a:t>
            </a:r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101107" y="389723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93077" y="2754923"/>
            <a:ext cx="1207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28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2749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569" y="125779"/>
            <a:ext cx="1192236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404EC"/>
                </a:solidFill>
              </a:rPr>
              <a:t>Ex4: </a:t>
            </a:r>
            <a:r>
              <a:rPr lang="en-US" dirty="0"/>
              <a:t>A speech signal up to 3.4KHZ is intend to transmit through a landline system. The signal is sampled at 8KHz and PCM requirement uses non-uniform </a:t>
            </a:r>
            <a:r>
              <a:rPr lang="en-US" dirty="0" err="1"/>
              <a:t>quantizers</a:t>
            </a:r>
            <a:r>
              <a:rPr lang="en-US" dirty="0"/>
              <a:t>. Calculate the number of bits required per sample to generate a SNR specification of 40db.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Ans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>
                <a:solidFill>
                  <a:srgbClr val="0404EC"/>
                </a:solidFill>
              </a:rPr>
              <a:t> Assuming </a:t>
            </a:r>
            <a:r>
              <a:rPr lang="en-US" i="1" dirty="0">
                <a:solidFill>
                  <a:srgbClr val="0404EC"/>
                </a:solidFill>
              </a:rPr>
              <a:t>µ</a:t>
            </a:r>
            <a:r>
              <a:rPr lang="en-US" dirty="0">
                <a:solidFill>
                  <a:srgbClr val="0404EC"/>
                </a:solidFill>
              </a:rPr>
              <a:t>-law quantization, the number of bits required per sample is computed as</a:t>
            </a:r>
          </a:p>
          <a:p>
            <a:pPr marL="0" indent="0">
              <a:buNone/>
            </a:pPr>
            <a:endParaRPr lang="en-US" dirty="0">
              <a:solidFill>
                <a:srgbClr val="0404EC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94854" y="2455252"/>
            <a:ext cx="904875" cy="4000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2392" y="3112211"/>
            <a:ext cx="85988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Thus the PCM bit rate for telephony voice is given by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235570" y="39380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235570" y="3938005"/>
          <a:ext cx="3555374" cy="565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85900" imgH="228600" progId="Equation.DSMT4">
                  <p:embed/>
                </p:oleObj>
              </mc:Choice>
              <mc:Fallback>
                <p:oleObj name="Equation" r:id="rId3" imgW="1485900" imgH="2286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570" y="3938005"/>
                        <a:ext cx="3555374" cy="565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499872" y="4977651"/>
            <a:ext cx="11610066" cy="1051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quality audio signals required much higher data rates than the required for telephone voice.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69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599" y="662323"/>
            <a:ext cx="11591925" cy="1657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599" y="40341"/>
            <a:ext cx="1169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404EC"/>
                </a:solidFill>
                <a:latin typeface="Arial" pitchFamily="34" charset="0"/>
                <a:cs typeface="Arial" pitchFamily="34" charset="0"/>
              </a:rPr>
              <a:t>EX2</a:t>
            </a:r>
          </a:p>
        </p:txBody>
      </p:sp>
    </p:spTree>
    <p:extLst>
      <p:ext uri="{BB962C8B-B14F-4D97-AF65-F5344CB8AC3E}">
        <p14:creationId xmlns:p14="http://schemas.microsoft.com/office/powerpoint/2010/main" val="2832711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>
          <a:xfrm>
            <a:off x="838200" y="316522"/>
            <a:ext cx="10515600" cy="6541477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404EC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Advantages of PCM:</a:t>
            </a:r>
          </a:p>
          <a:p>
            <a:pPr eaLnBrk="1" hangingPunct="1"/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Relatively inexpensive</a:t>
            </a:r>
          </a:p>
          <a:p>
            <a:pPr eaLnBrk="1" hangingPunct="1"/>
            <a:r>
              <a:rPr lang="en-US" altLang="zh-CN" i="1" dirty="0">
                <a:solidFill>
                  <a:srgbClr val="7030A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Easily multiplexed</a:t>
            </a:r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PCM waveforms from different sources can be transmitted over a common digital channel (TDM)</a:t>
            </a:r>
          </a:p>
          <a:p>
            <a:pPr eaLnBrk="1" hangingPunct="1"/>
            <a:r>
              <a:rPr lang="en-US" altLang="zh-CN" i="1" dirty="0">
                <a:solidFill>
                  <a:srgbClr val="C0000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Easily regenerated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useful for long-distance communication, e.g. telephone</a:t>
            </a:r>
          </a:p>
          <a:p>
            <a:pPr eaLnBrk="1" hangingPunct="1"/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Better noise performance than analog system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Signals may be stored and time-scaled efficiently (e.g., satellite communication)</a:t>
            </a: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Efficient codes are readily available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404EC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Disadvantage:</a:t>
            </a:r>
          </a:p>
          <a:p>
            <a:pPr lvl="0"/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Requires wider bandwidth than analog signals</a:t>
            </a:r>
          </a:p>
          <a:p>
            <a:pPr lvl="0"/>
            <a:r>
              <a:rPr lang="en-US" dirty="0"/>
              <a:t>Quantization noise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Fidelity of a signal</a:t>
            </a:r>
          </a:p>
          <a:p>
            <a:pPr eaLnBrk="1" hangingPunct="1"/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11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0954"/>
            <a:ext cx="10515600" cy="1013732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Differential PCM (</a:t>
            </a:r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DPCM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204686"/>
            <a:ext cx="11742057" cy="5653314"/>
          </a:xfrm>
        </p:spPr>
        <p:txBody>
          <a:bodyPr/>
          <a:lstStyle/>
          <a:p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is not a very efficient system because it generates large number of bits and requires high bandwidth to transmit.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PCM encoding waveform, successive samples having little difference between them, This necessitates transmitting several identical PCM codes, which is redundant.</a:t>
            </a:r>
          </a:p>
          <a:p>
            <a:r>
              <a:rPr lang="en-US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DPCM is designed specifically to take the advantages of the sample to sample redundancies in typical speech waveforms.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DPCM, the difference in magnitude of two successive samples is transmitted rather than the actual sample.</a:t>
            </a:r>
          </a:p>
          <a:p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 the range of sample differences is typically less that the range of individual samples, fewer bits required for DPCM than the conventional PCM.</a:t>
            </a:r>
          </a:p>
        </p:txBody>
      </p:sp>
    </p:spTree>
    <p:extLst>
      <p:ext uri="{BB962C8B-B14F-4D97-AF65-F5344CB8AC3E}">
        <p14:creationId xmlns:p14="http://schemas.microsoft.com/office/powerpoint/2010/main" val="12135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664"/>
            <a:ext cx="10515600" cy="57272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Predictor (Estimator)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231" y="855785"/>
            <a:ext cx="11969261" cy="532117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 a signal 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that has derivatives of all orders.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Taylor series,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‘</a:t>
            </a:r>
            <a:r>
              <a:rPr lang="en-US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’th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sample,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shows we can predict(k+1)</a:t>
            </a:r>
            <a:r>
              <a:rPr lang="en-US" dirty="0" err="1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sample from two previous samples.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624" y="1277928"/>
            <a:ext cx="5632065" cy="7267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854" y="2004646"/>
            <a:ext cx="3959469" cy="4604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3073" y="2667892"/>
            <a:ext cx="5810250" cy="10477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454" y="3865026"/>
            <a:ext cx="28194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1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DPCM Transmitter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8800" y="297542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523" y="1433147"/>
            <a:ext cx="2914277" cy="5150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75486"/>
            <a:ext cx="3015154" cy="6086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21763"/>
            <a:ext cx="11770754" cy="342287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577" y="4078624"/>
            <a:ext cx="3346091" cy="5370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366" y="5375714"/>
            <a:ext cx="4634584" cy="115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87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DPCM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863" y="883047"/>
            <a:ext cx="3903196" cy="6264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0" y="2383971"/>
            <a:ext cx="9687192" cy="28266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152" y="2873601"/>
            <a:ext cx="1666875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9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7445" y="0"/>
            <a:ext cx="9618785" cy="85578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 of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632" y="855786"/>
            <a:ext cx="11605846" cy="573258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The rate of communication: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the speed at which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information is transmitted.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maximum rate at which most of today’s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modems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receive digital information is around 56 k bits/second and transmit digital information is around 33 k bits/second.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Local Area Network (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can theoretically receive/transmit information at a rate of 100 M bits/s.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Gigabit networks would be able to receive/transmit information at least 10 times that rate. </a:t>
            </a:r>
          </a:p>
        </p:txBody>
      </p:sp>
    </p:spTree>
    <p:extLst>
      <p:ext uri="{BB962C8B-B14F-4D97-AF65-F5344CB8AC3E}">
        <p14:creationId xmlns:p14="http://schemas.microsoft.com/office/powerpoint/2010/main" val="1985119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F5F1F-4F53-3EEF-DD6B-78504E9E6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67265-DE01-F032-7A3E-7939BB5B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19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7C19D1-0C0D-F12D-EADE-B4D06B625B89}"/>
              </a:ext>
            </a:extLst>
          </p:cNvPr>
          <p:cNvSpPr/>
          <p:nvPr/>
        </p:nvSpPr>
        <p:spPr>
          <a:xfrm>
            <a:off x="740229" y="711200"/>
            <a:ext cx="10613571" cy="10450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Consider the input samples m(n) = {2.1,2.2,2.3,2.6,2.7,2.8}. Explain how encoding and decoding is done in DPCM. Assume first order prediction filter m~(n) = </a:t>
            </a:r>
            <a:r>
              <a:rPr lang="en-US" sz="2400" dirty="0" err="1"/>
              <a:t>m</a:t>
            </a:r>
            <a:r>
              <a:rPr lang="en-US" sz="2400" baseline="-25000" dirty="0" err="1"/>
              <a:t>q</a:t>
            </a:r>
            <a:r>
              <a:rPr lang="en-US" sz="2400" dirty="0"/>
              <a:t>(n-1)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2B9970-6C17-D532-13CC-4EB0E402F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18339"/>
              </p:ext>
            </p:extLst>
          </p:nvPr>
        </p:nvGraphicFramePr>
        <p:xfrm>
          <a:off x="899886" y="2553533"/>
          <a:ext cx="10163630" cy="3078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04685">
                  <a:extLst>
                    <a:ext uri="{9D8B030D-6E8A-4147-A177-3AD203B41FA5}">
                      <a16:colId xmlns:a16="http://schemas.microsoft.com/office/drawing/2014/main" val="226923286"/>
                    </a:ext>
                  </a:extLst>
                </a:gridCol>
                <a:gridCol w="1640115">
                  <a:extLst>
                    <a:ext uri="{9D8B030D-6E8A-4147-A177-3AD203B41FA5}">
                      <a16:colId xmlns:a16="http://schemas.microsoft.com/office/drawing/2014/main" val="3800617207"/>
                    </a:ext>
                  </a:extLst>
                </a:gridCol>
                <a:gridCol w="2307771">
                  <a:extLst>
                    <a:ext uri="{9D8B030D-6E8A-4147-A177-3AD203B41FA5}">
                      <a16:colId xmlns:a16="http://schemas.microsoft.com/office/drawing/2014/main" val="2584964608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898561409"/>
                    </a:ext>
                  </a:extLst>
                </a:gridCol>
                <a:gridCol w="2877459">
                  <a:extLst>
                    <a:ext uri="{9D8B030D-6E8A-4147-A177-3AD203B41FA5}">
                      <a16:colId xmlns:a16="http://schemas.microsoft.com/office/drawing/2014/main" val="2123555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m(n)  </a:t>
                      </a:r>
                    </a:p>
                    <a:p>
                      <a:r>
                        <a:rPr lang="en-US" sz="2000" dirty="0" err="1"/>
                        <a:t>i</a:t>
                      </a:r>
                      <a:r>
                        <a:rPr lang="en-US" sz="2000" dirty="0"/>
                        <a:t>/p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m~(n) predict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e(n) error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e[n] = m[n] – m~[n]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</a:t>
                      </a:r>
                      <a:r>
                        <a:rPr lang="en-US" sz="2000" baseline="-25000" dirty="0"/>
                        <a:t>q</a:t>
                      </a:r>
                      <a:r>
                        <a:rPr lang="en-US" sz="2000" dirty="0"/>
                        <a:t>(n) </a:t>
                      </a:r>
                      <a:r>
                        <a:rPr lang="en-US" sz="2000" dirty="0" err="1"/>
                        <a:t>quan</a:t>
                      </a:r>
                      <a:r>
                        <a:rPr lang="en-US" sz="2000" dirty="0"/>
                        <a:t>. Err.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lang="pt-BR" sz="20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r>
                        <a:rPr lang="pt-BR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[n] = m~[n] + e</a:t>
                      </a:r>
                      <a:r>
                        <a:rPr lang="pt-BR" sz="20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r>
                        <a:rPr lang="pt-BR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[n]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471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0+2=2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78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2+0=2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23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2+0=2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89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2+1=3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830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3+0=3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454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3+0=3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63675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4576D51-014F-BC0B-906E-069F1D9929E5}"/>
              </a:ext>
            </a:extLst>
          </p:cNvPr>
          <p:cNvCxnSpPr/>
          <p:nvPr/>
        </p:nvCxnSpPr>
        <p:spPr>
          <a:xfrm flipH="1">
            <a:off x="3398158" y="3634949"/>
            <a:ext cx="5400000" cy="127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0FDE71-8F23-A34A-59B9-552D1D0B80BF}"/>
              </a:ext>
            </a:extLst>
          </p:cNvPr>
          <p:cNvCxnSpPr/>
          <p:nvPr/>
        </p:nvCxnSpPr>
        <p:spPr>
          <a:xfrm flipH="1">
            <a:off x="3398158" y="4021039"/>
            <a:ext cx="5400000" cy="127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6BB032-D848-B034-D252-EA755F6FA739}"/>
              </a:ext>
            </a:extLst>
          </p:cNvPr>
          <p:cNvCxnSpPr/>
          <p:nvPr/>
        </p:nvCxnSpPr>
        <p:spPr>
          <a:xfrm flipH="1">
            <a:off x="3398158" y="4393180"/>
            <a:ext cx="5400000" cy="127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0A746D-C91E-567D-324B-4034F3ECFDB5}"/>
              </a:ext>
            </a:extLst>
          </p:cNvPr>
          <p:cNvCxnSpPr/>
          <p:nvPr/>
        </p:nvCxnSpPr>
        <p:spPr>
          <a:xfrm flipH="1">
            <a:off x="3398158" y="4843365"/>
            <a:ext cx="5400000" cy="127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8A7D163-94DB-C80B-C3C2-402ABA8D1272}"/>
              </a:ext>
            </a:extLst>
          </p:cNvPr>
          <p:cNvCxnSpPr/>
          <p:nvPr/>
        </p:nvCxnSpPr>
        <p:spPr>
          <a:xfrm flipH="1">
            <a:off x="3398158" y="5269033"/>
            <a:ext cx="5400000" cy="127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8390438-BDEE-5B28-CFB2-A87F18292101}"/>
              </a:ext>
            </a:extLst>
          </p:cNvPr>
          <p:cNvSpPr txBox="1"/>
          <p:nvPr/>
        </p:nvSpPr>
        <p:spPr>
          <a:xfrm>
            <a:off x="899886" y="1900574"/>
            <a:ext cx="2931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ENCODER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3157C5-12D5-F2F1-D281-9F5D18ACAE8B}"/>
              </a:ext>
            </a:extLst>
          </p:cNvPr>
          <p:cNvSpPr txBox="1"/>
          <p:nvPr/>
        </p:nvSpPr>
        <p:spPr>
          <a:xfrm>
            <a:off x="740229" y="5623580"/>
            <a:ext cx="103232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TRANSMITTED SEQUENCE = {    2,     0,     0,      1,     0,     0}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                                                        010  000  000  001  000  000</a:t>
            </a:r>
          </a:p>
        </p:txBody>
      </p:sp>
    </p:spTree>
    <p:extLst>
      <p:ext uri="{BB962C8B-B14F-4D97-AF65-F5344CB8AC3E}">
        <p14:creationId xmlns:p14="http://schemas.microsoft.com/office/powerpoint/2010/main" val="424746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85F359-4051-6046-CC9F-C69E46D41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8E99D0-425B-6E90-3B01-0A18418E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20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CEC4CA-CA18-3A7A-A571-576739363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900608"/>
              </p:ext>
            </p:extLst>
          </p:nvPr>
        </p:nvGraphicFramePr>
        <p:xfrm>
          <a:off x="1669143" y="1895323"/>
          <a:ext cx="8723085" cy="3200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907695">
                  <a:extLst>
                    <a:ext uri="{9D8B030D-6E8A-4147-A177-3AD203B41FA5}">
                      <a16:colId xmlns:a16="http://schemas.microsoft.com/office/drawing/2014/main" val="3325001916"/>
                    </a:ext>
                  </a:extLst>
                </a:gridCol>
                <a:gridCol w="2907695">
                  <a:extLst>
                    <a:ext uri="{9D8B030D-6E8A-4147-A177-3AD203B41FA5}">
                      <a16:colId xmlns:a16="http://schemas.microsoft.com/office/drawing/2014/main" val="4240684449"/>
                    </a:ext>
                  </a:extLst>
                </a:gridCol>
                <a:gridCol w="2907695">
                  <a:extLst>
                    <a:ext uri="{9D8B030D-6E8A-4147-A177-3AD203B41FA5}">
                      <a16:colId xmlns:a16="http://schemas.microsoft.com/office/drawing/2014/main" val="596523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e</a:t>
                      </a:r>
                      <a:r>
                        <a:rPr lang="en-US" sz="2400" baseline="-25000" dirty="0"/>
                        <a:t>q</a:t>
                      </a:r>
                      <a:r>
                        <a:rPr lang="en-US" sz="2400" dirty="0"/>
                        <a:t>(n) </a:t>
                      </a:r>
                      <a:r>
                        <a:rPr lang="en-US" sz="2400" dirty="0" err="1"/>
                        <a:t>quan</a:t>
                      </a:r>
                      <a:r>
                        <a:rPr lang="en-US" sz="2400" dirty="0"/>
                        <a:t>. Err.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m~(n) = </a:t>
                      </a:r>
                      <a:r>
                        <a:rPr lang="en-US" sz="2400" dirty="0" err="1"/>
                        <a:t>m</a:t>
                      </a:r>
                      <a:r>
                        <a:rPr lang="en-US" sz="2400" baseline="-25000" dirty="0" err="1"/>
                        <a:t>q</a:t>
                      </a:r>
                      <a:r>
                        <a:rPr lang="en-US" sz="2400" dirty="0"/>
                        <a:t>(n-1)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lang="pt-BR" sz="24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r>
                        <a:rPr lang="pt-BR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[n] = m~[n] + e</a:t>
                      </a:r>
                      <a:r>
                        <a:rPr lang="pt-BR" sz="24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r>
                        <a:rPr lang="pt-BR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[n]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121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2+0=2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152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0+2=2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788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0+2=2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20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1+2=3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44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0+3=3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64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0+3=3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44503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C007BA-B038-B987-72A2-A62F916912B9}"/>
              </a:ext>
            </a:extLst>
          </p:cNvPr>
          <p:cNvCxnSpPr/>
          <p:nvPr/>
        </p:nvCxnSpPr>
        <p:spPr>
          <a:xfrm flipH="1">
            <a:off x="5455556" y="2767392"/>
            <a:ext cx="2841171" cy="15965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E87350-ACB6-F6A3-8A06-C9F5F186B82A}"/>
              </a:ext>
            </a:extLst>
          </p:cNvPr>
          <p:cNvCxnSpPr/>
          <p:nvPr/>
        </p:nvCxnSpPr>
        <p:spPr>
          <a:xfrm flipH="1">
            <a:off x="5455556" y="3230034"/>
            <a:ext cx="2841171" cy="15965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8EF9B5-CAE3-F7D9-EB16-9AAE79050353}"/>
              </a:ext>
            </a:extLst>
          </p:cNvPr>
          <p:cNvCxnSpPr/>
          <p:nvPr/>
        </p:nvCxnSpPr>
        <p:spPr>
          <a:xfrm flipH="1">
            <a:off x="5455556" y="3692676"/>
            <a:ext cx="2841171" cy="15965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4575B1A-F78F-AF52-1867-D841876A7C32}"/>
              </a:ext>
            </a:extLst>
          </p:cNvPr>
          <p:cNvCxnSpPr/>
          <p:nvPr/>
        </p:nvCxnSpPr>
        <p:spPr>
          <a:xfrm flipH="1">
            <a:off x="5455556" y="4155318"/>
            <a:ext cx="2841171" cy="15965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7909BC-5ED5-F3B8-8CCD-EF48CB0D7252}"/>
              </a:ext>
            </a:extLst>
          </p:cNvPr>
          <p:cNvCxnSpPr/>
          <p:nvPr/>
        </p:nvCxnSpPr>
        <p:spPr>
          <a:xfrm flipH="1">
            <a:off x="5455556" y="4617960"/>
            <a:ext cx="2841171" cy="15965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0EBBCCA-07AE-7206-EED0-CA24035B8F18}"/>
              </a:ext>
            </a:extLst>
          </p:cNvPr>
          <p:cNvSpPr txBox="1"/>
          <p:nvPr/>
        </p:nvSpPr>
        <p:spPr>
          <a:xfrm>
            <a:off x="1669143" y="5623580"/>
            <a:ext cx="8723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RECEIVED SIGNAL= {2, 2, 2, 3, 3, 3}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85F8DF-6271-5E0B-34BD-DBBEB241D8A0}"/>
              </a:ext>
            </a:extLst>
          </p:cNvPr>
          <p:cNvSpPr txBox="1"/>
          <p:nvPr/>
        </p:nvSpPr>
        <p:spPr>
          <a:xfrm>
            <a:off x="1669143" y="838198"/>
            <a:ext cx="2931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248768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5825CB-84A1-0C16-F67B-F5CBEFFDE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F0C8DF-8FC5-6E29-AE56-43540A25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21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50E7AB-FD9F-0178-C466-18F725DE3D0E}"/>
              </a:ext>
            </a:extLst>
          </p:cNvPr>
          <p:cNvSpPr/>
          <p:nvPr/>
        </p:nvSpPr>
        <p:spPr>
          <a:xfrm>
            <a:off x="740229" y="711200"/>
            <a:ext cx="10613571" cy="10450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Using mid-riser quantization, find the DPCM output for the given input sequence x(n) = {0,0.3,1.5,0.7,1,2.3}. Assume first order prediction filter m~(n) = </a:t>
            </a:r>
            <a:r>
              <a:rPr lang="en-US" sz="2400" dirty="0" err="1"/>
              <a:t>m</a:t>
            </a:r>
            <a:r>
              <a:rPr lang="en-US" sz="2400" baseline="-25000" dirty="0" err="1"/>
              <a:t>q</a:t>
            </a:r>
            <a:r>
              <a:rPr lang="en-US" sz="2400" dirty="0"/>
              <a:t>(n-1)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F780E7B-D6AE-520F-158D-6AE26177EF3A}"/>
              </a:ext>
            </a:extLst>
          </p:cNvPr>
          <p:cNvGrpSpPr/>
          <p:nvPr/>
        </p:nvGrpSpPr>
        <p:grpSpPr>
          <a:xfrm>
            <a:off x="7582193" y="2465306"/>
            <a:ext cx="3908875" cy="2935109"/>
            <a:chOff x="7582193" y="2465306"/>
            <a:chExt cx="3908875" cy="293510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75A1355-0C0C-ADA0-E1F6-2361948846B9}"/>
                </a:ext>
              </a:extLst>
            </p:cNvPr>
            <p:cNvCxnSpPr/>
            <p:nvPr/>
          </p:nvCxnSpPr>
          <p:spPr>
            <a:xfrm>
              <a:off x="9550404" y="2510971"/>
              <a:ext cx="0" cy="2728686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511F7D0-5959-29EF-B1BA-7B067A3CC890}"/>
                </a:ext>
              </a:extLst>
            </p:cNvPr>
            <p:cNvCxnSpPr/>
            <p:nvPr/>
          </p:nvCxnSpPr>
          <p:spPr>
            <a:xfrm>
              <a:off x="7765143" y="3788229"/>
              <a:ext cx="3588657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415A85-36F5-09B4-D279-E766D8AC5D80}"/>
                </a:ext>
              </a:extLst>
            </p:cNvPr>
            <p:cNvSpPr txBox="1"/>
            <p:nvPr/>
          </p:nvSpPr>
          <p:spPr>
            <a:xfrm>
              <a:off x="9550403" y="3737304"/>
              <a:ext cx="319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BB0534-0D8D-AECE-FE74-AC84DE47C515}"/>
                </a:ext>
              </a:extLst>
            </p:cNvPr>
            <p:cNvSpPr txBox="1"/>
            <p:nvPr/>
          </p:nvSpPr>
          <p:spPr>
            <a:xfrm>
              <a:off x="9982194" y="3762767"/>
              <a:ext cx="319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F180D05-F82B-F0E6-A9F9-477F2D4BABBE}"/>
                </a:ext>
              </a:extLst>
            </p:cNvPr>
            <p:cNvSpPr txBox="1"/>
            <p:nvPr/>
          </p:nvSpPr>
          <p:spPr>
            <a:xfrm>
              <a:off x="10508344" y="3788229"/>
              <a:ext cx="319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F97596-5EA5-97CB-5BCC-F29341CFDDC9}"/>
                </a:ext>
              </a:extLst>
            </p:cNvPr>
            <p:cNvSpPr txBox="1"/>
            <p:nvPr/>
          </p:nvSpPr>
          <p:spPr>
            <a:xfrm>
              <a:off x="11034494" y="3788229"/>
              <a:ext cx="319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3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7F318A-16B2-381B-D721-2A6D5FCE7735}"/>
                </a:ext>
              </a:extLst>
            </p:cNvPr>
            <p:cNvCxnSpPr/>
            <p:nvPr/>
          </p:nvCxnSpPr>
          <p:spPr>
            <a:xfrm>
              <a:off x="10025736" y="2510971"/>
              <a:ext cx="0" cy="27286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7DF59B5-2C78-F5D3-34B3-06E16DC33940}"/>
                </a:ext>
              </a:extLst>
            </p:cNvPr>
            <p:cNvCxnSpPr/>
            <p:nvPr/>
          </p:nvCxnSpPr>
          <p:spPr>
            <a:xfrm>
              <a:off x="10508344" y="2510971"/>
              <a:ext cx="0" cy="27286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680A6D6-B80A-84BF-AAC3-85DB96DC0880}"/>
                </a:ext>
              </a:extLst>
            </p:cNvPr>
            <p:cNvCxnSpPr/>
            <p:nvPr/>
          </p:nvCxnSpPr>
          <p:spPr>
            <a:xfrm>
              <a:off x="11038132" y="2510971"/>
              <a:ext cx="0" cy="27286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7298956-8A89-71A6-48F6-CB8434CA481E}"/>
                </a:ext>
              </a:extLst>
            </p:cNvPr>
            <p:cNvSpPr txBox="1"/>
            <p:nvPr/>
          </p:nvSpPr>
          <p:spPr>
            <a:xfrm>
              <a:off x="8991591" y="3762767"/>
              <a:ext cx="4027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-1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537AFE8-D8E7-4FBC-4D9B-89F45C06A539}"/>
                </a:ext>
              </a:extLst>
            </p:cNvPr>
            <p:cNvCxnSpPr/>
            <p:nvPr/>
          </p:nvCxnSpPr>
          <p:spPr>
            <a:xfrm>
              <a:off x="8077193" y="2510971"/>
              <a:ext cx="0" cy="27286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828B01F-E4D4-3626-C215-F1131F564252}"/>
                </a:ext>
              </a:extLst>
            </p:cNvPr>
            <p:cNvCxnSpPr/>
            <p:nvPr/>
          </p:nvCxnSpPr>
          <p:spPr>
            <a:xfrm>
              <a:off x="8559801" y="2510971"/>
              <a:ext cx="0" cy="27286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E2886D8-CEB8-2E16-9FEF-BD8CD5442D03}"/>
                </a:ext>
              </a:extLst>
            </p:cNvPr>
            <p:cNvCxnSpPr/>
            <p:nvPr/>
          </p:nvCxnSpPr>
          <p:spPr>
            <a:xfrm>
              <a:off x="9089589" y="2510971"/>
              <a:ext cx="0" cy="27286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7DD5BF2-F9D0-C5AF-BEC4-98118CD92D93}"/>
                </a:ext>
              </a:extLst>
            </p:cNvPr>
            <p:cNvSpPr txBox="1"/>
            <p:nvPr/>
          </p:nvSpPr>
          <p:spPr>
            <a:xfrm>
              <a:off x="8519859" y="3762767"/>
              <a:ext cx="4027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-2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502B8FC-E776-E1E9-FF3D-1003ED88BDEF}"/>
                </a:ext>
              </a:extLst>
            </p:cNvPr>
            <p:cNvSpPr txBox="1"/>
            <p:nvPr/>
          </p:nvSpPr>
          <p:spPr>
            <a:xfrm>
              <a:off x="7964639" y="3788229"/>
              <a:ext cx="4027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-3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B0AC24C-7747-49F0-DE88-9E1CB5A5F7BA}"/>
                </a:ext>
              </a:extLst>
            </p:cNvPr>
            <p:cNvCxnSpPr/>
            <p:nvPr/>
          </p:nvCxnSpPr>
          <p:spPr>
            <a:xfrm>
              <a:off x="7721542" y="3429000"/>
              <a:ext cx="358865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84D502-2D4D-6592-A88F-0F5CC972168F}"/>
                </a:ext>
              </a:extLst>
            </p:cNvPr>
            <p:cNvCxnSpPr/>
            <p:nvPr/>
          </p:nvCxnSpPr>
          <p:spPr>
            <a:xfrm>
              <a:off x="7670802" y="2986314"/>
              <a:ext cx="358865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8CEB350-30F7-9F22-5737-94BCAE9D4BAD}"/>
                </a:ext>
              </a:extLst>
            </p:cNvPr>
            <p:cNvCxnSpPr/>
            <p:nvPr/>
          </p:nvCxnSpPr>
          <p:spPr>
            <a:xfrm>
              <a:off x="7634517" y="2558142"/>
              <a:ext cx="358865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249436-FE84-BE60-25DD-1B699E05469F}"/>
                </a:ext>
              </a:extLst>
            </p:cNvPr>
            <p:cNvCxnSpPr/>
            <p:nvPr/>
          </p:nvCxnSpPr>
          <p:spPr>
            <a:xfrm>
              <a:off x="7823142" y="5119915"/>
              <a:ext cx="358865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96F15D2-27C2-C936-16B6-D7D3EFA047A5}"/>
                </a:ext>
              </a:extLst>
            </p:cNvPr>
            <p:cNvCxnSpPr/>
            <p:nvPr/>
          </p:nvCxnSpPr>
          <p:spPr>
            <a:xfrm>
              <a:off x="7815885" y="4691743"/>
              <a:ext cx="358865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40D21FE-4A0B-EAF5-1413-98B08304C573}"/>
                </a:ext>
              </a:extLst>
            </p:cNvPr>
            <p:cNvCxnSpPr/>
            <p:nvPr/>
          </p:nvCxnSpPr>
          <p:spPr>
            <a:xfrm>
              <a:off x="7779600" y="4263571"/>
              <a:ext cx="358865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45F787A-7053-43BB-1723-C7D3FDAC0B77}"/>
                </a:ext>
              </a:extLst>
            </p:cNvPr>
            <p:cNvCxnSpPr/>
            <p:nvPr/>
          </p:nvCxnSpPr>
          <p:spPr>
            <a:xfrm>
              <a:off x="9550403" y="3429000"/>
              <a:ext cx="9068" cy="83457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ED9CD63-B230-507F-7BCB-7B185C990EC0}"/>
                </a:ext>
              </a:extLst>
            </p:cNvPr>
            <p:cNvCxnSpPr/>
            <p:nvPr/>
          </p:nvCxnSpPr>
          <p:spPr>
            <a:xfrm>
              <a:off x="10501068" y="2579792"/>
              <a:ext cx="9068" cy="83457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6F2AD4F-2FA1-F9AC-C4F4-F7A54355CAEE}"/>
                </a:ext>
              </a:extLst>
            </p:cNvPr>
            <p:cNvCxnSpPr/>
            <p:nvPr/>
          </p:nvCxnSpPr>
          <p:spPr>
            <a:xfrm>
              <a:off x="9532242" y="3429000"/>
              <a:ext cx="99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257E74D-9E00-D56D-73D3-2A78C9EEAE01}"/>
                </a:ext>
              </a:extLst>
            </p:cNvPr>
            <p:cNvCxnSpPr/>
            <p:nvPr/>
          </p:nvCxnSpPr>
          <p:spPr>
            <a:xfrm>
              <a:off x="10501068" y="2579792"/>
              <a:ext cx="99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E2477CD-5926-2FC1-C3FD-8CA4C415BC76}"/>
                </a:ext>
              </a:extLst>
            </p:cNvPr>
            <p:cNvCxnSpPr/>
            <p:nvPr/>
          </p:nvCxnSpPr>
          <p:spPr>
            <a:xfrm>
              <a:off x="8569471" y="4252441"/>
              <a:ext cx="99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730657E-4335-F7F1-7AE5-F63B6680ABE2}"/>
                </a:ext>
              </a:extLst>
            </p:cNvPr>
            <p:cNvCxnSpPr/>
            <p:nvPr/>
          </p:nvCxnSpPr>
          <p:spPr>
            <a:xfrm>
              <a:off x="7582193" y="5119915"/>
              <a:ext cx="99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12C516F-D7F9-BA1A-1E38-F422C96DE126}"/>
                </a:ext>
              </a:extLst>
            </p:cNvPr>
            <p:cNvCxnSpPr/>
            <p:nvPr/>
          </p:nvCxnSpPr>
          <p:spPr>
            <a:xfrm>
              <a:off x="8555267" y="4227287"/>
              <a:ext cx="9068" cy="90000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3204441-33E3-7B7B-CC44-790BD53040C6}"/>
                </a:ext>
              </a:extLst>
            </p:cNvPr>
            <p:cNvSpPr txBox="1"/>
            <p:nvPr/>
          </p:nvSpPr>
          <p:spPr>
            <a:xfrm>
              <a:off x="9133132" y="3314967"/>
              <a:ext cx="513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0.5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9366650-E4D1-869C-25DA-89517D147DAE}"/>
                </a:ext>
              </a:extLst>
            </p:cNvPr>
            <p:cNvSpPr txBox="1"/>
            <p:nvPr/>
          </p:nvSpPr>
          <p:spPr>
            <a:xfrm>
              <a:off x="9133132" y="2919133"/>
              <a:ext cx="513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1.5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76BBD6C-AAC5-BC7F-25B3-21B417AF45E6}"/>
                </a:ext>
              </a:extLst>
            </p:cNvPr>
            <p:cNvSpPr txBox="1"/>
            <p:nvPr/>
          </p:nvSpPr>
          <p:spPr>
            <a:xfrm>
              <a:off x="9101989" y="2465306"/>
              <a:ext cx="513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2.5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CE09F65-515A-2BE4-FD2A-74AAA3930FC8}"/>
                </a:ext>
              </a:extLst>
            </p:cNvPr>
            <p:cNvSpPr txBox="1"/>
            <p:nvPr/>
          </p:nvSpPr>
          <p:spPr>
            <a:xfrm>
              <a:off x="9067817" y="4196318"/>
              <a:ext cx="6422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-0.5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46DBD57-AD5F-2EA6-A343-72E63F1BC770}"/>
                </a:ext>
              </a:extLst>
            </p:cNvPr>
            <p:cNvSpPr txBox="1"/>
            <p:nvPr/>
          </p:nvSpPr>
          <p:spPr>
            <a:xfrm>
              <a:off x="9040564" y="4629869"/>
              <a:ext cx="660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-1.5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CBEE442-23CB-B5BC-B016-92746C8402CE}"/>
                </a:ext>
              </a:extLst>
            </p:cNvPr>
            <p:cNvSpPr txBox="1"/>
            <p:nvPr/>
          </p:nvSpPr>
          <p:spPr>
            <a:xfrm>
              <a:off x="9064471" y="5031083"/>
              <a:ext cx="6422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-2.5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DEC9A45-7F38-5F7C-526A-88192373FD27}"/>
              </a:ext>
            </a:extLst>
          </p:cNvPr>
          <p:cNvSpPr txBox="1"/>
          <p:nvPr/>
        </p:nvSpPr>
        <p:spPr>
          <a:xfrm>
            <a:off x="631372" y="1766992"/>
            <a:ext cx="2931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ENCODER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3F35D6C5-A66C-BA68-64EC-EA7E0053C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462815"/>
              </p:ext>
            </p:extLst>
          </p:nvPr>
        </p:nvGraphicFramePr>
        <p:xfrm>
          <a:off x="435396" y="2374537"/>
          <a:ext cx="7238949" cy="2865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89578">
                  <a:extLst>
                    <a:ext uri="{9D8B030D-6E8A-4147-A177-3AD203B41FA5}">
                      <a16:colId xmlns:a16="http://schemas.microsoft.com/office/drawing/2014/main" val="22692328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00617207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584964608"/>
                    </a:ext>
                  </a:extLst>
                </a:gridCol>
                <a:gridCol w="1233715">
                  <a:extLst>
                    <a:ext uri="{9D8B030D-6E8A-4147-A177-3AD203B41FA5}">
                      <a16:colId xmlns:a16="http://schemas.microsoft.com/office/drawing/2014/main" val="898561409"/>
                    </a:ext>
                  </a:extLst>
                </a:gridCol>
                <a:gridCol w="1970856">
                  <a:extLst>
                    <a:ext uri="{9D8B030D-6E8A-4147-A177-3AD203B41FA5}">
                      <a16:colId xmlns:a16="http://schemas.microsoft.com/office/drawing/2014/main" val="2123555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m(n)  </a:t>
                      </a:r>
                    </a:p>
                    <a:p>
                      <a:r>
                        <a:rPr lang="en-US" sz="1800" dirty="0" err="1"/>
                        <a:t>i</a:t>
                      </a:r>
                      <a:r>
                        <a:rPr lang="en-US" sz="1800" dirty="0"/>
                        <a:t>/p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m~(n) predict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e(n) error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e[n] = m[n] - m[n]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  <a:r>
                        <a:rPr lang="en-US" sz="1800" baseline="-25000" dirty="0"/>
                        <a:t>q</a:t>
                      </a:r>
                      <a:r>
                        <a:rPr lang="en-US" sz="1800" dirty="0"/>
                        <a:t>(n) </a:t>
                      </a:r>
                      <a:r>
                        <a:rPr lang="en-US" sz="1800" dirty="0" err="1"/>
                        <a:t>quan</a:t>
                      </a:r>
                      <a:r>
                        <a:rPr lang="en-US" sz="1800" dirty="0"/>
                        <a:t>. Err.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lang="pt-BR" sz="18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[n] = m~[n] + e</a:t>
                      </a:r>
                      <a:r>
                        <a:rPr lang="pt-BR" sz="18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[n]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471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0+0.5=0.5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78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0.5-0.5=0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23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0+1.5=1.5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89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1.5-0.5=1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830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1+0.5=1.5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454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1.5+0.5=2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636759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30A0AE4C-3D4C-A345-F763-E53CDED222D2}"/>
              </a:ext>
            </a:extLst>
          </p:cNvPr>
          <p:cNvSpPr txBox="1"/>
          <p:nvPr/>
        </p:nvSpPr>
        <p:spPr>
          <a:xfrm>
            <a:off x="435396" y="5674667"/>
            <a:ext cx="10323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TRANSMITTED SEQUENCE = {0.5, -0.5, 1.5, -0.5, 0.5, 0.5}</a:t>
            </a:r>
          </a:p>
        </p:txBody>
      </p:sp>
    </p:spTree>
    <p:extLst>
      <p:ext uri="{BB962C8B-B14F-4D97-AF65-F5344CB8AC3E}">
        <p14:creationId xmlns:p14="http://schemas.microsoft.com/office/powerpoint/2010/main" val="399278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0DA041-1A5F-5E43-2CA5-C31C7033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E0296D-01D9-31EE-B858-9FAFD7729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22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516AF0-4DDA-B731-D5C6-DD16C716A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966024"/>
              </p:ext>
            </p:extLst>
          </p:nvPr>
        </p:nvGraphicFramePr>
        <p:xfrm>
          <a:off x="1669143" y="1828800"/>
          <a:ext cx="8723085" cy="3200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907695">
                  <a:extLst>
                    <a:ext uri="{9D8B030D-6E8A-4147-A177-3AD203B41FA5}">
                      <a16:colId xmlns:a16="http://schemas.microsoft.com/office/drawing/2014/main" val="3325001916"/>
                    </a:ext>
                  </a:extLst>
                </a:gridCol>
                <a:gridCol w="2907695">
                  <a:extLst>
                    <a:ext uri="{9D8B030D-6E8A-4147-A177-3AD203B41FA5}">
                      <a16:colId xmlns:a16="http://schemas.microsoft.com/office/drawing/2014/main" val="4240684449"/>
                    </a:ext>
                  </a:extLst>
                </a:gridCol>
                <a:gridCol w="2907695">
                  <a:extLst>
                    <a:ext uri="{9D8B030D-6E8A-4147-A177-3AD203B41FA5}">
                      <a16:colId xmlns:a16="http://schemas.microsoft.com/office/drawing/2014/main" val="596523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e</a:t>
                      </a:r>
                      <a:r>
                        <a:rPr lang="en-US" sz="2400" baseline="-25000" dirty="0"/>
                        <a:t>q</a:t>
                      </a:r>
                      <a:r>
                        <a:rPr lang="en-US" sz="2400" dirty="0"/>
                        <a:t>(n) </a:t>
                      </a:r>
                      <a:r>
                        <a:rPr lang="en-US" sz="2400" dirty="0" err="1"/>
                        <a:t>quan</a:t>
                      </a:r>
                      <a:r>
                        <a:rPr lang="en-US" sz="2400" dirty="0"/>
                        <a:t>. Err.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m~(n) = </a:t>
                      </a:r>
                      <a:r>
                        <a:rPr lang="en-US" sz="2400" dirty="0" err="1"/>
                        <a:t>m</a:t>
                      </a:r>
                      <a:r>
                        <a:rPr lang="en-US" sz="2400" baseline="-25000" dirty="0" err="1"/>
                        <a:t>q</a:t>
                      </a:r>
                      <a:r>
                        <a:rPr lang="en-US" sz="2400" dirty="0"/>
                        <a:t>(n-1)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lang="pt-BR" sz="24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r>
                        <a:rPr lang="pt-BR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[n] = m~[n] + e</a:t>
                      </a:r>
                      <a:r>
                        <a:rPr lang="pt-BR" sz="24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r>
                        <a:rPr lang="pt-BR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[n]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121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0.5+0=0.5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152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-0.5+0.5=0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788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1.5+0=1.5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20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-0.5+1.5=1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44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0.5+1=1.5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64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0.5+1.5=2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445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1713AC4-697C-A8B4-C043-30F57DA7DCFC}"/>
              </a:ext>
            </a:extLst>
          </p:cNvPr>
          <p:cNvSpPr txBox="1"/>
          <p:nvPr/>
        </p:nvSpPr>
        <p:spPr>
          <a:xfrm>
            <a:off x="1669143" y="838198"/>
            <a:ext cx="2931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DECODER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486A71-6203-916C-3C19-CC719A516B3A}"/>
              </a:ext>
            </a:extLst>
          </p:cNvPr>
          <p:cNvSpPr txBox="1"/>
          <p:nvPr/>
        </p:nvSpPr>
        <p:spPr>
          <a:xfrm>
            <a:off x="1669143" y="5265749"/>
            <a:ext cx="8723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RECEIVED SIGNAL= {0.5, 0, 1.5, 1, 1.5, 2}</a:t>
            </a:r>
          </a:p>
        </p:txBody>
      </p:sp>
    </p:spTree>
    <p:extLst>
      <p:ext uri="{BB962C8B-B14F-4D97-AF65-F5344CB8AC3E}">
        <p14:creationId xmlns:p14="http://schemas.microsoft.com/office/powerpoint/2010/main" val="3017540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7521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Voice Compression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6753" y="1719262"/>
            <a:ext cx="11478761" cy="370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464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8462" y="128954"/>
            <a:ext cx="9595338" cy="62132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Adaptive Differential PCM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313" y="1203080"/>
            <a:ext cx="11731116" cy="430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56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99DF3D8-B10E-8B96-F70D-4D036378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778" y="2857500"/>
            <a:ext cx="1806405" cy="1143000"/>
          </a:xfrm>
        </p:spPr>
        <p:txBody>
          <a:bodyPr/>
          <a:lstStyle/>
          <a:p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23CD8-BED0-5A35-2521-392F28A6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56571-2706-313E-3CF1-9DFF3C1B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30673-1996-66DD-340E-03849AE8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25</a:t>
            </a:fld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1062</TotalTime>
  <Words>1104</Words>
  <Application>Microsoft Office PowerPoint</Application>
  <PresentationFormat>Widescreen</PresentationFormat>
  <Paragraphs>221</Paragraphs>
  <Slides>25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新細明體</vt:lpstr>
      <vt:lpstr>Arial</vt:lpstr>
      <vt:lpstr>Calibri</vt:lpstr>
      <vt:lpstr>Calibri Light</vt:lpstr>
      <vt:lpstr>Times New Roman</vt:lpstr>
      <vt:lpstr>Wingdings</vt:lpstr>
      <vt:lpstr>Office Theme</vt:lpstr>
      <vt:lpstr>Equation</vt:lpstr>
      <vt:lpstr>PowerPoint Presentation</vt:lpstr>
      <vt:lpstr>Digital Communication</vt:lpstr>
      <vt:lpstr>Non-Uniform Quantization Companding</vt:lpstr>
      <vt:lpstr>PowerPoint Presentation</vt:lpstr>
      <vt:lpstr>Companding</vt:lpstr>
      <vt:lpstr>PowerPoint Presentation</vt:lpstr>
      <vt:lpstr>Characteristics</vt:lpstr>
      <vt:lpstr>A-law Compression</vt:lpstr>
      <vt:lpstr>A-law Characteristics</vt:lpstr>
      <vt:lpstr>PowerPoint Presentation</vt:lpstr>
      <vt:lpstr>PowerPoint Presentation</vt:lpstr>
      <vt:lpstr>PowerPoint Presentation</vt:lpstr>
      <vt:lpstr>PowerPoint Presentation</vt:lpstr>
      <vt:lpstr>Differential PCM (DPCM)</vt:lpstr>
      <vt:lpstr>Signal Predictor (Estimator)</vt:lpstr>
      <vt:lpstr>DPCM Transmitter</vt:lpstr>
      <vt:lpstr>DPCM Receiver</vt:lpstr>
      <vt:lpstr>Rate of Communication</vt:lpstr>
      <vt:lpstr>PowerPoint Presentation</vt:lpstr>
      <vt:lpstr>PowerPoint Presentation</vt:lpstr>
      <vt:lpstr>PowerPoint Presentation</vt:lpstr>
      <vt:lpstr>PowerPoint Presentation</vt:lpstr>
      <vt:lpstr>Voice Compression</vt:lpstr>
      <vt:lpstr>Adaptive Differential PCM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syam sundar pillalamarri</cp:lastModifiedBy>
  <cp:revision>25</cp:revision>
  <dcterms:created xsi:type="dcterms:W3CDTF">2023-05-08T13:48:07Z</dcterms:created>
  <dcterms:modified xsi:type="dcterms:W3CDTF">2025-01-09T05:14:00Z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