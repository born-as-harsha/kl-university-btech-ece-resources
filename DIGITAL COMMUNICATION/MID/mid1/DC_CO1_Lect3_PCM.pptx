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60"/>
  </p:notesMasterIdLst>
  <p:handoutMasterIdLst>
    <p:handoutMasterId r:id="rId61"/>
  </p:handoutMasterIdLst>
  <p:sldIdLst>
    <p:sldId id="289" r:id="rId5"/>
    <p:sldId id="378" r:id="rId6"/>
    <p:sldId id="379" r:id="rId7"/>
    <p:sldId id="381" r:id="rId8"/>
    <p:sldId id="380" r:id="rId9"/>
    <p:sldId id="374" r:id="rId10"/>
    <p:sldId id="375" r:id="rId11"/>
    <p:sldId id="376" r:id="rId12"/>
    <p:sldId id="377" r:id="rId13"/>
    <p:sldId id="258" r:id="rId14"/>
    <p:sldId id="290" r:id="rId15"/>
    <p:sldId id="264" r:id="rId16"/>
    <p:sldId id="291" r:id="rId17"/>
    <p:sldId id="292" r:id="rId18"/>
    <p:sldId id="261" r:id="rId19"/>
    <p:sldId id="382" r:id="rId20"/>
    <p:sldId id="262" r:id="rId21"/>
    <p:sldId id="259" r:id="rId22"/>
    <p:sldId id="297" r:id="rId23"/>
    <p:sldId id="296" r:id="rId24"/>
    <p:sldId id="298" r:id="rId25"/>
    <p:sldId id="337" r:id="rId26"/>
    <p:sldId id="315" r:id="rId27"/>
    <p:sldId id="338" r:id="rId28"/>
    <p:sldId id="294" r:id="rId29"/>
    <p:sldId id="348" r:id="rId30"/>
    <p:sldId id="346" r:id="rId31"/>
    <p:sldId id="347" r:id="rId32"/>
    <p:sldId id="312" r:id="rId33"/>
    <p:sldId id="362" r:id="rId34"/>
    <p:sldId id="361" r:id="rId35"/>
    <p:sldId id="363" r:id="rId36"/>
    <p:sldId id="360" r:id="rId37"/>
    <p:sldId id="359" r:id="rId38"/>
    <p:sldId id="358" r:id="rId39"/>
    <p:sldId id="367" r:id="rId40"/>
    <p:sldId id="366" r:id="rId41"/>
    <p:sldId id="365" r:id="rId42"/>
    <p:sldId id="364" r:id="rId43"/>
    <p:sldId id="304" r:id="rId44"/>
    <p:sldId id="354" r:id="rId45"/>
    <p:sldId id="309" r:id="rId46"/>
    <p:sldId id="357" r:id="rId47"/>
    <p:sldId id="356" r:id="rId48"/>
    <p:sldId id="355" r:id="rId49"/>
    <p:sldId id="371" r:id="rId50"/>
    <p:sldId id="370" r:id="rId51"/>
    <p:sldId id="369" r:id="rId52"/>
    <p:sldId id="373" r:id="rId53"/>
    <p:sldId id="316" r:id="rId54"/>
    <p:sldId id="311" r:id="rId55"/>
    <p:sldId id="343" r:id="rId56"/>
    <p:sldId id="334" r:id="rId57"/>
    <p:sldId id="335" r:id="rId58"/>
    <p:sldId id="34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E2EC30-FD55-4225-A24D-7192B4320900}" v="1" dt="2023-11-30T05:00:20.022"/>
    <p1510:client id="{C25E1DC8-A601-40AC-ACC5-1C017B431D19}" v="4" dt="2023-11-30T04:39:57.9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VGR" userId="f2c0952e-ef03-4304-8056-d84e15f5cef7" providerId="ADAL" clId="{C25E1DC8-A601-40AC-ACC5-1C017B431D19}"/>
    <pc:docChg chg="custSel addSld delSld modSld">
      <pc:chgData name="MVGR" userId="f2c0952e-ef03-4304-8056-d84e15f5cef7" providerId="ADAL" clId="{C25E1DC8-A601-40AC-ACC5-1C017B431D19}" dt="2023-11-30T04:40:27.937" v="44" actId="478"/>
      <pc:docMkLst>
        <pc:docMk/>
      </pc:docMkLst>
      <pc:sldChg chg="del">
        <pc:chgData name="MVGR" userId="f2c0952e-ef03-4304-8056-d84e15f5cef7" providerId="ADAL" clId="{C25E1DC8-A601-40AC-ACC5-1C017B431D19}" dt="2023-11-30T04:39:51.394" v="29" actId="47"/>
        <pc:sldMkLst>
          <pc:docMk/>
          <pc:sldMk cId="3704056116" sldId="264"/>
        </pc:sldMkLst>
      </pc:sldChg>
      <pc:sldChg chg="addSp delSp modSp mod">
        <pc:chgData name="MVGR" userId="f2c0952e-ef03-4304-8056-d84e15f5cef7" providerId="ADAL" clId="{C25E1DC8-A601-40AC-ACC5-1C017B431D19}" dt="2023-11-30T04:39:28.889" v="24" actId="1076"/>
        <pc:sldMkLst>
          <pc:docMk/>
          <pc:sldMk cId="0" sldId="332"/>
        </pc:sldMkLst>
        <pc:spChg chg="mod">
          <ac:chgData name="MVGR" userId="f2c0952e-ef03-4304-8056-d84e15f5cef7" providerId="ADAL" clId="{C25E1DC8-A601-40AC-ACC5-1C017B431D19}" dt="2023-11-30T04:39:07.993" v="22" actId="1076"/>
          <ac:spMkLst>
            <pc:docMk/>
            <pc:sldMk cId="0" sldId="332"/>
            <ac:spMk id="3" creationId="{2A7C63F9-A35B-8620-AFB6-E436A472F157}"/>
          </ac:spMkLst>
        </pc:spChg>
        <pc:spChg chg="add del mod">
          <ac:chgData name="MVGR" userId="f2c0952e-ef03-4304-8056-d84e15f5cef7" providerId="ADAL" clId="{C25E1DC8-A601-40AC-ACC5-1C017B431D19}" dt="2023-11-30T04:39:05.218" v="21" actId="478"/>
          <ac:spMkLst>
            <pc:docMk/>
            <pc:sldMk cId="0" sldId="332"/>
            <ac:spMk id="4" creationId="{910E7F88-A220-97EE-4BB0-1227D5D7990E}"/>
          </ac:spMkLst>
        </pc:spChg>
        <pc:spChg chg="add mod">
          <ac:chgData name="MVGR" userId="f2c0952e-ef03-4304-8056-d84e15f5cef7" providerId="ADAL" clId="{C25E1DC8-A601-40AC-ACC5-1C017B431D19}" dt="2023-11-30T04:39:28.889" v="24" actId="1076"/>
          <ac:spMkLst>
            <pc:docMk/>
            <pc:sldMk cId="0" sldId="332"/>
            <ac:spMk id="5" creationId="{958D3960-278F-60DC-1BDE-D851D37FC194}"/>
          </ac:spMkLst>
        </pc:spChg>
        <pc:spChg chg="del">
          <ac:chgData name="MVGR" userId="f2c0952e-ef03-4304-8056-d84e15f5cef7" providerId="ADAL" clId="{C25E1DC8-A601-40AC-ACC5-1C017B431D19}" dt="2023-11-30T04:39:02.399" v="20" actId="478"/>
          <ac:spMkLst>
            <pc:docMk/>
            <pc:sldMk cId="0" sldId="332"/>
            <ac:spMk id="28675" creationId="{EDF6C24C-65E2-6E02-A461-E248FDD063C5}"/>
          </ac:spMkLst>
        </pc:spChg>
        <pc:spChg chg="del mod">
          <ac:chgData name="MVGR" userId="f2c0952e-ef03-4304-8056-d84e15f5cef7" providerId="ADAL" clId="{C25E1DC8-A601-40AC-ACC5-1C017B431D19}" dt="2023-11-30T04:38:59.494" v="19" actId="478"/>
          <ac:spMkLst>
            <pc:docMk/>
            <pc:sldMk cId="0" sldId="332"/>
            <ac:spMk id="28676" creationId="{A12F97AF-3BC9-6EED-E58E-57C094F9B02A}"/>
          </ac:spMkLst>
        </pc:spChg>
      </pc:sldChg>
      <pc:sldChg chg="del">
        <pc:chgData name="MVGR" userId="f2c0952e-ef03-4304-8056-d84e15f5cef7" providerId="ADAL" clId="{C25E1DC8-A601-40AC-ACC5-1C017B431D19}" dt="2023-11-30T04:39:52.551" v="35" actId="47"/>
        <pc:sldMkLst>
          <pc:docMk/>
          <pc:sldMk cId="0" sldId="356"/>
        </pc:sldMkLst>
      </pc:sldChg>
      <pc:sldChg chg="del">
        <pc:chgData name="MVGR" userId="f2c0952e-ef03-4304-8056-d84e15f5cef7" providerId="ADAL" clId="{C25E1DC8-A601-40AC-ACC5-1C017B431D19}" dt="2023-11-30T04:39:52.807" v="36" actId="47"/>
        <pc:sldMkLst>
          <pc:docMk/>
          <pc:sldMk cId="0" sldId="357"/>
        </pc:sldMkLst>
      </pc:sldChg>
      <pc:sldChg chg="del">
        <pc:chgData name="MVGR" userId="f2c0952e-ef03-4304-8056-d84e15f5cef7" providerId="ADAL" clId="{C25E1DC8-A601-40AC-ACC5-1C017B431D19}" dt="2023-11-30T04:39:52.967" v="37" actId="47"/>
        <pc:sldMkLst>
          <pc:docMk/>
          <pc:sldMk cId="0" sldId="358"/>
        </pc:sldMkLst>
      </pc:sldChg>
      <pc:sldChg chg="del">
        <pc:chgData name="MVGR" userId="f2c0952e-ef03-4304-8056-d84e15f5cef7" providerId="ADAL" clId="{C25E1DC8-A601-40AC-ACC5-1C017B431D19}" dt="2023-11-30T04:39:53.280" v="38" actId="47"/>
        <pc:sldMkLst>
          <pc:docMk/>
          <pc:sldMk cId="0" sldId="359"/>
        </pc:sldMkLst>
      </pc:sldChg>
      <pc:sldChg chg="modSp add del mod">
        <pc:chgData name="MVGR" userId="f2c0952e-ef03-4304-8056-d84e15f5cef7" providerId="ADAL" clId="{C25E1DC8-A601-40AC-ACC5-1C017B431D19}" dt="2023-11-30T04:39:58.083" v="41" actId="27636"/>
        <pc:sldMkLst>
          <pc:docMk/>
          <pc:sldMk cId="0" sldId="399"/>
        </pc:sldMkLst>
        <pc:spChg chg="mod">
          <ac:chgData name="MVGR" userId="f2c0952e-ef03-4304-8056-d84e15f5cef7" providerId="ADAL" clId="{C25E1DC8-A601-40AC-ACC5-1C017B431D19}" dt="2023-11-30T04:39:58.083" v="41" actId="27636"/>
          <ac:spMkLst>
            <pc:docMk/>
            <pc:sldMk cId="0" sldId="399"/>
            <ac:spMk id="9218" creationId="{4FBEE1B1-9443-046E-E859-2A3276A14D2D}"/>
          </ac:spMkLst>
        </pc:spChg>
      </pc:sldChg>
      <pc:sldChg chg="add">
        <pc:chgData name="MVGR" userId="f2c0952e-ef03-4304-8056-d84e15f5cef7" providerId="ADAL" clId="{C25E1DC8-A601-40AC-ACC5-1C017B431D19}" dt="2023-11-30T04:39:57.970" v="40"/>
        <pc:sldMkLst>
          <pc:docMk/>
          <pc:sldMk cId="0" sldId="400"/>
        </pc:sldMkLst>
      </pc:sldChg>
      <pc:sldChg chg="del">
        <pc:chgData name="MVGR" userId="f2c0952e-ef03-4304-8056-d84e15f5cef7" providerId="ADAL" clId="{C25E1DC8-A601-40AC-ACC5-1C017B431D19}" dt="2023-11-30T04:39:51.737" v="31" actId="47"/>
        <pc:sldMkLst>
          <pc:docMk/>
          <pc:sldMk cId="0" sldId="403"/>
        </pc:sldMkLst>
      </pc:sldChg>
      <pc:sldChg chg="add del">
        <pc:chgData name="MVGR" userId="f2c0952e-ef03-4304-8056-d84e15f5cef7" providerId="ADAL" clId="{C25E1DC8-A601-40AC-ACC5-1C017B431D19}" dt="2023-11-30T04:39:57.970" v="40"/>
        <pc:sldMkLst>
          <pc:docMk/>
          <pc:sldMk cId="0" sldId="404"/>
        </pc:sldMkLst>
      </pc:sldChg>
      <pc:sldChg chg="add">
        <pc:chgData name="MVGR" userId="f2c0952e-ef03-4304-8056-d84e15f5cef7" providerId="ADAL" clId="{C25E1DC8-A601-40AC-ACC5-1C017B431D19}" dt="2023-11-30T04:39:57.970" v="40"/>
        <pc:sldMkLst>
          <pc:docMk/>
          <pc:sldMk cId="0" sldId="405"/>
        </pc:sldMkLst>
      </pc:sldChg>
      <pc:sldChg chg="modSp add mod">
        <pc:chgData name="MVGR" userId="f2c0952e-ef03-4304-8056-d84e15f5cef7" providerId="ADAL" clId="{C25E1DC8-A601-40AC-ACC5-1C017B431D19}" dt="2023-11-30T04:39:58.095" v="42" actId="27636"/>
        <pc:sldMkLst>
          <pc:docMk/>
          <pc:sldMk cId="0" sldId="406"/>
        </pc:sldMkLst>
        <pc:spChg chg="mod">
          <ac:chgData name="MVGR" userId="f2c0952e-ef03-4304-8056-d84e15f5cef7" providerId="ADAL" clId="{C25E1DC8-A601-40AC-ACC5-1C017B431D19}" dt="2023-11-30T04:39:58.095" v="42" actId="27636"/>
          <ac:spMkLst>
            <pc:docMk/>
            <pc:sldMk cId="0" sldId="406"/>
            <ac:spMk id="27650" creationId="{F1B0FCE7-3074-DAA9-BA7B-821A8FFC2F8E}"/>
          </ac:spMkLst>
        </pc:spChg>
      </pc:sldChg>
      <pc:sldChg chg="add">
        <pc:chgData name="MVGR" userId="f2c0952e-ef03-4304-8056-d84e15f5cef7" providerId="ADAL" clId="{C25E1DC8-A601-40AC-ACC5-1C017B431D19}" dt="2023-11-30T04:39:57.970" v="40"/>
        <pc:sldMkLst>
          <pc:docMk/>
          <pc:sldMk cId="0" sldId="408"/>
        </pc:sldMkLst>
      </pc:sldChg>
      <pc:sldChg chg="add">
        <pc:chgData name="MVGR" userId="f2c0952e-ef03-4304-8056-d84e15f5cef7" providerId="ADAL" clId="{C25E1DC8-A601-40AC-ACC5-1C017B431D19}" dt="2023-11-30T04:39:57.970" v="40"/>
        <pc:sldMkLst>
          <pc:docMk/>
          <pc:sldMk cId="0" sldId="417"/>
        </pc:sldMkLst>
      </pc:sldChg>
      <pc:sldChg chg="add">
        <pc:chgData name="MVGR" userId="f2c0952e-ef03-4304-8056-d84e15f5cef7" providerId="ADAL" clId="{C25E1DC8-A601-40AC-ACC5-1C017B431D19}" dt="2023-11-30T04:39:57.970" v="40"/>
        <pc:sldMkLst>
          <pc:docMk/>
          <pc:sldMk cId="0" sldId="418"/>
        </pc:sldMkLst>
      </pc:sldChg>
      <pc:sldChg chg="del">
        <pc:chgData name="MVGR" userId="f2c0952e-ef03-4304-8056-d84e15f5cef7" providerId="ADAL" clId="{C25E1DC8-A601-40AC-ACC5-1C017B431D19}" dt="2023-11-30T04:39:51.036" v="27" actId="47"/>
        <pc:sldMkLst>
          <pc:docMk/>
          <pc:sldMk cId="0" sldId="420"/>
        </pc:sldMkLst>
      </pc:sldChg>
      <pc:sldChg chg="add">
        <pc:chgData name="MVGR" userId="f2c0952e-ef03-4304-8056-d84e15f5cef7" providerId="ADAL" clId="{C25E1DC8-A601-40AC-ACC5-1C017B431D19}" dt="2023-11-30T04:39:57.970" v="40"/>
        <pc:sldMkLst>
          <pc:docMk/>
          <pc:sldMk cId="0" sldId="421"/>
        </pc:sldMkLst>
      </pc:sldChg>
      <pc:sldChg chg="modSp add mod">
        <pc:chgData name="MVGR" userId="f2c0952e-ef03-4304-8056-d84e15f5cef7" providerId="ADAL" clId="{C25E1DC8-A601-40AC-ACC5-1C017B431D19}" dt="2023-11-30T04:40:21.616" v="43" actId="1076"/>
        <pc:sldMkLst>
          <pc:docMk/>
          <pc:sldMk cId="0" sldId="423"/>
        </pc:sldMkLst>
        <pc:spChg chg="mod">
          <ac:chgData name="MVGR" userId="f2c0952e-ef03-4304-8056-d84e15f5cef7" providerId="ADAL" clId="{C25E1DC8-A601-40AC-ACC5-1C017B431D19}" dt="2023-11-30T04:40:21.616" v="43" actId="1076"/>
          <ac:spMkLst>
            <pc:docMk/>
            <pc:sldMk cId="0" sldId="423"/>
            <ac:spMk id="5123" creationId="{7D9AC848-E9F2-610F-F8EF-71A1941E4DBE}"/>
          </ac:spMkLst>
        </pc:spChg>
      </pc:sldChg>
      <pc:sldChg chg="add">
        <pc:chgData name="MVGR" userId="f2c0952e-ef03-4304-8056-d84e15f5cef7" providerId="ADAL" clId="{C25E1DC8-A601-40AC-ACC5-1C017B431D19}" dt="2023-11-30T04:39:57.970" v="40"/>
        <pc:sldMkLst>
          <pc:docMk/>
          <pc:sldMk cId="0" sldId="424"/>
        </pc:sldMkLst>
      </pc:sldChg>
      <pc:sldChg chg="add">
        <pc:chgData name="MVGR" userId="f2c0952e-ef03-4304-8056-d84e15f5cef7" providerId="ADAL" clId="{C25E1DC8-A601-40AC-ACC5-1C017B431D19}" dt="2023-11-30T04:39:57.970" v="40"/>
        <pc:sldMkLst>
          <pc:docMk/>
          <pc:sldMk cId="0" sldId="427"/>
        </pc:sldMkLst>
      </pc:sldChg>
      <pc:sldChg chg="add">
        <pc:chgData name="MVGR" userId="f2c0952e-ef03-4304-8056-d84e15f5cef7" providerId="ADAL" clId="{C25E1DC8-A601-40AC-ACC5-1C017B431D19}" dt="2023-11-30T04:39:57.970" v="40"/>
        <pc:sldMkLst>
          <pc:docMk/>
          <pc:sldMk cId="0" sldId="428"/>
        </pc:sldMkLst>
      </pc:sldChg>
      <pc:sldChg chg="add">
        <pc:chgData name="MVGR" userId="f2c0952e-ef03-4304-8056-d84e15f5cef7" providerId="ADAL" clId="{C25E1DC8-A601-40AC-ACC5-1C017B431D19}" dt="2023-11-30T04:39:57.970" v="40"/>
        <pc:sldMkLst>
          <pc:docMk/>
          <pc:sldMk cId="0" sldId="429"/>
        </pc:sldMkLst>
      </pc:sldChg>
      <pc:sldChg chg="add">
        <pc:chgData name="MVGR" userId="f2c0952e-ef03-4304-8056-d84e15f5cef7" providerId="ADAL" clId="{C25E1DC8-A601-40AC-ACC5-1C017B431D19}" dt="2023-11-30T04:39:57.970" v="40"/>
        <pc:sldMkLst>
          <pc:docMk/>
          <pc:sldMk cId="0" sldId="430"/>
        </pc:sldMkLst>
      </pc:sldChg>
      <pc:sldChg chg="add">
        <pc:chgData name="MVGR" userId="f2c0952e-ef03-4304-8056-d84e15f5cef7" providerId="ADAL" clId="{C25E1DC8-A601-40AC-ACC5-1C017B431D19}" dt="2023-11-30T04:39:57.970" v="40"/>
        <pc:sldMkLst>
          <pc:docMk/>
          <pc:sldMk cId="0" sldId="431"/>
        </pc:sldMkLst>
      </pc:sldChg>
      <pc:sldChg chg="add">
        <pc:chgData name="MVGR" userId="f2c0952e-ef03-4304-8056-d84e15f5cef7" providerId="ADAL" clId="{C25E1DC8-A601-40AC-ACC5-1C017B431D19}" dt="2023-11-30T04:39:57.970" v="40"/>
        <pc:sldMkLst>
          <pc:docMk/>
          <pc:sldMk cId="0" sldId="432"/>
        </pc:sldMkLst>
      </pc:sldChg>
      <pc:sldChg chg="delSp add mod">
        <pc:chgData name="MVGR" userId="f2c0952e-ef03-4304-8056-d84e15f5cef7" providerId="ADAL" clId="{C25E1DC8-A601-40AC-ACC5-1C017B431D19}" dt="2023-11-30T04:40:27.937" v="44" actId="478"/>
        <pc:sldMkLst>
          <pc:docMk/>
          <pc:sldMk cId="0" sldId="433"/>
        </pc:sldMkLst>
        <pc:spChg chg="del">
          <ac:chgData name="MVGR" userId="f2c0952e-ef03-4304-8056-d84e15f5cef7" providerId="ADAL" clId="{C25E1DC8-A601-40AC-ACC5-1C017B431D19}" dt="2023-11-30T04:40:27.937" v="44" actId="478"/>
          <ac:spMkLst>
            <pc:docMk/>
            <pc:sldMk cId="0" sldId="433"/>
            <ac:spMk id="7170" creationId="{0459FD30-B188-C0CC-A57C-24D59A8DA94E}"/>
          </ac:spMkLst>
        </pc:spChg>
      </pc:sldChg>
      <pc:sldChg chg="add">
        <pc:chgData name="MVGR" userId="f2c0952e-ef03-4304-8056-d84e15f5cef7" providerId="ADAL" clId="{C25E1DC8-A601-40AC-ACC5-1C017B431D19}" dt="2023-11-30T04:39:57.970" v="40"/>
        <pc:sldMkLst>
          <pc:docMk/>
          <pc:sldMk cId="0" sldId="436"/>
        </pc:sldMkLst>
      </pc:sldChg>
      <pc:sldChg chg="add">
        <pc:chgData name="MVGR" userId="f2c0952e-ef03-4304-8056-d84e15f5cef7" providerId="ADAL" clId="{C25E1DC8-A601-40AC-ACC5-1C017B431D19}" dt="2023-11-30T04:39:57.970" v="40"/>
        <pc:sldMkLst>
          <pc:docMk/>
          <pc:sldMk cId="0" sldId="437"/>
        </pc:sldMkLst>
      </pc:sldChg>
      <pc:sldChg chg="add">
        <pc:chgData name="MVGR" userId="f2c0952e-ef03-4304-8056-d84e15f5cef7" providerId="ADAL" clId="{C25E1DC8-A601-40AC-ACC5-1C017B431D19}" dt="2023-11-30T04:39:57.970" v="40"/>
        <pc:sldMkLst>
          <pc:docMk/>
          <pc:sldMk cId="0" sldId="438"/>
        </pc:sldMkLst>
      </pc:sldChg>
      <pc:sldChg chg="add">
        <pc:chgData name="MVGR" userId="f2c0952e-ef03-4304-8056-d84e15f5cef7" providerId="ADAL" clId="{C25E1DC8-A601-40AC-ACC5-1C017B431D19}" dt="2023-11-30T04:39:57.970" v="40"/>
        <pc:sldMkLst>
          <pc:docMk/>
          <pc:sldMk cId="0" sldId="439"/>
        </pc:sldMkLst>
      </pc:sldChg>
      <pc:sldChg chg="add">
        <pc:chgData name="MVGR" userId="f2c0952e-ef03-4304-8056-d84e15f5cef7" providerId="ADAL" clId="{C25E1DC8-A601-40AC-ACC5-1C017B431D19}" dt="2023-11-30T04:39:57.970" v="40"/>
        <pc:sldMkLst>
          <pc:docMk/>
          <pc:sldMk cId="0" sldId="440"/>
        </pc:sldMkLst>
      </pc:sldChg>
      <pc:sldChg chg="add del">
        <pc:chgData name="MVGR" userId="f2c0952e-ef03-4304-8056-d84e15f5cef7" providerId="ADAL" clId="{C25E1DC8-A601-40AC-ACC5-1C017B431D19}" dt="2023-11-30T04:39:57.970" v="40"/>
        <pc:sldMkLst>
          <pc:docMk/>
          <pc:sldMk cId="0" sldId="441"/>
        </pc:sldMkLst>
      </pc:sldChg>
      <pc:sldChg chg="add">
        <pc:chgData name="MVGR" userId="f2c0952e-ef03-4304-8056-d84e15f5cef7" providerId="ADAL" clId="{C25E1DC8-A601-40AC-ACC5-1C017B431D19}" dt="2023-11-30T04:39:57.970" v="40"/>
        <pc:sldMkLst>
          <pc:docMk/>
          <pc:sldMk cId="0" sldId="442"/>
        </pc:sldMkLst>
      </pc:sldChg>
      <pc:sldChg chg="del">
        <pc:chgData name="MVGR" userId="f2c0952e-ef03-4304-8056-d84e15f5cef7" providerId="ADAL" clId="{C25E1DC8-A601-40AC-ACC5-1C017B431D19}" dt="2023-11-30T04:39:51.947" v="32" actId="47"/>
        <pc:sldMkLst>
          <pc:docMk/>
          <pc:sldMk cId="3454534067" sldId="442"/>
        </pc:sldMkLst>
      </pc:sldChg>
      <pc:sldChg chg="add">
        <pc:chgData name="MVGR" userId="f2c0952e-ef03-4304-8056-d84e15f5cef7" providerId="ADAL" clId="{C25E1DC8-A601-40AC-ACC5-1C017B431D19}" dt="2023-11-30T04:39:57.970" v="40"/>
        <pc:sldMkLst>
          <pc:docMk/>
          <pc:sldMk cId="0" sldId="443"/>
        </pc:sldMkLst>
      </pc:sldChg>
      <pc:sldChg chg="del">
        <pc:chgData name="MVGR" userId="f2c0952e-ef03-4304-8056-d84e15f5cef7" providerId="ADAL" clId="{C25E1DC8-A601-40AC-ACC5-1C017B431D19}" dt="2023-11-30T04:39:51.217" v="28" actId="47"/>
        <pc:sldMkLst>
          <pc:docMk/>
          <pc:sldMk cId="964175867" sldId="443"/>
        </pc:sldMkLst>
      </pc:sldChg>
      <pc:sldChg chg="add">
        <pc:chgData name="MVGR" userId="f2c0952e-ef03-4304-8056-d84e15f5cef7" providerId="ADAL" clId="{C25E1DC8-A601-40AC-ACC5-1C017B431D19}" dt="2023-11-30T04:39:57.970" v="40"/>
        <pc:sldMkLst>
          <pc:docMk/>
          <pc:sldMk cId="0" sldId="444"/>
        </pc:sldMkLst>
      </pc:sldChg>
      <pc:sldChg chg="del">
        <pc:chgData name="MVGR" userId="f2c0952e-ef03-4304-8056-d84e15f5cef7" providerId="ADAL" clId="{C25E1DC8-A601-40AC-ACC5-1C017B431D19}" dt="2023-11-30T04:39:51.560" v="30" actId="47"/>
        <pc:sldMkLst>
          <pc:docMk/>
          <pc:sldMk cId="898281547" sldId="444"/>
        </pc:sldMkLst>
      </pc:sldChg>
      <pc:sldChg chg="add">
        <pc:chgData name="MVGR" userId="f2c0952e-ef03-4304-8056-d84e15f5cef7" providerId="ADAL" clId="{C25E1DC8-A601-40AC-ACC5-1C017B431D19}" dt="2023-11-30T04:39:57.970" v="40"/>
        <pc:sldMkLst>
          <pc:docMk/>
          <pc:sldMk cId="0" sldId="445"/>
        </pc:sldMkLst>
      </pc:sldChg>
      <pc:sldChg chg="del">
        <pc:chgData name="MVGR" userId="f2c0952e-ef03-4304-8056-d84e15f5cef7" providerId="ADAL" clId="{C25E1DC8-A601-40AC-ACC5-1C017B431D19}" dt="2023-11-30T04:39:52.348" v="34" actId="47"/>
        <pc:sldMkLst>
          <pc:docMk/>
          <pc:sldMk cId="2593004543" sldId="445"/>
        </pc:sldMkLst>
      </pc:sldChg>
      <pc:sldChg chg="add">
        <pc:chgData name="MVGR" userId="f2c0952e-ef03-4304-8056-d84e15f5cef7" providerId="ADAL" clId="{C25E1DC8-A601-40AC-ACC5-1C017B431D19}" dt="2023-11-30T04:39:57.970" v="40"/>
        <pc:sldMkLst>
          <pc:docMk/>
          <pc:sldMk cId="0" sldId="446"/>
        </pc:sldMkLst>
      </pc:sldChg>
      <pc:sldChg chg="add">
        <pc:chgData name="MVGR" userId="f2c0952e-ef03-4304-8056-d84e15f5cef7" providerId="ADAL" clId="{C25E1DC8-A601-40AC-ACC5-1C017B431D19}" dt="2023-11-30T04:39:57.970" v="40"/>
        <pc:sldMkLst>
          <pc:docMk/>
          <pc:sldMk cId="0" sldId="447"/>
        </pc:sldMkLst>
      </pc:sldChg>
      <pc:sldChg chg="del">
        <pc:chgData name="MVGR" userId="f2c0952e-ef03-4304-8056-d84e15f5cef7" providerId="ADAL" clId="{C25E1DC8-A601-40AC-ACC5-1C017B431D19}" dt="2023-11-30T04:39:52.140" v="33" actId="47"/>
        <pc:sldMkLst>
          <pc:docMk/>
          <pc:sldMk cId="3447073771" sldId="447"/>
        </pc:sldMkLst>
      </pc:sldChg>
      <pc:sldChg chg="add">
        <pc:chgData name="MVGR" userId="f2c0952e-ef03-4304-8056-d84e15f5cef7" providerId="ADAL" clId="{C25E1DC8-A601-40AC-ACC5-1C017B431D19}" dt="2023-11-30T04:39:57.970" v="40"/>
        <pc:sldMkLst>
          <pc:docMk/>
          <pc:sldMk cId="0" sldId="448"/>
        </pc:sldMkLst>
      </pc:sldChg>
      <pc:sldChg chg="add">
        <pc:chgData name="MVGR" userId="f2c0952e-ef03-4304-8056-d84e15f5cef7" providerId="ADAL" clId="{C25E1DC8-A601-40AC-ACC5-1C017B431D19}" dt="2023-11-30T04:39:57.970" v="40"/>
        <pc:sldMkLst>
          <pc:docMk/>
          <pc:sldMk cId="0" sldId="449"/>
        </pc:sldMkLst>
      </pc:sldChg>
    </pc:docChg>
  </pc:docChgLst>
  <pc:docChgLst>
    <pc:chgData name="MVGR" userId="f2c0952e-ef03-4304-8056-d84e15f5cef7" providerId="ADAL" clId="{92E2EC30-FD55-4225-A24D-7192B4320900}"/>
    <pc:docChg chg="undo custSel addSld delSld modSld">
      <pc:chgData name="MVGR" userId="f2c0952e-ef03-4304-8056-d84e15f5cef7" providerId="ADAL" clId="{92E2EC30-FD55-4225-A24D-7192B4320900}" dt="2023-11-30T05:02:53.563" v="162" actId="2711"/>
      <pc:docMkLst>
        <pc:docMk/>
      </pc:docMkLst>
      <pc:sldChg chg="add">
        <pc:chgData name="MVGR" userId="f2c0952e-ef03-4304-8056-d84e15f5cef7" providerId="ADAL" clId="{92E2EC30-FD55-4225-A24D-7192B4320900}" dt="2023-11-30T05:00:20.022" v="74"/>
        <pc:sldMkLst>
          <pc:docMk/>
          <pc:sldMk cId="1285479613" sldId="258"/>
        </pc:sldMkLst>
      </pc:sldChg>
      <pc:sldChg chg="add">
        <pc:chgData name="MVGR" userId="f2c0952e-ef03-4304-8056-d84e15f5cef7" providerId="ADAL" clId="{92E2EC30-FD55-4225-A24D-7192B4320900}" dt="2023-11-30T05:00:20.022" v="74"/>
        <pc:sldMkLst>
          <pc:docMk/>
          <pc:sldMk cId="968271027" sldId="259"/>
        </pc:sldMkLst>
      </pc:sldChg>
      <pc:sldChg chg="add del">
        <pc:chgData name="MVGR" userId="f2c0952e-ef03-4304-8056-d84e15f5cef7" providerId="ADAL" clId="{92E2EC30-FD55-4225-A24D-7192B4320900}" dt="2023-11-30T05:02:23.051" v="154" actId="47"/>
        <pc:sldMkLst>
          <pc:docMk/>
          <pc:sldMk cId="121354339" sldId="260"/>
        </pc:sldMkLst>
      </pc:sldChg>
      <pc:sldChg chg="add">
        <pc:chgData name="MVGR" userId="f2c0952e-ef03-4304-8056-d84e15f5cef7" providerId="ADAL" clId="{92E2EC30-FD55-4225-A24D-7192B4320900}" dt="2023-11-30T05:00:20.022" v="74"/>
        <pc:sldMkLst>
          <pc:docMk/>
          <pc:sldMk cId="2798713514" sldId="261"/>
        </pc:sldMkLst>
      </pc:sldChg>
      <pc:sldChg chg="add">
        <pc:chgData name="MVGR" userId="f2c0952e-ef03-4304-8056-d84e15f5cef7" providerId="ADAL" clId="{92E2EC30-FD55-4225-A24D-7192B4320900}" dt="2023-11-30T05:00:20.022" v="74"/>
        <pc:sldMkLst>
          <pc:docMk/>
          <pc:sldMk cId="3548385160" sldId="262"/>
        </pc:sldMkLst>
      </pc:sldChg>
      <pc:sldChg chg="add del">
        <pc:chgData name="MVGR" userId="f2c0952e-ef03-4304-8056-d84e15f5cef7" providerId="ADAL" clId="{92E2EC30-FD55-4225-A24D-7192B4320900}" dt="2023-11-30T05:02:10.268" v="124" actId="47"/>
        <pc:sldMkLst>
          <pc:docMk/>
          <pc:sldMk cId="3255831775" sldId="263"/>
        </pc:sldMkLst>
      </pc:sldChg>
      <pc:sldChg chg="add">
        <pc:chgData name="MVGR" userId="f2c0952e-ef03-4304-8056-d84e15f5cef7" providerId="ADAL" clId="{92E2EC30-FD55-4225-A24D-7192B4320900}" dt="2023-11-30T05:00:20.022" v="74"/>
        <pc:sldMkLst>
          <pc:docMk/>
          <pc:sldMk cId="3704056116" sldId="264"/>
        </pc:sldMkLst>
      </pc:sldChg>
      <pc:sldChg chg="add del">
        <pc:chgData name="MVGR" userId="f2c0952e-ef03-4304-8056-d84e15f5cef7" providerId="ADAL" clId="{92E2EC30-FD55-4225-A24D-7192B4320900}" dt="2023-11-30T05:02:10.762" v="125" actId="47"/>
        <pc:sldMkLst>
          <pc:docMk/>
          <pc:sldMk cId="1985119699" sldId="265"/>
        </pc:sldMkLst>
      </pc:sldChg>
      <pc:sldChg chg="add del">
        <pc:chgData name="MVGR" userId="f2c0952e-ef03-4304-8056-d84e15f5cef7" providerId="ADAL" clId="{92E2EC30-FD55-4225-A24D-7192B4320900}" dt="2023-11-30T05:02:13.967" v="131" actId="47"/>
        <pc:sldMkLst>
          <pc:docMk/>
          <pc:sldMk cId="412398935" sldId="266"/>
        </pc:sldMkLst>
      </pc:sldChg>
      <pc:sldChg chg="add del">
        <pc:chgData name="MVGR" userId="f2c0952e-ef03-4304-8056-d84e15f5cef7" providerId="ADAL" clId="{92E2EC30-FD55-4225-A24D-7192B4320900}" dt="2023-11-30T05:02:14.587" v="132" actId="47"/>
        <pc:sldMkLst>
          <pc:docMk/>
          <pc:sldMk cId="1000900583" sldId="267"/>
        </pc:sldMkLst>
      </pc:sldChg>
      <pc:sldChg chg="add del">
        <pc:chgData name="MVGR" userId="f2c0952e-ef03-4304-8056-d84e15f5cef7" providerId="ADAL" clId="{92E2EC30-FD55-4225-A24D-7192B4320900}" dt="2023-11-30T05:02:15.059" v="133" actId="47"/>
        <pc:sldMkLst>
          <pc:docMk/>
          <pc:sldMk cId="315492275" sldId="268"/>
        </pc:sldMkLst>
      </pc:sldChg>
      <pc:sldChg chg="add del">
        <pc:chgData name="MVGR" userId="f2c0952e-ef03-4304-8056-d84e15f5cef7" providerId="ADAL" clId="{92E2EC30-FD55-4225-A24D-7192B4320900}" dt="2023-11-30T05:02:15.515" v="134" actId="47"/>
        <pc:sldMkLst>
          <pc:docMk/>
          <pc:sldMk cId="470141738" sldId="269"/>
        </pc:sldMkLst>
      </pc:sldChg>
      <pc:sldChg chg="add del">
        <pc:chgData name="MVGR" userId="f2c0952e-ef03-4304-8056-d84e15f5cef7" providerId="ADAL" clId="{92E2EC30-FD55-4225-A24D-7192B4320900}" dt="2023-11-30T05:02:15.861" v="135" actId="47"/>
        <pc:sldMkLst>
          <pc:docMk/>
          <pc:sldMk cId="107687896" sldId="270"/>
        </pc:sldMkLst>
      </pc:sldChg>
      <pc:sldChg chg="add del">
        <pc:chgData name="MVGR" userId="f2c0952e-ef03-4304-8056-d84e15f5cef7" providerId="ADAL" clId="{92E2EC30-FD55-4225-A24D-7192B4320900}" dt="2023-11-30T05:02:16.143" v="136" actId="47"/>
        <pc:sldMkLst>
          <pc:docMk/>
          <pc:sldMk cId="2886845642" sldId="271"/>
        </pc:sldMkLst>
      </pc:sldChg>
      <pc:sldChg chg="add del">
        <pc:chgData name="MVGR" userId="f2c0952e-ef03-4304-8056-d84e15f5cef7" providerId="ADAL" clId="{92E2EC30-FD55-4225-A24D-7192B4320900}" dt="2023-11-30T05:02:16.585" v="137" actId="47"/>
        <pc:sldMkLst>
          <pc:docMk/>
          <pc:sldMk cId="318886453" sldId="272"/>
        </pc:sldMkLst>
      </pc:sldChg>
      <pc:sldChg chg="add del">
        <pc:chgData name="MVGR" userId="f2c0952e-ef03-4304-8056-d84e15f5cef7" providerId="ADAL" clId="{92E2EC30-FD55-4225-A24D-7192B4320900}" dt="2023-11-30T05:02:16.963" v="138" actId="47"/>
        <pc:sldMkLst>
          <pc:docMk/>
          <pc:sldMk cId="595672636" sldId="273"/>
        </pc:sldMkLst>
      </pc:sldChg>
      <pc:sldChg chg="add del">
        <pc:chgData name="MVGR" userId="f2c0952e-ef03-4304-8056-d84e15f5cef7" providerId="ADAL" clId="{92E2EC30-FD55-4225-A24D-7192B4320900}" dt="2023-11-30T05:02:17.362" v="139" actId="47"/>
        <pc:sldMkLst>
          <pc:docMk/>
          <pc:sldMk cId="4294356861" sldId="274"/>
        </pc:sldMkLst>
      </pc:sldChg>
      <pc:sldChg chg="add del">
        <pc:chgData name="MVGR" userId="f2c0952e-ef03-4304-8056-d84e15f5cef7" providerId="ADAL" clId="{92E2EC30-FD55-4225-A24D-7192B4320900}" dt="2023-11-30T05:02:17.718" v="140" actId="47"/>
        <pc:sldMkLst>
          <pc:docMk/>
          <pc:sldMk cId="1627220983" sldId="275"/>
        </pc:sldMkLst>
      </pc:sldChg>
      <pc:sldChg chg="add del">
        <pc:chgData name="MVGR" userId="f2c0952e-ef03-4304-8056-d84e15f5cef7" providerId="ADAL" clId="{92E2EC30-FD55-4225-A24D-7192B4320900}" dt="2023-11-30T05:02:18.048" v="141" actId="47"/>
        <pc:sldMkLst>
          <pc:docMk/>
          <pc:sldMk cId="2037351421" sldId="276"/>
        </pc:sldMkLst>
      </pc:sldChg>
      <pc:sldChg chg="add del">
        <pc:chgData name="MVGR" userId="f2c0952e-ef03-4304-8056-d84e15f5cef7" providerId="ADAL" clId="{92E2EC30-FD55-4225-A24D-7192B4320900}" dt="2023-11-30T05:02:18.378" v="142" actId="47"/>
        <pc:sldMkLst>
          <pc:docMk/>
          <pc:sldMk cId="3339661196" sldId="277"/>
        </pc:sldMkLst>
      </pc:sldChg>
      <pc:sldChg chg="add del">
        <pc:chgData name="MVGR" userId="f2c0952e-ef03-4304-8056-d84e15f5cef7" providerId="ADAL" clId="{92E2EC30-FD55-4225-A24D-7192B4320900}" dt="2023-11-30T05:02:18.715" v="143" actId="47"/>
        <pc:sldMkLst>
          <pc:docMk/>
          <pc:sldMk cId="1512624245" sldId="278"/>
        </pc:sldMkLst>
      </pc:sldChg>
      <pc:sldChg chg="add del">
        <pc:chgData name="MVGR" userId="f2c0952e-ef03-4304-8056-d84e15f5cef7" providerId="ADAL" clId="{92E2EC30-FD55-4225-A24D-7192B4320900}" dt="2023-11-30T05:02:19.112" v="144" actId="47"/>
        <pc:sldMkLst>
          <pc:docMk/>
          <pc:sldMk cId="1066761091" sldId="279"/>
        </pc:sldMkLst>
      </pc:sldChg>
      <pc:sldChg chg="add del">
        <pc:chgData name="MVGR" userId="f2c0952e-ef03-4304-8056-d84e15f5cef7" providerId="ADAL" clId="{92E2EC30-FD55-4225-A24D-7192B4320900}" dt="2023-11-30T05:02:19.675" v="145" actId="47"/>
        <pc:sldMkLst>
          <pc:docMk/>
          <pc:sldMk cId="897224835" sldId="280"/>
        </pc:sldMkLst>
      </pc:sldChg>
      <pc:sldChg chg="add del">
        <pc:chgData name="MVGR" userId="f2c0952e-ef03-4304-8056-d84e15f5cef7" providerId="ADAL" clId="{92E2EC30-FD55-4225-A24D-7192B4320900}" dt="2023-11-30T05:02:20.010" v="146" actId="47"/>
        <pc:sldMkLst>
          <pc:docMk/>
          <pc:sldMk cId="507836523" sldId="281"/>
        </pc:sldMkLst>
      </pc:sldChg>
      <pc:sldChg chg="add del">
        <pc:chgData name="MVGR" userId="f2c0952e-ef03-4304-8056-d84e15f5cef7" providerId="ADAL" clId="{92E2EC30-FD55-4225-A24D-7192B4320900}" dt="2023-11-30T05:02:20.361" v="147" actId="47"/>
        <pc:sldMkLst>
          <pc:docMk/>
          <pc:sldMk cId="2868110980" sldId="282"/>
        </pc:sldMkLst>
      </pc:sldChg>
      <pc:sldChg chg="add del">
        <pc:chgData name="MVGR" userId="f2c0952e-ef03-4304-8056-d84e15f5cef7" providerId="ADAL" clId="{92E2EC30-FD55-4225-A24D-7192B4320900}" dt="2023-11-30T05:02:20.700" v="148" actId="47"/>
        <pc:sldMkLst>
          <pc:docMk/>
          <pc:sldMk cId="3891553949" sldId="283"/>
        </pc:sldMkLst>
      </pc:sldChg>
      <pc:sldChg chg="add del">
        <pc:chgData name="MVGR" userId="f2c0952e-ef03-4304-8056-d84e15f5cef7" providerId="ADAL" clId="{92E2EC30-FD55-4225-A24D-7192B4320900}" dt="2023-11-30T05:02:20.987" v="149" actId="47"/>
        <pc:sldMkLst>
          <pc:docMk/>
          <pc:sldMk cId="3103211192" sldId="284"/>
        </pc:sldMkLst>
      </pc:sldChg>
      <pc:sldChg chg="add del">
        <pc:chgData name="MVGR" userId="f2c0952e-ef03-4304-8056-d84e15f5cef7" providerId="ADAL" clId="{92E2EC30-FD55-4225-A24D-7192B4320900}" dt="2023-11-30T05:02:21.498" v="150" actId="47"/>
        <pc:sldMkLst>
          <pc:docMk/>
          <pc:sldMk cId="3351103242" sldId="285"/>
        </pc:sldMkLst>
      </pc:sldChg>
      <pc:sldChg chg="add del">
        <pc:chgData name="MVGR" userId="f2c0952e-ef03-4304-8056-d84e15f5cef7" providerId="ADAL" clId="{92E2EC30-FD55-4225-A24D-7192B4320900}" dt="2023-11-30T05:02:21.801" v="151" actId="47"/>
        <pc:sldMkLst>
          <pc:docMk/>
          <pc:sldMk cId="2987785285" sldId="286"/>
        </pc:sldMkLst>
      </pc:sldChg>
      <pc:sldChg chg="add del">
        <pc:chgData name="MVGR" userId="f2c0952e-ef03-4304-8056-d84e15f5cef7" providerId="ADAL" clId="{92E2EC30-FD55-4225-A24D-7192B4320900}" dt="2023-11-30T05:02:22.118" v="152" actId="47"/>
        <pc:sldMkLst>
          <pc:docMk/>
          <pc:sldMk cId="2575120958" sldId="287"/>
        </pc:sldMkLst>
      </pc:sldChg>
      <pc:sldChg chg="add del">
        <pc:chgData name="MVGR" userId="f2c0952e-ef03-4304-8056-d84e15f5cef7" providerId="ADAL" clId="{92E2EC30-FD55-4225-A24D-7192B4320900}" dt="2023-11-30T05:02:22.407" v="153" actId="47"/>
        <pc:sldMkLst>
          <pc:docMk/>
          <pc:sldMk cId="4202205525" sldId="288"/>
        </pc:sldMkLst>
      </pc:sldChg>
      <pc:sldChg chg="modSp add mod">
        <pc:chgData name="MVGR" userId="f2c0952e-ef03-4304-8056-d84e15f5cef7" providerId="ADAL" clId="{92E2EC30-FD55-4225-A24D-7192B4320900}" dt="2023-11-30T05:00:47.810" v="100" actId="1076"/>
        <pc:sldMkLst>
          <pc:docMk/>
          <pc:sldMk cId="2763291026" sldId="289"/>
        </pc:sldMkLst>
        <pc:spChg chg="mod">
          <ac:chgData name="MVGR" userId="f2c0952e-ef03-4304-8056-d84e15f5cef7" providerId="ADAL" clId="{92E2EC30-FD55-4225-A24D-7192B4320900}" dt="2023-11-30T05:00:47.810" v="100" actId="1076"/>
          <ac:spMkLst>
            <pc:docMk/>
            <pc:sldMk cId="2763291026" sldId="289"/>
            <ac:spMk id="4098" creationId="{00000000-0000-0000-0000-000000000000}"/>
          </ac:spMkLst>
        </pc:spChg>
      </pc:sldChg>
      <pc:sldChg chg="add">
        <pc:chgData name="MVGR" userId="f2c0952e-ef03-4304-8056-d84e15f5cef7" providerId="ADAL" clId="{92E2EC30-FD55-4225-A24D-7192B4320900}" dt="2023-11-30T05:00:20.022" v="74"/>
        <pc:sldMkLst>
          <pc:docMk/>
          <pc:sldMk cId="1875982478" sldId="290"/>
        </pc:sldMkLst>
      </pc:sldChg>
      <pc:sldChg chg="add">
        <pc:chgData name="MVGR" userId="f2c0952e-ef03-4304-8056-d84e15f5cef7" providerId="ADAL" clId="{92E2EC30-FD55-4225-A24D-7192B4320900}" dt="2023-11-30T05:00:20.022" v="74"/>
        <pc:sldMkLst>
          <pc:docMk/>
          <pc:sldMk cId="4147951597" sldId="291"/>
        </pc:sldMkLst>
      </pc:sldChg>
      <pc:sldChg chg="add">
        <pc:chgData name="MVGR" userId="f2c0952e-ef03-4304-8056-d84e15f5cef7" providerId="ADAL" clId="{92E2EC30-FD55-4225-A24D-7192B4320900}" dt="2023-11-30T05:00:20.022" v="74"/>
        <pc:sldMkLst>
          <pc:docMk/>
          <pc:sldMk cId="138046932" sldId="292"/>
        </pc:sldMkLst>
      </pc:sldChg>
      <pc:sldChg chg="add">
        <pc:chgData name="MVGR" userId="f2c0952e-ef03-4304-8056-d84e15f5cef7" providerId="ADAL" clId="{92E2EC30-FD55-4225-A24D-7192B4320900}" dt="2023-11-30T05:00:20.022" v="74"/>
        <pc:sldMkLst>
          <pc:docMk/>
          <pc:sldMk cId="1899989688" sldId="294"/>
        </pc:sldMkLst>
      </pc:sldChg>
      <pc:sldChg chg="add del">
        <pc:chgData name="MVGR" userId="f2c0952e-ef03-4304-8056-d84e15f5cef7" providerId="ADAL" clId="{92E2EC30-FD55-4225-A24D-7192B4320900}" dt="2023-11-30T05:02:03.313" v="119" actId="47"/>
        <pc:sldMkLst>
          <pc:docMk/>
          <pc:sldMk cId="77658415" sldId="295"/>
        </pc:sldMkLst>
      </pc:sldChg>
      <pc:sldChg chg="add">
        <pc:chgData name="MVGR" userId="f2c0952e-ef03-4304-8056-d84e15f5cef7" providerId="ADAL" clId="{92E2EC30-FD55-4225-A24D-7192B4320900}" dt="2023-11-30T05:00:20.022" v="74"/>
        <pc:sldMkLst>
          <pc:docMk/>
          <pc:sldMk cId="1886614019" sldId="296"/>
        </pc:sldMkLst>
      </pc:sldChg>
      <pc:sldChg chg="add">
        <pc:chgData name="MVGR" userId="f2c0952e-ef03-4304-8056-d84e15f5cef7" providerId="ADAL" clId="{92E2EC30-FD55-4225-A24D-7192B4320900}" dt="2023-11-30T05:00:20.022" v="74"/>
        <pc:sldMkLst>
          <pc:docMk/>
          <pc:sldMk cId="2937446936" sldId="297"/>
        </pc:sldMkLst>
      </pc:sldChg>
      <pc:sldChg chg="add">
        <pc:chgData name="MVGR" userId="f2c0952e-ef03-4304-8056-d84e15f5cef7" providerId="ADAL" clId="{92E2EC30-FD55-4225-A24D-7192B4320900}" dt="2023-11-30T05:00:20.022" v="74"/>
        <pc:sldMkLst>
          <pc:docMk/>
          <pc:sldMk cId="1996195331" sldId="298"/>
        </pc:sldMkLst>
      </pc:sldChg>
      <pc:sldChg chg="add del">
        <pc:chgData name="MVGR" userId="f2c0952e-ef03-4304-8056-d84e15f5cef7" providerId="ADAL" clId="{92E2EC30-FD55-4225-A24D-7192B4320900}" dt="2023-11-30T05:02:11.323" v="126" actId="47"/>
        <pc:sldMkLst>
          <pc:docMk/>
          <pc:sldMk cId="3859464389" sldId="299"/>
        </pc:sldMkLst>
      </pc:sldChg>
      <pc:sldChg chg="add del">
        <pc:chgData name="MVGR" userId="f2c0952e-ef03-4304-8056-d84e15f5cef7" providerId="ADAL" clId="{92E2EC30-FD55-4225-A24D-7192B4320900}" dt="2023-11-30T05:02:11.789" v="127" actId="47"/>
        <pc:sldMkLst>
          <pc:docMk/>
          <pc:sldMk cId="3670358276" sldId="300"/>
        </pc:sldMkLst>
      </pc:sldChg>
      <pc:sldChg chg="add del">
        <pc:chgData name="MVGR" userId="f2c0952e-ef03-4304-8056-d84e15f5cef7" providerId="ADAL" clId="{92E2EC30-FD55-4225-A24D-7192B4320900}" dt="2023-11-30T05:02:12.303" v="128" actId="47"/>
        <pc:sldMkLst>
          <pc:docMk/>
          <pc:sldMk cId="4179753649" sldId="301"/>
        </pc:sldMkLst>
      </pc:sldChg>
      <pc:sldChg chg="add del">
        <pc:chgData name="MVGR" userId="f2c0952e-ef03-4304-8056-d84e15f5cef7" providerId="ADAL" clId="{92E2EC30-FD55-4225-A24D-7192B4320900}" dt="2023-11-30T05:02:12.800" v="129" actId="47"/>
        <pc:sldMkLst>
          <pc:docMk/>
          <pc:sldMk cId="1420156513" sldId="302"/>
        </pc:sldMkLst>
      </pc:sldChg>
      <pc:sldChg chg="add del">
        <pc:chgData name="MVGR" userId="f2c0952e-ef03-4304-8056-d84e15f5cef7" providerId="ADAL" clId="{92E2EC30-FD55-4225-A24D-7192B4320900}" dt="2023-11-30T05:02:13.338" v="130" actId="47"/>
        <pc:sldMkLst>
          <pc:docMk/>
          <pc:sldMk cId="1008668279" sldId="303"/>
        </pc:sldMkLst>
      </pc:sldChg>
      <pc:sldChg chg="add">
        <pc:chgData name="MVGR" userId="f2c0952e-ef03-4304-8056-d84e15f5cef7" providerId="ADAL" clId="{92E2EC30-FD55-4225-A24D-7192B4320900}" dt="2023-11-30T05:00:20.022" v="74"/>
        <pc:sldMkLst>
          <pc:docMk/>
          <pc:sldMk cId="2075633162" sldId="304"/>
        </pc:sldMkLst>
      </pc:sldChg>
      <pc:sldChg chg="add del">
        <pc:chgData name="MVGR" userId="f2c0952e-ef03-4304-8056-d84e15f5cef7" providerId="ADAL" clId="{92E2EC30-FD55-4225-A24D-7192B4320900}" dt="2023-11-30T05:02:00.164" v="104" actId="47"/>
        <pc:sldMkLst>
          <pc:docMk/>
          <pc:sldMk cId="1934167614" sldId="308"/>
        </pc:sldMkLst>
      </pc:sldChg>
      <pc:sldChg chg="add">
        <pc:chgData name="MVGR" userId="f2c0952e-ef03-4304-8056-d84e15f5cef7" providerId="ADAL" clId="{92E2EC30-FD55-4225-A24D-7192B4320900}" dt="2023-11-30T05:00:20.022" v="74"/>
        <pc:sldMkLst>
          <pc:docMk/>
          <pc:sldMk cId="97630157" sldId="309"/>
        </pc:sldMkLst>
      </pc:sldChg>
      <pc:sldChg chg="add">
        <pc:chgData name="MVGR" userId="f2c0952e-ef03-4304-8056-d84e15f5cef7" providerId="ADAL" clId="{92E2EC30-FD55-4225-A24D-7192B4320900}" dt="2023-11-30T05:00:20.022" v="74"/>
        <pc:sldMkLst>
          <pc:docMk/>
          <pc:sldMk cId="1726720907" sldId="311"/>
        </pc:sldMkLst>
      </pc:sldChg>
      <pc:sldChg chg="add">
        <pc:chgData name="MVGR" userId="f2c0952e-ef03-4304-8056-d84e15f5cef7" providerId="ADAL" clId="{92E2EC30-FD55-4225-A24D-7192B4320900}" dt="2023-11-30T05:00:20.022" v="74"/>
        <pc:sldMkLst>
          <pc:docMk/>
          <pc:sldMk cId="4208279643" sldId="312"/>
        </pc:sldMkLst>
      </pc:sldChg>
      <pc:sldChg chg="add">
        <pc:chgData name="MVGR" userId="f2c0952e-ef03-4304-8056-d84e15f5cef7" providerId="ADAL" clId="{92E2EC30-FD55-4225-A24D-7192B4320900}" dt="2023-11-30T05:00:20.022" v="74"/>
        <pc:sldMkLst>
          <pc:docMk/>
          <pc:sldMk cId="3195201408" sldId="315"/>
        </pc:sldMkLst>
      </pc:sldChg>
      <pc:sldChg chg="add">
        <pc:chgData name="MVGR" userId="f2c0952e-ef03-4304-8056-d84e15f5cef7" providerId="ADAL" clId="{92E2EC30-FD55-4225-A24D-7192B4320900}" dt="2023-11-30T05:00:20.022" v="74"/>
        <pc:sldMkLst>
          <pc:docMk/>
          <pc:sldMk cId="3862523578" sldId="316"/>
        </pc:sldMkLst>
      </pc:sldChg>
      <pc:sldChg chg="add del">
        <pc:chgData name="MVGR" userId="f2c0952e-ef03-4304-8056-d84e15f5cef7" providerId="ADAL" clId="{92E2EC30-FD55-4225-A24D-7192B4320900}" dt="2023-11-30T05:02:00.289" v="107" actId="47"/>
        <pc:sldMkLst>
          <pc:docMk/>
          <pc:sldMk cId="1775058022" sldId="317"/>
        </pc:sldMkLst>
      </pc:sldChg>
      <pc:sldChg chg="add del">
        <pc:chgData name="MVGR" userId="f2c0952e-ef03-4304-8056-d84e15f5cef7" providerId="ADAL" clId="{92E2EC30-FD55-4225-A24D-7192B4320900}" dt="2023-11-30T05:02:00.274" v="106" actId="47"/>
        <pc:sldMkLst>
          <pc:docMk/>
          <pc:sldMk cId="274297235" sldId="318"/>
        </pc:sldMkLst>
      </pc:sldChg>
      <pc:sldChg chg="add del">
        <pc:chgData name="MVGR" userId="f2c0952e-ef03-4304-8056-d84e15f5cef7" providerId="ADAL" clId="{92E2EC30-FD55-4225-A24D-7192B4320900}" dt="2023-11-30T05:02:00.195" v="105" actId="47"/>
        <pc:sldMkLst>
          <pc:docMk/>
          <pc:sldMk cId="2292694784" sldId="319"/>
        </pc:sldMkLst>
      </pc:sldChg>
      <pc:sldChg chg="add del">
        <pc:chgData name="MVGR" userId="f2c0952e-ef03-4304-8056-d84e15f5cef7" providerId="ADAL" clId="{92E2EC30-FD55-4225-A24D-7192B4320900}" dt="2023-11-30T05:02:00.289" v="108" actId="47"/>
        <pc:sldMkLst>
          <pc:docMk/>
          <pc:sldMk cId="3399547425" sldId="320"/>
        </pc:sldMkLst>
      </pc:sldChg>
      <pc:sldChg chg="add del">
        <pc:chgData name="MVGR" userId="f2c0952e-ef03-4304-8056-d84e15f5cef7" providerId="ADAL" clId="{92E2EC30-FD55-4225-A24D-7192B4320900}" dt="2023-11-30T05:02:02.117" v="117" actId="47"/>
        <pc:sldMkLst>
          <pc:docMk/>
          <pc:sldMk cId="229231674" sldId="321"/>
        </pc:sldMkLst>
      </pc:sldChg>
      <pc:sldChg chg="add del">
        <pc:chgData name="MVGR" userId="f2c0952e-ef03-4304-8056-d84e15f5cef7" providerId="ADAL" clId="{92E2EC30-FD55-4225-A24D-7192B4320900}" dt="2023-11-30T05:02:08.675" v="120" actId="47"/>
        <pc:sldMkLst>
          <pc:docMk/>
          <pc:sldMk cId="3218787766" sldId="323"/>
        </pc:sldMkLst>
      </pc:sldChg>
      <pc:sldChg chg="add del">
        <pc:chgData name="MVGR" userId="f2c0952e-ef03-4304-8056-d84e15f5cef7" providerId="ADAL" clId="{92E2EC30-FD55-4225-A24D-7192B4320900}" dt="2023-11-30T05:02:09.070" v="121" actId="47"/>
        <pc:sldMkLst>
          <pc:docMk/>
          <pc:sldMk cId="2052622799" sldId="324"/>
        </pc:sldMkLst>
      </pc:sldChg>
      <pc:sldChg chg="add del">
        <pc:chgData name="MVGR" userId="f2c0952e-ef03-4304-8056-d84e15f5cef7" providerId="ADAL" clId="{92E2EC30-FD55-4225-A24D-7192B4320900}" dt="2023-11-30T05:02:00.400" v="110" actId="47"/>
        <pc:sldMkLst>
          <pc:docMk/>
          <pc:sldMk cId="4010526287" sldId="325"/>
        </pc:sldMkLst>
      </pc:sldChg>
      <pc:sldChg chg="add del">
        <pc:chgData name="MVGR" userId="f2c0952e-ef03-4304-8056-d84e15f5cef7" providerId="ADAL" clId="{92E2EC30-FD55-4225-A24D-7192B4320900}" dt="2023-11-30T05:02:00.952" v="111" actId="47"/>
        <pc:sldMkLst>
          <pc:docMk/>
          <pc:sldMk cId="1780965088" sldId="326"/>
        </pc:sldMkLst>
      </pc:sldChg>
      <pc:sldChg chg="add del">
        <pc:chgData name="MVGR" userId="f2c0952e-ef03-4304-8056-d84e15f5cef7" providerId="ADAL" clId="{92E2EC30-FD55-4225-A24D-7192B4320900}" dt="2023-11-30T05:02:01.157" v="112" actId="47"/>
        <pc:sldMkLst>
          <pc:docMk/>
          <pc:sldMk cId="1601860515" sldId="327"/>
        </pc:sldMkLst>
      </pc:sldChg>
      <pc:sldChg chg="add del">
        <pc:chgData name="MVGR" userId="f2c0952e-ef03-4304-8056-d84e15f5cef7" providerId="ADAL" clId="{92E2EC30-FD55-4225-A24D-7192B4320900}" dt="2023-11-30T05:02:01.334" v="113" actId="47"/>
        <pc:sldMkLst>
          <pc:docMk/>
          <pc:sldMk cId="2939329560" sldId="328"/>
        </pc:sldMkLst>
      </pc:sldChg>
      <pc:sldChg chg="add del">
        <pc:chgData name="MVGR" userId="f2c0952e-ef03-4304-8056-d84e15f5cef7" providerId="ADAL" clId="{92E2EC30-FD55-4225-A24D-7192B4320900}" dt="2023-11-30T05:02:01.536" v="114" actId="47"/>
        <pc:sldMkLst>
          <pc:docMk/>
          <pc:sldMk cId="724261590" sldId="329"/>
        </pc:sldMkLst>
      </pc:sldChg>
      <pc:sldChg chg="add del">
        <pc:chgData name="MVGR" userId="f2c0952e-ef03-4304-8056-d84e15f5cef7" providerId="ADAL" clId="{92E2EC30-FD55-4225-A24D-7192B4320900}" dt="2023-11-30T05:02:01.692" v="115" actId="47"/>
        <pc:sldMkLst>
          <pc:docMk/>
          <pc:sldMk cId="1849928805" sldId="330"/>
        </pc:sldMkLst>
      </pc:sldChg>
      <pc:sldChg chg="add del">
        <pc:chgData name="MVGR" userId="f2c0952e-ef03-4304-8056-d84e15f5cef7" providerId="ADAL" clId="{92E2EC30-FD55-4225-A24D-7192B4320900}" dt="2023-11-30T05:02:01.897" v="116" actId="47"/>
        <pc:sldMkLst>
          <pc:docMk/>
          <pc:sldMk cId="1888003894" sldId="331"/>
        </pc:sldMkLst>
      </pc:sldChg>
      <pc:sldChg chg="del">
        <pc:chgData name="MVGR" userId="f2c0952e-ef03-4304-8056-d84e15f5cef7" providerId="ADAL" clId="{92E2EC30-FD55-4225-A24D-7192B4320900}" dt="2023-11-30T04:59:20.575" v="0" actId="47"/>
        <pc:sldMkLst>
          <pc:docMk/>
          <pc:sldMk cId="0" sldId="332"/>
        </pc:sldMkLst>
      </pc:sldChg>
      <pc:sldChg chg="add del">
        <pc:chgData name="MVGR" userId="f2c0952e-ef03-4304-8056-d84e15f5cef7" providerId="ADAL" clId="{92E2EC30-FD55-4225-A24D-7192B4320900}" dt="2023-11-30T05:02:09.853" v="123" actId="47"/>
        <pc:sldMkLst>
          <pc:docMk/>
          <pc:sldMk cId="696729061" sldId="332"/>
        </pc:sldMkLst>
      </pc:sldChg>
      <pc:sldChg chg="add del">
        <pc:chgData name="MVGR" userId="f2c0952e-ef03-4304-8056-d84e15f5cef7" providerId="ADAL" clId="{92E2EC30-FD55-4225-A24D-7192B4320900}" dt="2023-11-30T05:02:00.305" v="109" actId="47"/>
        <pc:sldMkLst>
          <pc:docMk/>
          <pc:sldMk cId="3207212383" sldId="333"/>
        </pc:sldMkLst>
      </pc:sldChg>
      <pc:sldChg chg="add">
        <pc:chgData name="MVGR" userId="f2c0952e-ef03-4304-8056-d84e15f5cef7" providerId="ADAL" clId="{92E2EC30-FD55-4225-A24D-7192B4320900}" dt="2023-11-30T05:00:20.022" v="74"/>
        <pc:sldMkLst>
          <pc:docMk/>
          <pc:sldMk cId="1168582979" sldId="334"/>
        </pc:sldMkLst>
      </pc:sldChg>
      <pc:sldChg chg="add">
        <pc:chgData name="MVGR" userId="f2c0952e-ef03-4304-8056-d84e15f5cef7" providerId="ADAL" clId="{92E2EC30-FD55-4225-A24D-7192B4320900}" dt="2023-11-30T05:00:20.022" v="74"/>
        <pc:sldMkLst>
          <pc:docMk/>
          <pc:sldMk cId="2493926257" sldId="335"/>
        </pc:sldMkLst>
      </pc:sldChg>
      <pc:sldChg chg="add">
        <pc:chgData name="MVGR" userId="f2c0952e-ef03-4304-8056-d84e15f5cef7" providerId="ADAL" clId="{92E2EC30-FD55-4225-A24D-7192B4320900}" dt="2023-11-30T05:00:20.022" v="74"/>
        <pc:sldMkLst>
          <pc:docMk/>
          <pc:sldMk cId="1488620814" sldId="337"/>
        </pc:sldMkLst>
      </pc:sldChg>
      <pc:sldChg chg="add">
        <pc:chgData name="MVGR" userId="f2c0952e-ef03-4304-8056-d84e15f5cef7" providerId="ADAL" clId="{92E2EC30-FD55-4225-A24D-7192B4320900}" dt="2023-11-30T05:00:20.022" v="74"/>
        <pc:sldMkLst>
          <pc:docMk/>
          <pc:sldMk cId="287976145" sldId="338"/>
        </pc:sldMkLst>
      </pc:sldChg>
      <pc:sldChg chg="add del">
        <pc:chgData name="MVGR" userId="f2c0952e-ef03-4304-8056-d84e15f5cef7" providerId="ADAL" clId="{92E2EC30-FD55-4225-A24D-7192B4320900}" dt="2023-11-30T05:02:02.903" v="118" actId="47"/>
        <pc:sldMkLst>
          <pc:docMk/>
          <pc:sldMk cId="3129309577" sldId="339"/>
        </pc:sldMkLst>
      </pc:sldChg>
      <pc:sldChg chg="add del">
        <pc:chgData name="MVGR" userId="f2c0952e-ef03-4304-8056-d84e15f5cef7" providerId="ADAL" clId="{92E2EC30-FD55-4225-A24D-7192B4320900}" dt="2023-11-30T05:01:59.565" v="101" actId="47"/>
        <pc:sldMkLst>
          <pc:docMk/>
          <pc:sldMk cId="2319003653" sldId="340"/>
        </pc:sldMkLst>
      </pc:sldChg>
      <pc:sldChg chg="add del">
        <pc:chgData name="MVGR" userId="f2c0952e-ef03-4304-8056-d84e15f5cef7" providerId="ADAL" clId="{92E2EC30-FD55-4225-A24D-7192B4320900}" dt="2023-11-30T05:02:00.148" v="103" actId="47"/>
        <pc:sldMkLst>
          <pc:docMk/>
          <pc:sldMk cId="2980196462" sldId="341"/>
        </pc:sldMkLst>
      </pc:sldChg>
      <pc:sldChg chg="add del">
        <pc:chgData name="MVGR" userId="f2c0952e-ef03-4304-8056-d84e15f5cef7" providerId="ADAL" clId="{92E2EC30-FD55-4225-A24D-7192B4320900}" dt="2023-11-30T05:02:00.085" v="102" actId="47"/>
        <pc:sldMkLst>
          <pc:docMk/>
          <pc:sldMk cId="3004330700" sldId="342"/>
        </pc:sldMkLst>
      </pc:sldChg>
      <pc:sldChg chg="add">
        <pc:chgData name="MVGR" userId="f2c0952e-ef03-4304-8056-d84e15f5cef7" providerId="ADAL" clId="{92E2EC30-FD55-4225-A24D-7192B4320900}" dt="2023-11-30T05:00:20.022" v="74"/>
        <pc:sldMkLst>
          <pc:docMk/>
          <pc:sldMk cId="1216509871" sldId="343"/>
        </pc:sldMkLst>
      </pc:sldChg>
      <pc:sldChg chg="add">
        <pc:chgData name="MVGR" userId="f2c0952e-ef03-4304-8056-d84e15f5cef7" providerId="ADAL" clId="{92E2EC30-FD55-4225-A24D-7192B4320900}" dt="2023-11-30T05:00:20.022" v="74"/>
        <pc:sldMkLst>
          <pc:docMk/>
          <pc:sldMk cId="2938655883" sldId="346"/>
        </pc:sldMkLst>
      </pc:sldChg>
      <pc:sldChg chg="add">
        <pc:chgData name="MVGR" userId="f2c0952e-ef03-4304-8056-d84e15f5cef7" providerId="ADAL" clId="{92E2EC30-FD55-4225-A24D-7192B4320900}" dt="2023-11-30T05:00:20.022" v="74"/>
        <pc:sldMkLst>
          <pc:docMk/>
          <pc:sldMk cId="3586539000" sldId="347"/>
        </pc:sldMkLst>
      </pc:sldChg>
      <pc:sldChg chg="add">
        <pc:chgData name="MVGR" userId="f2c0952e-ef03-4304-8056-d84e15f5cef7" providerId="ADAL" clId="{92E2EC30-FD55-4225-A24D-7192B4320900}" dt="2023-11-30T05:00:20.022" v="74"/>
        <pc:sldMkLst>
          <pc:docMk/>
          <pc:sldMk cId="2995674655" sldId="348"/>
        </pc:sldMkLst>
      </pc:sldChg>
      <pc:sldChg chg="delSp modSp add mod">
        <pc:chgData name="MVGR" userId="f2c0952e-ef03-4304-8056-d84e15f5cef7" providerId="ADAL" clId="{92E2EC30-FD55-4225-A24D-7192B4320900}" dt="2023-11-30T05:02:53.563" v="162" actId="2711"/>
        <pc:sldMkLst>
          <pc:docMk/>
          <pc:sldMk cId="0" sldId="349"/>
        </pc:sldMkLst>
        <pc:spChg chg="mod">
          <ac:chgData name="MVGR" userId="f2c0952e-ef03-4304-8056-d84e15f5cef7" providerId="ADAL" clId="{92E2EC30-FD55-4225-A24D-7192B4320900}" dt="2023-11-30T05:02:53.563" v="162" actId="2711"/>
          <ac:spMkLst>
            <pc:docMk/>
            <pc:sldMk cId="0" sldId="349"/>
            <ac:spMk id="2" creationId="{00000000-0000-0000-0000-000000000000}"/>
          </ac:spMkLst>
        </pc:spChg>
        <pc:spChg chg="del">
          <ac:chgData name="MVGR" userId="f2c0952e-ef03-4304-8056-d84e15f5cef7" providerId="ADAL" clId="{92E2EC30-FD55-4225-A24D-7192B4320900}" dt="2023-11-30T05:02:32.227" v="158" actId="478"/>
          <ac:spMkLst>
            <pc:docMk/>
            <pc:sldMk cId="0" sldId="349"/>
            <ac:spMk id="3" creationId="{00000000-0000-0000-0000-000000000000}"/>
          </ac:spMkLst>
        </pc:spChg>
      </pc:sldChg>
      <pc:sldChg chg="add">
        <pc:chgData name="MVGR" userId="f2c0952e-ef03-4304-8056-d84e15f5cef7" providerId="ADAL" clId="{92E2EC30-FD55-4225-A24D-7192B4320900}" dt="2023-11-30T05:00:20.022" v="74"/>
        <pc:sldMkLst>
          <pc:docMk/>
          <pc:sldMk cId="3717490396" sldId="354"/>
        </pc:sldMkLst>
      </pc:sldChg>
      <pc:sldChg chg="add">
        <pc:chgData name="MVGR" userId="f2c0952e-ef03-4304-8056-d84e15f5cef7" providerId="ADAL" clId="{92E2EC30-FD55-4225-A24D-7192B4320900}" dt="2023-11-30T05:00:20.022" v="74"/>
        <pc:sldMkLst>
          <pc:docMk/>
          <pc:sldMk cId="0" sldId="355"/>
        </pc:sldMkLst>
      </pc:sldChg>
      <pc:sldChg chg="add">
        <pc:chgData name="MVGR" userId="f2c0952e-ef03-4304-8056-d84e15f5cef7" providerId="ADAL" clId="{92E2EC30-FD55-4225-A24D-7192B4320900}" dt="2023-11-30T05:00:20.022" v="74"/>
        <pc:sldMkLst>
          <pc:docMk/>
          <pc:sldMk cId="0" sldId="356"/>
        </pc:sldMkLst>
      </pc:sldChg>
      <pc:sldChg chg="add">
        <pc:chgData name="MVGR" userId="f2c0952e-ef03-4304-8056-d84e15f5cef7" providerId="ADAL" clId="{92E2EC30-FD55-4225-A24D-7192B4320900}" dt="2023-11-30T05:00:20.022" v="74"/>
        <pc:sldMkLst>
          <pc:docMk/>
          <pc:sldMk cId="0" sldId="357"/>
        </pc:sldMkLst>
      </pc:sldChg>
      <pc:sldChg chg="add">
        <pc:chgData name="MVGR" userId="f2c0952e-ef03-4304-8056-d84e15f5cef7" providerId="ADAL" clId="{92E2EC30-FD55-4225-A24D-7192B4320900}" dt="2023-11-30T05:00:20.022" v="74"/>
        <pc:sldMkLst>
          <pc:docMk/>
          <pc:sldMk cId="0" sldId="358"/>
        </pc:sldMkLst>
      </pc:sldChg>
      <pc:sldChg chg="add">
        <pc:chgData name="MVGR" userId="f2c0952e-ef03-4304-8056-d84e15f5cef7" providerId="ADAL" clId="{92E2EC30-FD55-4225-A24D-7192B4320900}" dt="2023-11-30T05:00:20.022" v="74"/>
        <pc:sldMkLst>
          <pc:docMk/>
          <pc:sldMk cId="0" sldId="359"/>
        </pc:sldMkLst>
      </pc:sldChg>
      <pc:sldChg chg="add">
        <pc:chgData name="MVGR" userId="f2c0952e-ef03-4304-8056-d84e15f5cef7" providerId="ADAL" clId="{92E2EC30-FD55-4225-A24D-7192B4320900}" dt="2023-11-30T05:00:20.022" v="74"/>
        <pc:sldMkLst>
          <pc:docMk/>
          <pc:sldMk cId="0" sldId="360"/>
        </pc:sldMkLst>
      </pc:sldChg>
      <pc:sldChg chg="add">
        <pc:chgData name="MVGR" userId="f2c0952e-ef03-4304-8056-d84e15f5cef7" providerId="ADAL" clId="{92E2EC30-FD55-4225-A24D-7192B4320900}" dt="2023-11-30T05:00:20.022" v="74"/>
        <pc:sldMkLst>
          <pc:docMk/>
          <pc:sldMk cId="0" sldId="361"/>
        </pc:sldMkLst>
      </pc:sldChg>
      <pc:sldChg chg="add">
        <pc:chgData name="MVGR" userId="f2c0952e-ef03-4304-8056-d84e15f5cef7" providerId="ADAL" clId="{92E2EC30-FD55-4225-A24D-7192B4320900}" dt="2023-11-30T05:00:20.022" v="74"/>
        <pc:sldMkLst>
          <pc:docMk/>
          <pc:sldMk cId="1603432198" sldId="362"/>
        </pc:sldMkLst>
      </pc:sldChg>
      <pc:sldChg chg="add">
        <pc:chgData name="MVGR" userId="f2c0952e-ef03-4304-8056-d84e15f5cef7" providerId="ADAL" clId="{92E2EC30-FD55-4225-A24D-7192B4320900}" dt="2023-11-30T05:00:20.022" v="74"/>
        <pc:sldMkLst>
          <pc:docMk/>
          <pc:sldMk cId="3579231650" sldId="363"/>
        </pc:sldMkLst>
      </pc:sldChg>
      <pc:sldChg chg="add">
        <pc:chgData name="MVGR" userId="f2c0952e-ef03-4304-8056-d84e15f5cef7" providerId="ADAL" clId="{92E2EC30-FD55-4225-A24D-7192B4320900}" dt="2023-11-30T05:00:20.022" v="74"/>
        <pc:sldMkLst>
          <pc:docMk/>
          <pc:sldMk cId="0" sldId="364"/>
        </pc:sldMkLst>
      </pc:sldChg>
      <pc:sldChg chg="add">
        <pc:chgData name="MVGR" userId="f2c0952e-ef03-4304-8056-d84e15f5cef7" providerId="ADAL" clId="{92E2EC30-FD55-4225-A24D-7192B4320900}" dt="2023-11-30T05:00:20.022" v="74"/>
        <pc:sldMkLst>
          <pc:docMk/>
          <pc:sldMk cId="0" sldId="365"/>
        </pc:sldMkLst>
      </pc:sldChg>
      <pc:sldChg chg="add">
        <pc:chgData name="MVGR" userId="f2c0952e-ef03-4304-8056-d84e15f5cef7" providerId="ADAL" clId="{92E2EC30-FD55-4225-A24D-7192B4320900}" dt="2023-11-30T05:00:20.022" v="74"/>
        <pc:sldMkLst>
          <pc:docMk/>
          <pc:sldMk cId="0" sldId="366"/>
        </pc:sldMkLst>
      </pc:sldChg>
      <pc:sldChg chg="add">
        <pc:chgData name="MVGR" userId="f2c0952e-ef03-4304-8056-d84e15f5cef7" providerId="ADAL" clId="{92E2EC30-FD55-4225-A24D-7192B4320900}" dt="2023-11-30T05:00:20.022" v="74"/>
        <pc:sldMkLst>
          <pc:docMk/>
          <pc:sldMk cId="0" sldId="367"/>
        </pc:sldMkLst>
      </pc:sldChg>
      <pc:sldChg chg="add">
        <pc:chgData name="MVGR" userId="f2c0952e-ef03-4304-8056-d84e15f5cef7" providerId="ADAL" clId="{92E2EC30-FD55-4225-A24D-7192B4320900}" dt="2023-11-30T05:00:20.022" v="74"/>
        <pc:sldMkLst>
          <pc:docMk/>
          <pc:sldMk cId="0" sldId="369"/>
        </pc:sldMkLst>
      </pc:sldChg>
      <pc:sldChg chg="add">
        <pc:chgData name="MVGR" userId="f2c0952e-ef03-4304-8056-d84e15f5cef7" providerId="ADAL" clId="{92E2EC30-FD55-4225-A24D-7192B4320900}" dt="2023-11-30T05:00:20.022" v="74"/>
        <pc:sldMkLst>
          <pc:docMk/>
          <pc:sldMk cId="0" sldId="370"/>
        </pc:sldMkLst>
      </pc:sldChg>
      <pc:sldChg chg="add">
        <pc:chgData name="MVGR" userId="f2c0952e-ef03-4304-8056-d84e15f5cef7" providerId="ADAL" clId="{92E2EC30-FD55-4225-A24D-7192B4320900}" dt="2023-11-30T05:00:20.022" v="74"/>
        <pc:sldMkLst>
          <pc:docMk/>
          <pc:sldMk cId="0" sldId="371"/>
        </pc:sldMkLst>
      </pc:sldChg>
      <pc:sldChg chg="add del">
        <pc:chgData name="MVGR" userId="f2c0952e-ef03-4304-8056-d84e15f5cef7" providerId="ADAL" clId="{92E2EC30-FD55-4225-A24D-7192B4320900}" dt="2023-11-30T05:02:09.447" v="122" actId="47"/>
        <pc:sldMkLst>
          <pc:docMk/>
          <pc:sldMk cId="0" sldId="372"/>
        </pc:sldMkLst>
      </pc:sldChg>
      <pc:sldChg chg="add">
        <pc:chgData name="MVGR" userId="f2c0952e-ef03-4304-8056-d84e15f5cef7" providerId="ADAL" clId="{92E2EC30-FD55-4225-A24D-7192B4320900}" dt="2023-11-30T05:00:20.022" v="74"/>
        <pc:sldMkLst>
          <pc:docMk/>
          <pc:sldMk cId="4077635511" sldId="373"/>
        </pc:sldMkLst>
      </pc:sldChg>
      <pc:sldChg chg="add">
        <pc:chgData name="MVGR" userId="f2c0952e-ef03-4304-8056-d84e15f5cef7" providerId="ADAL" clId="{92E2EC30-FD55-4225-A24D-7192B4320900}" dt="2023-11-30T05:00:20.022" v="74"/>
        <pc:sldMkLst>
          <pc:docMk/>
          <pc:sldMk cId="584818800" sldId="374"/>
        </pc:sldMkLst>
      </pc:sldChg>
      <pc:sldChg chg="add">
        <pc:chgData name="MVGR" userId="f2c0952e-ef03-4304-8056-d84e15f5cef7" providerId="ADAL" clId="{92E2EC30-FD55-4225-A24D-7192B4320900}" dt="2023-11-30T05:00:20.022" v="74"/>
        <pc:sldMkLst>
          <pc:docMk/>
          <pc:sldMk cId="2581213229" sldId="375"/>
        </pc:sldMkLst>
      </pc:sldChg>
      <pc:sldChg chg="add">
        <pc:chgData name="MVGR" userId="f2c0952e-ef03-4304-8056-d84e15f5cef7" providerId="ADAL" clId="{92E2EC30-FD55-4225-A24D-7192B4320900}" dt="2023-11-30T05:00:20.022" v="74"/>
        <pc:sldMkLst>
          <pc:docMk/>
          <pc:sldMk cId="266498565" sldId="376"/>
        </pc:sldMkLst>
      </pc:sldChg>
      <pc:sldChg chg="add">
        <pc:chgData name="MVGR" userId="f2c0952e-ef03-4304-8056-d84e15f5cef7" providerId="ADAL" clId="{92E2EC30-FD55-4225-A24D-7192B4320900}" dt="2023-11-30T05:00:20.022" v="74"/>
        <pc:sldMkLst>
          <pc:docMk/>
          <pc:sldMk cId="3358871978" sldId="377"/>
        </pc:sldMkLst>
      </pc:sldChg>
      <pc:sldChg chg="del">
        <pc:chgData name="MVGR" userId="f2c0952e-ef03-4304-8056-d84e15f5cef7" providerId="ADAL" clId="{92E2EC30-FD55-4225-A24D-7192B4320900}" dt="2023-11-30T04:59:21.528" v="5" actId="47"/>
        <pc:sldMkLst>
          <pc:docMk/>
          <pc:sldMk cId="0" sldId="399"/>
        </pc:sldMkLst>
      </pc:sldChg>
      <pc:sldChg chg="add del">
        <pc:chgData name="MVGR" userId="f2c0952e-ef03-4304-8056-d84e15f5cef7" providerId="ADAL" clId="{92E2EC30-FD55-4225-A24D-7192B4320900}" dt="2023-11-30T04:59:45.945" v="64" actId="47"/>
        <pc:sldMkLst>
          <pc:docMk/>
          <pc:sldMk cId="0" sldId="400"/>
        </pc:sldMkLst>
      </pc:sldChg>
      <pc:sldChg chg="add del">
        <pc:chgData name="MVGR" userId="f2c0952e-ef03-4304-8056-d84e15f5cef7" providerId="ADAL" clId="{92E2EC30-FD55-4225-A24D-7192B4320900}" dt="2023-11-30T04:59:47.141" v="67" actId="47"/>
        <pc:sldMkLst>
          <pc:docMk/>
          <pc:sldMk cId="0" sldId="404"/>
        </pc:sldMkLst>
      </pc:sldChg>
      <pc:sldChg chg="add del">
        <pc:chgData name="MVGR" userId="f2c0952e-ef03-4304-8056-d84e15f5cef7" providerId="ADAL" clId="{92E2EC30-FD55-4225-A24D-7192B4320900}" dt="2023-11-30T04:59:48.404" v="70" actId="47"/>
        <pc:sldMkLst>
          <pc:docMk/>
          <pc:sldMk cId="0" sldId="405"/>
        </pc:sldMkLst>
      </pc:sldChg>
      <pc:sldChg chg="add del">
        <pc:chgData name="MVGR" userId="f2c0952e-ef03-4304-8056-d84e15f5cef7" providerId="ADAL" clId="{92E2EC30-FD55-4225-A24D-7192B4320900}" dt="2023-11-30T04:59:45.779" v="62" actId="47"/>
        <pc:sldMkLst>
          <pc:docMk/>
          <pc:sldMk cId="0" sldId="406"/>
        </pc:sldMkLst>
      </pc:sldChg>
      <pc:sldChg chg="add del">
        <pc:chgData name="MVGR" userId="f2c0952e-ef03-4304-8056-d84e15f5cef7" providerId="ADAL" clId="{92E2EC30-FD55-4225-A24D-7192B4320900}" dt="2023-11-30T04:59:46.713" v="65" actId="47"/>
        <pc:sldMkLst>
          <pc:docMk/>
          <pc:sldMk cId="0" sldId="408"/>
        </pc:sldMkLst>
      </pc:sldChg>
      <pc:sldChg chg="del">
        <pc:chgData name="MVGR" userId="f2c0952e-ef03-4304-8056-d84e15f5cef7" providerId="ADAL" clId="{92E2EC30-FD55-4225-A24D-7192B4320900}" dt="2023-11-30T04:59:22.678" v="11" actId="47"/>
        <pc:sldMkLst>
          <pc:docMk/>
          <pc:sldMk cId="0" sldId="417"/>
        </pc:sldMkLst>
      </pc:sldChg>
      <pc:sldChg chg="del">
        <pc:chgData name="MVGR" userId="f2c0952e-ef03-4304-8056-d84e15f5cef7" providerId="ADAL" clId="{92E2EC30-FD55-4225-A24D-7192B4320900}" dt="2023-11-30T04:59:22.280" v="9" actId="47"/>
        <pc:sldMkLst>
          <pc:docMk/>
          <pc:sldMk cId="0" sldId="418"/>
        </pc:sldMkLst>
      </pc:sldChg>
      <pc:sldChg chg="add del">
        <pc:chgData name="MVGR" userId="f2c0952e-ef03-4304-8056-d84e15f5cef7" providerId="ADAL" clId="{92E2EC30-FD55-4225-A24D-7192B4320900}" dt="2023-11-30T05:00:24.233" v="75" actId="47"/>
        <pc:sldMkLst>
          <pc:docMk/>
          <pc:sldMk cId="0" sldId="421"/>
        </pc:sldMkLst>
      </pc:sldChg>
      <pc:sldChg chg="del">
        <pc:chgData name="MVGR" userId="f2c0952e-ef03-4304-8056-d84e15f5cef7" providerId="ADAL" clId="{92E2EC30-FD55-4225-A24D-7192B4320900}" dt="2023-11-30T04:59:20.765" v="1" actId="47"/>
        <pc:sldMkLst>
          <pc:docMk/>
          <pc:sldMk cId="0" sldId="423"/>
        </pc:sldMkLst>
      </pc:sldChg>
      <pc:sldChg chg="del">
        <pc:chgData name="MVGR" userId="f2c0952e-ef03-4304-8056-d84e15f5cef7" providerId="ADAL" clId="{92E2EC30-FD55-4225-A24D-7192B4320900}" dt="2023-11-30T04:59:20.953" v="2" actId="47"/>
        <pc:sldMkLst>
          <pc:docMk/>
          <pc:sldMk cId="0" sldId="424"/>
        </pc:sldMkLst>
      </pc:sldChg>
      <pc:sldChg chg="del">
        <pc:chgData name="MVGR" userId="f2c0952e-ef03-4304-8056-d84e15f5cef7" providerId="ADAL" clId="{92E2EC30-FD55-4225-A24D-7192B4320900}" dt="2023-11-30T04:59:21.728" v="6" actId="47"/>
        <pc:sldMkLst>
          <pc:docMk/>
          <pc:sldMk cId="0" sldId="427"/>
        </pc:sldMkLst>
      </pc:sldChg>
      <pc:sldChg chg="del">
        <pc:chgData name="MVGR" userId="f2c0952e-ef03-4304-8056-d84e15f5cef7" providerId="ADAL" clId="{92E2EC30-FD55-4225-A24D-7192B4320900}" dt="2023-11-30T04:59:22.091" v="8" actId="47"/>
        <pc:sldMkLst>
          <pc:docMk/>
          <pc:sldMk cId="0" sldId="428"/>
        </pc:sldMkLst>
      </pc:sldChg>
      <pc:sldChg chg="del">
        <pc:chgData name="MVGR" userId="f2c0952e-ef03-4304-8056-d84e15f5cef7" providerId="ADAL" clId="{92E2EC30-FD55-4225-A24D-7192B4320900}" dt="2023-11-30T04:59:22.475" v="10" actId="47"/>
        <pc:sldMkLst>
          <pc:docMk/>
          <pc:sldMk cId="0" sldId="429"/>
        </pc:sldMkLst>
      </pc:sldChg>
      <pc:sldChg chg="del">
        <pc:chgData name="MVGR" userId="f2c0952e-ef03-4304-8056-d84e15f5cef7" providerId="ADAL" clId="{92E2EC30-FD55-4225-A24D-7192B4320900}" dt="2023-11-30T04:59:21.918" v="7" actId="47"/>
        <pc:sldMkLst>
          <pc:docMk/>
          <pc:sldMk cId="0" sldId="430"/>
        </pc:sldMkLst>
      </pc:sldChg>
      <pc:sldChg chg="add del">
        <pc:chgData name="MVGR" userId="f2c0952e-ef03-4304-8056-d84e15f5cef7" providerId="ADAL" clId="{92E2EC30-FD55-4225-A24D-7192B4320900}" dt="2023-11-30T04:59:44.932" v="53" actId="47"/>
        <pc:sldMkLst>
          <pc:docMk/>
          <pc:sldMk cId="0" sldId="431"/>
        </pc:sldMkLst>
      </pc:sldChg>
      <pc:sldChg chg="add del">
        <pc:chgData name="MVGR" userId="f2c0952e-ef03-4304-8056-d84e15f5cef7" providerId="ADAL" clId="{92E2EC30-FD55-4225-A24D-7192B4320900}" dt="2023-11-30T04:59:45.768" v="61" actId="47"/>
        <pc:sldMkLst>
          <pc:docMk/>
          <pc:sldMk cId="0" sldId="432"/>
        </pc:sldMkLst>
      </pc:sldChg>
      <pc:sldChg chg="del">
        <pc:chgData name="MVGR" userId="f2c0952e-ef03-4304-8056-d84e15f5cef7" providerId="ADAL" clId="{92E2EC30-FD55-4225-A24D-7192B4320900}" dt="2023-11-30T04:59:21.140" v="3" actId="47"/>
        <pc:sldMkLst>
          <pc:docMk/>
          <pc:sldMk cId="0" sldId="433"/>
        </pc:sldMkLst>
      </pc:sldChg>
      <pc:sldChg chg="add del">
        <pc:chgData name="MVGR" userId="f2c0952e-ef03-4304-8056-d84e15f5cef7" providerId="ADAL" clId="{92E2EC30-FD55-4225-A24D-7192B4320900}" dt="2023-11-30T04:59:45.870" v="63" actId="47"/>
        <pc:sldMkLst>
          <pc:docMk/>
          <pc:sldMk cId="0" sldId="436"/>
        </pc:sldMkLst>
      </pc:sldChg>
      <pc:sldChg chg="add del">
        <pc:chgData name="MVGR" userId="f2c0952e-ef03-4304-8056-d84e15f5cef7" providerId="ADAL" clId="{92E2EC30-FD55-4225-A24D-7192B4320900}" dt="2023-11-30T04:59:46.953" v="66" actId="47"/>
        <pc:sldMkLst>
          <pc:docMk/>
          <pc:sldMk cId="0" sldId="437"/>
        </pc:sldMkLst>
      </pc:sldChg>
      <pc:sldChg chg="add del">
        <pc:chgData name="MVGR" userId="f2c0952e-ef03-4304-8056-d84e15f5cef7" providerId="ADAL" clId="{92E2EC30-FD55-4225-A24D-7192B4320900}" dt="2023-11-30T04:59:47.378" v="68" actId="47"/>
        <pc:sldMkLst>
          <pc:docMk/>
          <pc:sldMk cId="0" sldId="438"/>
        </pc:sldMkLst>
      </pc:sldChg>
      <pc:sldChg chg="add del">
        <pc:chgData name="MVGR" userId="f2c0952e-ef03-4304-8056-d84e15f5cef7" providerId="ADAL" clId="{92E2EC30-FD55-4225-A24D-7192B4320900}" dt="2023-11-30T04:59:47.612" v="69" actId="47"/>
        <pc:sldMkLst>
          <pc:docMk/>
          <pc:sldMk cId="0" sldId="439"/>
        </pc:sldMkLst>
      </pc:sldChg>
      <pc:sldChg chg="add del">
        <pc:chgData name="MVGR" userId="f2c0952e-ef03-4304-8056-d84e15f5cef7" providerId="ADAL" clId="{92E2EC30-FD55-4225-A24D-7192B4320900}" dt="2023-11-30T04:59:55.737" v="73" actId="47"/>
        <pc:sldMkLst>
          <pc:docMk/>
          <pc:sldMk cId="0" sldId="440"/>
        </pc:sldMkLst>
      </pc:sldChg>
      <pc:sldChg chg="del">
        <pc:chgData name="MVGR" userId="f2c0952e-ef03-4304-8056-d84e15f5cef7" providerId="ADAL" clId="{92E2EC30-FD55-4225-A24D-7192B4320900}" dt="2023-11-30T04:59:21.351" v="4" actId="47"/>
        <pc:sldMkLst>
          <pc:docMk/>
          <pc:sldMk cId="0" sldId="441"/>
        </pc:sldMkLst>
      </pc:sldChg>
      <pc:sldChg chg="del">
        <pc:chgData name="MVGR" userId="f2c0952e-ef03-4304-8056-d84e15f5cef7" providerId="ADAL" clId="{92E2EC30-FD55-4225-A24D-7192B4320900}" dt="2023-11-30T04:59:22.853" v="12" actId="47"/>
        <pc:sldMkLst>
          <pc:docMk/>
          <pc:sldMk cId="0" sldId="442"/>
        </pc:sldMkLst>
      </pc:sldChg>
      <pc:sldChg chg="add del">
        <pc:chgData name="MVGR" userId="f2c0952e-ef03-4304-8056-d84e15f5cef7" providerId="ADAL" clId="{92E2EC30-FD55-4225-A24D-7192B4320900}" dt="2023-11-30T04:59:45.429" v="54" actId="47"/>
        <pc:sldMkLst>
          <pc:docMk/>
          <pc:sldMk cId="0" sldId="443"/>
        </pc:sldMkLst>
      </pc:sldChg>
      <pc:sldChg chg="add del">
        <pc:chgData name="MVGR" userId="f2c0952e-ef03-4304-8056-d84e15f5cef7" providerId="ADAL" clId="{92E2EC30-FD55-4225-A24D-7192B4320900}" dt="2023-11-30T04:59:45.506" v="55" actId="47"/>
        <pc:sldMkLst>
          <pc:docMk/>
          <pc:sldMk cId="0" sldId="444"/>
        </pc:sldMkLst>
      </pc:sldChg>
      <pc:sldChg chg="add del">
        <pc:chgData name="MVGR" userId="f2c0952e-ef03-4304-8056-d84e15f5cef7" providerId="ADAL" clId="{92E2EC30-FD55-4225-A24D-7192B4320900}" dt="2023-11-30T04:59:45.695" v="60" actId="47"/>
        <pc:sldMkLst>
          <pc:docMk/>
          <pc:sldMk cId="0" sldId="445"/>
        </pc:sldMkLst>
      </pc:sldChg>
      <pc:sldChg chg="add del">
        <pc:chgData name="MVGR" userId="f2c0952e-ef03-4304-8056-d84e15f5cef7" providerId="ADAL" clId="{92E2EC30-FD55-4225-A24D-7192B4320900}" dt="2023-11-30T04:59:45.524" v="56" actId="47"/>
        <pc:sldMkLst>
          <pc:docMk/>
          <pc:sldMk cId="0" sldId="446"/>
        </pc:sldMkLst>
      </pc:sldChg>
      <pc:sldChg chg="add del">
        <pc:chgData name="MVGR" userId="f2c0952e-ef03-4304-8056-d84e15f5cef7" providerId="ADAL" clId="{92E2EC30-FD55-4225-A24D-7192B4320900}" dt="2023-11-30T04:59:45.606" v="57" actId="47"/>
        <pc:sldMkLst>
          <pc:docMk/>
          <pc:sldMk cId="0" sldId="447"/>
        </pc:sldMkLst>
      </pc:sldChg>
      <pc:sldChg chg="add del">
        <pc:chgData name="MVGR" userId="f2c0952e-ef03-4304-8056-d84e15f5cef7" providerId="ADAL" clId="{92E2EC30-FD55-4225-A24D-7192B4320900}" dt="2023-11-30T04:59:45.676" v="58" actId="47"/>
        <pc:sldMkLst>
          <pc:docMk/>
          <pc:sldMk cId="0" sldId="448"/>
        </pc:sldMkLst>
      </pc:sldChg>
      <pc:sldChg chg="add del">
        <pc:chgData name="MVGR" userId="f2c0952e-ef03-4304-8056-d84e15f5cef7" providerId="ADAL" clId="{92E2EC30-FD55-4225-A24D-7192B4320900}" dt="2023-11-30T04:59:45.685" v="59" actId="47"/>
        <pc:sldMkLst>
          <pc:docMk/>
          <pc:sldMk cId="0" sldId="449"/>
        </pc:sldMkLst>
      </pc:sldChg>
      <pc:sldMasterChg chg="delSldLayout">
        <pc:chgData name="MVGR" userId="f2c0952e-ef03-4304-8056-d84e15f5cef7" providerId="ADAL" clId="{92E2EC30-FD55-4225-A24D-7192B4320900}" dt="2023-11-30T05:02:01.897" v="116" actId="47"/>
        <pc:sldMasterMkLst>
          <pc:docMk/>
          <pc:sldMasterMk cId="66311654" sldId="2147483684"/>
        </pc:sldMasterMkLst>
        <pc:sldLayoutChg chg="del">
          <pc:chgData name="MVGR" userId="f2c0952e-ef03-4304-8056-d84e15f5cef7" providerId="ADAL" clId="{92E2EC30-FD55-4225-A24D-7192B4320900}" dt="2023-11-30T05:02:01.897" v="116" actId="47"/>
          <pc:sldLayoutMkLst>
            <pc:docMk/>
            <pc:sldMasterMk cId="66311654" sldId="2147483684"/>
            <pc:sldLayoutMk cId="144774699" sldId="214748369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03-01-2025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03-01-2025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FE7BA5-9AA7-43A8-9EE5-C23B4ED60B7B}" type="slidenum">
              <a:rPr lang="en-US" altLang="en-US"/>
              <a:pPr/>
              <a:t>1</a:t>
            </a:fld>
            <a:endParaRPr lang="en-US" altLang="en-US"/>
          </a:p>
        </p:txBody>
      </p:sp>
    </p:spTree>
    <p:extLst>
      <p:ext uri="{BB962C8B-B14F-4D97-AF65-F5344CB8AC3E}">
        <p14:creationId xmlns:p14="http://schemas.microsoft.com/office/powerpoint/2010/main" val="1097325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83000A0-C146-41AD-B1EE-EDB67EBD3DEC}" type="slidenum">
              <a:rPr lang="en-US" smtClean="0"/>
              <a:pPr/>
              <a:t>42</a:t>
            </a:fld>
            <a:endParaRPr lang="en-US"/>
          </a:p>
        </p:txBody>
      </p:sp>
    </p:spTree>
    <p:extLst>
      <p:ext uri="{BB962C8B-B14F-4D97-AF65-F5344CB8AC3E}">
        <p14:creationId xmlns:p14="http://schemas.microsoft.com/office/powerpoint/2010/main" val="2323971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ED47-D61B-E309-5EB2-04BEA12A9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2015A-4BD5-FB90-2194-40EC34F3C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CA64A-8775-9B3D-9AE9-FD021694BEE8}"/>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8FE81261-2900-E08E-C669-3DFABF3356E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1A2EC566-B985-EEED-64AD-AD1E74A84965}"/>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6177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CA1A-1762-8CB7-50BB-A111D1295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22A42-2CDB-09CC-BE64-F16D5C826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ABE68-4EA6-9203-A5C9-B66C24AFE93D}"/>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7727FAC3-7233-F0A8-8841-E703D8A9CD25}"/>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61E67B6A-FEE3-4AC6-8E54-D5FACAB4F982}"/>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035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8C2C-E2CF-99A3-4B76-ADF5001F7F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C2576-8EE8-91D2-5E72-FA94CB728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034DF-70BD-585F-9DD0-E4C04178365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65EEBFF7-3FE4-D642-3C34-C2AB78F74B5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DA68487C-E86A-5B42-AFD9-4459C3954D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201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B7CD4-BDA6-3911-5E74-51628C7FA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B55A5-127A-FB1A-D6A8-2DB0C0250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72ADF-3BAF-8B6D-CE3D-0630A3BD8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CAF980-DB77-3853-4FE3-4F5B590D721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E706C360-183F-64E6-626F-727D1D8C5FF4}"/>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BE984E52-C247-AD53-8DB0-9ECE2061F199}"/>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00714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011E-FDD8-C6F9-54EC-646022162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5621B-0845-07C4-189D-F7BBBB0E1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9B479-E026-29B4-BC5D-A2969FF33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7F45F-1EF7-566D-CAC4-4C5D316E0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46E26-E4BA-61B4-260D-FE06C29DD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27DA7C-8C23-E683-8694-DF1F8F91F710}"/>
              </a:ext>
            </a:extLst>
          </p:cNvPr>
          <p:cNvSpPr>
            <a:spLocks noGrp="1"/>
          </p:cNvSpPr>
          <p:nvPr>
            <p:ph type="dt" sz="half" idx="10"/>
          </p:nvPr>
        </p:nvSpPr>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F4BB2813-0E43-C0C5-55E0-B207BC180FAC}"/>
              </a:ext>
            </a:extLst>
          </p:cNvPr>
          <p:cNvSpPr>
            <a:spLocks noGrp="1"/>
          </p:cNvSpPr>
          <p:nvPr>
            <p:ph type="ftr" sz="quarter" idx="11"/>
          </p:nvPr>
        </p:nvSpPr>
        <p:spPr/>
        <p:txBody>
          <a:bodyPr/>
          <a:lstStyle/>
          <a:p>
            <a:r>
              <a:rPr lang="en-US"/>
              <a:t>Dr. M. Venu Gopala Rao</a:t>
            </a:r>
          </a:p>
        </p:txBody>
      </p:sp>
      <p:sp>
        <p:nvSpPr>
          <p:cNvPr id="9" name="Slide Number Placeholder 8">
            <a:extLst>
              <a:ext uri="{FF2B5EF4-FFF2-40B4-BE49-F238E27FC236}">
                <a16:creationId xmlns:a16="http://schemas.microsoft.com/office/drawing/2014/main" id="{A6E6E77F-AC73-4C85-9AF3-4E287B76D4A6}"/>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1856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FC9-9061-5F4F-63A1-3305678EE4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D372-4898-7A0A-F18E-2955DE194F4C}"/>
              </a:ext>
            </a:extLst>
          </p:cNvPr>
          <p:cNvSpPr>
            <a:spLocks noGrp="1"/>
          </p:cNvSpPr>
          <p:nvPr>
            <p:ph type="dt" sz="half" idx="10"/>
          </p:nvPr>
        </p:nvSpPr>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D61026B0-5458-1CA3-28D7-348D05C70394}"/>
              </a:ext>
            </a:extLst>
          </p:cNvPr>
          <p:cNvSpPr>
            <a:spLocks noGrp="1"/>
          </p:cNvSpPr>
          <p:nvPr>
            <p:ph type="ftr" sz="quarter" idx="11"/>
          </p:nvPr>
        </p:nvSpPr>
        <p:spPr/>
        <p:txBody>
          <a:bodyPr/>
          <a:lstStyle/>
          <a:p>
            <a:r>
              <a:rPr lang="en-US"/>
              <a:t>Dr. M. Venu Gopala Rao</a:t>
            </a:r>
          </a:p>
        </p:txBody>
      </p:sp>
      <p:sp>
        <p:nvSpPr>
          <p:cNvPr id="5" name="Slide Number Placeholder 4">
            <a:extLst>
              <a:ext uri="{FF2B5EF4-FFF2-40B4-BE49-F238E27FC236}">
                <a16:creationId xmlns:a16="http://schemas.microsoft.com/office/drawing/2014/main" id="{A0D49DE8-CD82-8DB2-ECF2-2D40EF180AC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21885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1F90C-55A9-31B0-CBB0-BB754054D4A2}"/>
              </a:ext>
            </a:extLst>
          </p:cNvPr>
          <p:cNvSpPr>
            <a:spLocks noGrp="1"/>
          </p:cNvSpPr>
          <p:nvPr>
            <p:ph type="dt" sz="half" idx="10"/>
          </p:nvPr>
        </p:nvSpPr>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DFFE083F-F5FA-7EDC-022C-F983177B2C9B}"/>
              </a:ext>
            </a:extLst>
          </p:cNvPr>
          <p:cNvSpPr>
            <a:spLocks noGrp="1"/>
          </p:cNvSpPr>
          <p:nvPr>
            <p:ph type="ftr" sz="quarter" idx="11"/>
          </p:nvPr>
        </p:nvSpPr>
        <p:spPr/>
        <p:txBody>
          <a:bodyPr/>
          <a:lstStyle/>
          <a:p>
            <a:r>
              <a:rPr lang="en-US"/>
              <a:t>Dr. M. Venu Gopala Rao</a:t>
            </a:r>
          </a:p>
        </p:txBody>
      </p:sp>
      <p:sp>
        <p:nvSpPr>
          <p:cNvPr id="4" name="Slide Number Placeholder 3">
            <a:extLst>
              <a:ext uri="{FF2B5EF4-FFF2-40B4-BE49-F238E27FC236}">
                <a16:creationId xmlns:a16="http://schemas.microsoft.com/office/drawing/2014/main" id="{4C14D4BC-94EA-DC9F-DE3D-52353BCFEEF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51871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56F4-13D7-9DF0-566B-6B11FBCF0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9662A4-F4B4-465C-1D29-3348E830F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31FD9-C665-610D-0289-9B7B8A5C2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757DB-B89E-4A29-D0C5-6C71BF3D46B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D3F85567-382F-8CF1-AD95-ABD0EA4CC63C}"/>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D4ECD8D5-E405-5DA9-B52B-41819F4EB3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1123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9B87-55C2-9F19-3623-91B7F4C3B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5A6723-D58C-1102-D7AC-4EB5F54D0B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97D962-ECA6-E890-FA89-C9836AA2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0DDB2-6F1C-06B9-6100-0D082679EBAE}"/>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0E786502-ED0C-6A23-60A8-C9EC1E679073}"/>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2467D0C5-413A-DA84-8A31-11018340BEB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7230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69A-3DC0-DB39-3334-A9BA5A403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D3BDA-5093-5E89-269A-69491664F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4D6DE-8E90-0D56-D28B-DE57249052B7}"/>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DEB05BF5-4225-BB1D-1457-34DF8A62B37C}"/>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58715106-45F8-64CE-C438-3456469AF257}"/>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20742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C22B9-DE1E-5F16-BBC3-3C3783BBBA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ACD89A-B728-0F81-7454-DC5E2A878E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58732-2337-1D9F-CEEA-43A1482A47A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2357DE17-567C-8524-BA24-E118292F3208}"/>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8CCF672A-C170-9AF8-1F51-A43D912BC7EC}"/>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36391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7B62-8011-CCDC-959C-C770C92F8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CA46B4-B884-807D-D2D2-4536B041F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281CC-4DF4-0090-E0ED-584BBD3B4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56FF9F48-0658-B969-E15D-50A0133BC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a:t>
            </a:r>
          </a:p>
        </p:txBody>
      </p:sp>
      <p:sp>
        <p:nvSpPr>
          <p:cNvPr id="6" name="Slide Number Placeholder 5">
            <a:extLst>
              <a:ext uri="{FF2B5EF4-FFF2-40B4-BE49-F238E27FC236}">
                <a16:creationId xmlns:a16="http://schemas.microsoft.com/office/drawing/2014/main" id="{95D4D365-DD42-F8BB-FE9B-3A5245936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FA6FD25C-E91B-3776-D178-4D9AF946F9A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30B01E73-FD80-735E-7997-6704ACBA212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874DC773-DFA3-0B02-D75F-59F2159E3A9A}"/>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311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implement.i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50.png"/></Relationships>
</file>

<file path=ppt/slides/_rels/slide20.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emf"/></Relationships>
</file>

<file path=ppt/slides/_rels/slide3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32.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630.png"/></Relationships>
</file>

<file path=ppt/slides/_rels/slide33.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s>
</file>

<file path=ppt/slides/_rels/slide3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9" Type="http://schemas.openxmlformats.org/officeDocument/2006/relationships/image" Target="../media/image89.wmf"/></Relationships>
</file>

<file path=ppt/slides/_rels/slide3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96.wmf"/><Relationship Id="rId5" Type="http://schemas.openxmlformats.org/officeDocument/2006/relationships/oleObject" Target="../embeddings/oleObject3.bin"/><Relationship Id="rId4" Type="http://schemas.openxmlformats.org/officeDocument/2006/relationships/image" Target="../media/image95.wmf"/></Relationships>
</file>

<file path=ppt/slides/_rels/slide3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4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4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46.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7.wmf"/><Relationship Id="rId7" Type="http://schemas.openxmlformats.org/officeDocument/2006/relationships/image" Target="../media/image121.png"/><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47.xml.rels><?xml version="1.0" encoding="UTF-8" standalone="yes"?>
<Relationships xmlns="http://schemas.openxmlformats.org/package/2006/relationships"><Relationship Id="rId8" Type="http://schemas.openxmlformats.org/officeDocument/2006/relationships/image" Target="../media/image126.wmf"/><Relationship Id="rId3" Type="http://schemas.openxmlformats.org/officeDocument/2006/relationships/image" Target="../media/image123.wmf"/><Relationship Id="rId7" Type="http://schemas.openxmlformats.org/officeDocument/2006/relationships/oleObject" Target="../embeddings/oleObject7.bin"/><Relationship Id="rId12" Type="http://schemas.openxmlformats.org/officeDocument/2006/relationships/image" Target="../media/image128.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image" Target="../media/image125.png"/><Relationship Id="rId11" Type="http://schemas.openxmlformats.org/officeDocument/2006/relationships/oleObject" Target="../embeddings/oleObject9.bin"/><Relationship Id="rId5" Type="http://schemas.openxmlformats.org/officeDocument/2006/relationships/image" Target="../media/image124.wmf"/><Relationship Id="rId10" Type="http://schemas.openxmlformats.org/officeDocument/2006/relationships/image" Target="../media/image127.wmf"/><Relationship Id="rId4" Type="http://schemas.openxmlformats.org/officeDocument/2006/relationships/oleObject" Target="../embeddings/oleObject6.bin"/><Relationship Id="rId9" Type="http://schemas.openxmlformats.org/officeDocument/2006/relationships/oleObject" Target="../embeddings/oleObject8.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29.wmf"/><Relationship Id="rId7" Type="http://schemas.openxmlformats.org/officeDocument/2006/relationships/image" Target="../media/image131.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11" Type="http://schemas.openxmlformats.org/officeDocument/2006/relationships/image" Target="../media/image133.wmf"/><Relationship Id="rId5" Type="http://schemas.openxmlformats.org/officeDocument/2006/relationships/image" Target="../media/image130.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32.wmf"/></Relationships>
</file>

<file path=ppt/slides/_rels/slide49.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711740" y="-152398"/>
            <a:ext cx="10523706" cy="1470025"/>
          </a:xfrm>
        </p:spPr>
        <p:txBody>
          <a:bodyPr>
            <a:normAutofit/>
          </a:bodyPr>
          <a:lstStyle/>
          <a:p>
            <a:r>
              <a:rPr lang="en-US" altLang="en-US" sz="5400" dirty="0">
                <a:solidFill>
                  <a:srgbClr val="3200C0"/>
                </a:solidFill>
                <a:latin typeface="Arial" panose="020B0604020202020204" pitchFamily="34" charset="0"/>
                <a:cs typeface="Arial" panose="020B0604020202020204" pitchFamily="34" charset="0"/>
              </a:rPr>
              <a:t>Digital Communication 22EC2208</a:t>
            </a:r>
          </a:p>
        </p:txBody>
      </p:sp>
      <p:sp>
        <p:nvSpPr>
          <p:cNvPr id="4099" name="Subtitle 2"/>
          <p:cNvSpPr>
            <a:spLocks noGrp="1"/>
          </p:cNvSpPr>
          <p:nvPr>
            <p:ph type="subTitle" idx="1"/>
          </p:nvPr>
        </p:nvSpPr>
        <p:spPr>
          <a:xfrm>
            <a:off x="1524000" y="2438400"/>
            <a:ext cx="9144000" cy="3200400"/>
          </a:xfrm>
        </p:spPr>
        <p:txBody>
          <a:bodyPr/>
          <a:lstStyle/>
          <a:p>
            <a:pPr>
              <a:spcBef>
                <a:spcPct val="0"/>
              </a:spcBef>
            </a:pPr>
            <a:r>
              <a:rPr lang="en-US" altLang="en-US" sz="4000" dirty="0">
                <a:solidFill>
                  <a:srgbClr val="FF0000"/>
                </a:solidFill>
                <a:latin typeface="Arial" panose="020B0604020202020204" pitchFamily="34" charset="0"/>
                <a:cs typeface="Arial" panose="020B0604020202020204" pitchFamily="34" charset="0"/>
              </a:rPr>
              <a:t>Dr.</a:t>
            </a:r>
            <a:r>
              <a:rPr lang="en-US" altLang="en-US" sz="4000" dirty="0">
                <a:latin typeface="Arial" panose="020B0604020202020204" pitchFamily="34" charset="0"/>
                <a:cs typeface="Arial" panose="020B0604020202020204" pitchFamily="34" charset="0"/>
              </a:rPr>
              <a:t> M. </a:t>
            </a:r>
            <a:r>
              <a:rPr lang="en-US" altLang="en-US" sz="4000" dirty="0" err="1">
                <a:solidFill>
                  <a:srgbClr val="3200C0"/>
                </a:solidFill>
                <a:latin typeface="Arial" panose="020B0604020202020204" pitchFamily="34" charset="0"/>
                <a:cs typeface="Arial" panose="020B0604020202020204" pitchFamily="34" charset="0"/>
              </a:rPr>
              <a:t>Venu</a:t>
            </a:r>
            <a:r>
              <a:rPr lang="en-US" altLang="en-US" sz="4000" dirty="0">
                <a:latin typeface="Arial" panose="020B0604020202020204" pitchFamily="34" charset="0"/>
                <a:cs typeface="Arial" panose="020B0604020202020204" pitchFamily="34" charset="0"/>
              </a:rPr>
              <a:t> </a:t>
            </a:r>
            <a:r>
              <a:rPr lang="en-US" altLang="en-US" sz="4000" dirty="0">
                <a:solidFill>
                  <a:srgbClr val="025A19"/>
                </a:solidFill>
                <a:latin typeface="Arial" panose="020B0604020202020204" pitchFamily="34" charset="0"/>
                <a:cs typeface="Arial" panose="020B0604020202020204" pitchFamily="34" charset="0"/>
              </a:rPr>
              <a:t>Gopala</a:t>
            </a:r>
            <a:r>
              <a:rPr lang="en-US" altLang="en-US" sz="4000" dirty="0">
                <a:latin typeface="Arial" panose="020B0604020202020204" pitchFamily="34" charset="0"/>
                <a:cs typeface="Arial" panose="020B0604020202020204" pitchFamily="34" charset="0"/>
              </a:rPr>
              <a:t> </a:t>
            </a:r>
            <a:r>
              <a:rPr lang="en-US" altLang="en-US" sz="4000" dirty="0">
                <a:solidFill>
                  <a:srgbClr val="C00000"/>
                </a:solidFill>
                <a:latin typeface="Arial" panose="020B0604020202020204" pitchFamily="34" charset="0"/>
                <a:cs typeface="Arial" panose="020B0604020202020204" pitchFamily="34" charset="0"/>
              </a:rPr>
              <a:t>Rao</a:t>
            </a:r>
          </a:p>
          <a:p>
            <a:pPr eaLnBrk="1" hangingPunct="1">
              <a:spcBef>
                <a:spcPct val="0"/>
              </a:spcBef>
            </a:pPr>
            <a:r>
              <a:rPr lang="en-US" altLang="en-US" dirty="0">
                <a:solidFill>
                  <a:srgbClr val="002060"/>
                </a:solidFill>
                <a:latin typeface="Arial" panose="020B0604020202020204" pitchFamily="34" charset="0"/>
                <a:cs typeface="Arial" panose="020B0604020202020204" pitchFamily="34" charset="0"/>
              </a:rPr>
              <a:t>A.M.I.E.T.E</a:t>
            </a:r>
            <a:r>
              <a:rPr lang="en-US" altLang="en-US" sz="4800" dirty="0">
                <a:solidFill>
                  <a:srgbClr val="002060"/>
                </a:solidFill>
                <a:latin typeface="Arial" panose="020B0604020202020204" pitchFamily="34" charset="0"/>
                <a:cs typeface="Arial" panose="020B0604020202020204" pitchFamily="34" charset="0"/>
              </a:rPr>
              <a:t>,</a:t>
            </a:r>
            <a:r>
              <a:rPr lang="en-US" altLang="en-US" sz="4800"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M.Tech</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chemeClr val="tx1"/>
                </a:solidFill>
                <a:latin typeface="Arial" panose="020B0604020202020204" pitchFamily="34" charset="0"/>
                <a:cs typeface="Arial" panose="020B0604020202020204" pitchFamily="34" charset="0"/>
              </a:rPr>
              <a:t>Ph.D</a:t>
            </a:r>
            <a:r>
              <a:rPr lang="en-US" altLang="en-US" dirty="0">
                <a:solidFill>
                  <a:srgbClr val="FF0000"/>
                </a:solidFill>
                <a:latin typeface="Arial" panose="020B0604020202020204" pitchFamily="34" charset="0"/>
                <a:cs typeface="Arial" panose="020B0604020202020204" pitchFamily="34" charset="0"/>
              </a:rPr>
              <a:t>(</a:t>
            </a:r>
            <a:r>
              <a:rPr lang="en-US" altLang="en-US" dirty="0" err="1">
                <a:solidFill>
                  <a:srgbClr val="3200C0"/>
                </a:solidFill>
                <a:latin typeface="Arial" panose="020B0604020202020204" pitchFamily="34" charset="0"/>
                <a:cs typeface="Arial" panose="020B0604020202020204" pitchFamily="34" charset="0"/>
              </a:rPr>
              <a:t>Engg</a:t>
            </a:r>
            <a:r>
              <a:rPr lang="en-US" altLang="en-US" dirty="0">
                <a:solidFill>
                  <a:srgbClr val="FF0000"/>
                </a:solidFill>
                <a:latin typeface="Arial" panose="020B0604020202020204" pitchFamily="34" charset="0"/>
                <a:cs typeface="Arial" panose="020B0604020202020204" pitchFamily="34" charset="0"/>
              </a:rPr>
              <a:t>) </a:t>
            </a:r>
          </a:p>
          <a:p>
            <a:pPr eaLnBrk="1" hangingPunct="1"/>
            <a:r>
              <a:rPr lang="en-US" altLang="en-US" sz="2800" dirty="0">
                <a:solidFill>
                  <a:srgbClr val="FF0000"/>
                </a:solidFill>
                <a:latin typeface="Arial" panose="020B0604020202020204" pitchFamily="34" charset="0"/>
                <a:cs typeface="Arial" panose="020B0604020202020204" pitchFamily="34" charset="0"/>
              </a:rPr>
              <a:t>Cert. in R.S.T </a:t>
            </a:r>
            <a:r>
              <a:rPr lang="en-US" altLang="en-US" sz="2800" dirty="0">
                <a:latin typeface="Arial" panose="020B0604020202020204" pitchFamily="34" charset="0"/>
                <a:cs typeface="Arial" panose="020B0604020202020204" pitchFamily="34" charset="0"/>
              </a:rPr>
              <a:t>(</a:t>
            </a:r>
            <a:r>
              <a:rPr lang="en-US" altLang="en-US" sz="2800" dirty="0">
                <a:solidFill>
                  <a:srgbClr val="FF0000"/>
                </a:solidFill>
                <a:latin typeface="Arial" panose="020B0604020202020204" pitchFamily="34" charset="0"/>
                <a:cs typeface="Arial" panose="020B0604020202020204" pitchFamily="34" charset="0"/>
              </a:rPr>
              <a:t> </a:t>
            </a:r>
            <a:r>
              <a:rPr lang="en-US" altLang="en-US" sz="2800" dirty="0">
                <a:solidFill>
                  <a:srgbClr val="3200C0"/>
                </a:solidFill>
                <a:latin typeface="Arial" panose="020B0604020202020204" pitchFamily="34" charset="0"/>
                <a:cs typeface="Arial" panose="020B0604020202020204" pitchFamily="34" charset="0"/>
              </a:rPr>
              <a:t>City &amp; Guild’s </a:t>
            </a:r>
            <a:r>
              <a:rPr lang="en-US" altLang="en-US" sz="2800" dirty="0">
                <a:solidFill>
                  <a:srgbClr val="C00000"/>
                </a:solidFill>
                <a:latin typeface="Arial" panose="020B0604020202020204" pitchFamily="34" charset="0"/>
                <a:cs typeface="Arial" panose="020B0604020202020204" pitchFamily="34" charset="0"/>
              </a:rPr>
              <a:t>London</a:t>
            </a:r>
            <a:r>
              <a:rPr lang="en-US" altLang="en-US" sz="2800" dirty="0">
                <a:solidFill>
                  <a:srgbClr val="3200C0"/>
                </a:solidFill>
                <a:latin typeface="Arial" panose="020B0604020202020204" pitchFamily="34" charset="0"/>
                <a:cs typeface="Arial" panose="020B0604020202020204" pitchFamily="34" charset="0"/>
              </a:rPr>
              <a:t> Institute</a:t>
            </a:r>
            <a:r>
              <a:rPr lang="en-US" altLang="en-US" sz="2800" dirty="0">
                <a:solidFill>
                  <a:srgbClr val="FF0000"/>
                </a:solidFill>
                <a:latin typeface="Arial" panose="020B0604020202020204" pitchFamily="34" charset="0"/>
                <a:cs typeface="Arial" panose="020B0604020202020204" pitchFamily="34" charset="0"/>
              </a:rPr>
              <a:t>, </a:t>
            </a:r>
            <a:r>
              <a:rPr lang="en-US" altLang="en-US" sz="2800" dirty="0">
                <a:solidFill>
                  <a:srgbClr val="024614"/>
                </a:solidFill>
                <a:latin typeface="Arial" panose="020B0604020202020204" pitchFamily="34" charset="0"/>
                <a:cs typeface="Arial" panose="020B0604020202020204" pitchFamily="34" charset="0"/>
              </a:rPr>
              <a:t>London</a:t>
            </a:r>
            <a:r>
              <a:rPr lang="en-US" altLang="en-US" sz="2800" dirty="0">
                <a:latin typeface="Arial" panose="020B0604020202020204" pitchFamily="34" charset="0"/>
                <a:cs typeface="Arial" panose="020B0604020202020204" pitchFamily="34" charset="0"/>
              </a:rPr>
              <a:t>)</a:t>
            </a:r>
          </a:p>
          <a:p>
            <a:pPr eaLnBrk="1" hangingPunct="1"/>
            <a:r>
              <a:rPr lang="en-US" altLang="en-US" dirty="0">
                <a:solidFill>
                  <a:srgbClr val="024614"/>
                </a:solidFill>
                <a:latin typeface="Arial" panose="020B0604020202020204" pitchFamily="34" charset="0"/>
                <a:cs typeface="Arial" panose="020B0604020202020204" pitchFamily="34" charset="0"/>
              </a:rPr>
              <a:t>F.I.E.T.E,</a:t>
            </a:r>
            <a:r>
              <a:rPr lang="en-US" altLang="en-US" dirty="0">
                <a:solidFill>
                  <a:srgbClr val="00B050"/>
                </a:solidFill>
                <a:latin typeface="Arial" panose="020B0604020202020204" pitchFamily="34" charset="0"/>
                <a:cs typeface="Arial" panose="020B0604020202020204" pitchFamily="34" charset="0"/>
              </a:rPr>
              <a:t> </a:t>
            </a:r>
            <a:r>
              <a:rPr lang="en-US" altLang="en-US" dirty="0">
                <a:solidFill>
                  <a:srgbClr val="FF0000"/>
                </a:solidFill>
                <a:latin typeface="Arial" panose="020B0604020202020204" pitchFamily="34" charset="0"/>
                <a:cs typeface="Arial" panose="020B0604020202020204" pitchFamily="34" charset="0"/>
              </a:rPr>
              <a:t>L.M.I.S.T.E, </a:t>
            </a:r>
            <a:r>
              <a:rPr lang="en-US" altLang="en-US" dirty="0">
                <a:solidFill>
                  <a:srgbClr val="3200C0"/>
                </a:solidFill>
                <a:latin typeface="Arial" panose="020B0604020202020204" pitchFamily="34" charset="0"/>
                <a:cs typeface="Arial" panose="020B0604020202020204" pitchFamily="34" charset="0"/>
              </a:rPr>
              <a:t>I.S.O.I.</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S.S.I.</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rgbClr val="024614"/>
                </a:solidFill>
                <a:latin typeface="Arial" panose="020B0604020202020204" pitchFamily="34" charset="0"/>
                <a:cs typeface="Arial" panose="020B0604020202020204" pitchFamily="34" charset="0"/>
              </a:rPr>
              <a:t>M.I.A.E</a:t>
            </a:r>
            <a:r>
              <a:rPr lang="en-US" altLang="en-US" dirty="0">
                <a:solidFill>
                  <a:srgbClr val="FF0000"/>
                </a:solidFill>
                <a:latin typeface="Arial" panose="020B0604020202020204" pitchFamily="34" charset="0"/>
                <a:cs typeface="Arial" panose="020B0604020202020204" pitchFamily="34" charset="0"/>
              </a:rPr>
              <a:t>.</a:t>
            </a:r>
          </a:p>
          <a:p>
            <a:pPr eaLnBrk="1" hangingPunct="1"/>
            <a:r>
              <a:rPr lang="en-US" altLang="en-US" dirty="0">
                <a:solidFill>
                  <a:schemeClr val="tx1"/>
                </a:solidFill>
                <a:latin typeface="Arial" panose="020B0604020202020204" pitchFamily="34" charset="0"/>
                <a:cs typeface="Arial" panose="020B0604020202020204" pitchFamily="34" charset="0"/>
              </a:rPr>
              <a:t>Professor,</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rgbClr val="024614"/>
                </a:solidFill>
                <a:latin typeface="Arial" panose="020B0604020202020204" pitchFamily="34" charset="0"/>
                <a:cs typeface="Arial" panose="020B0604020202020204" pitchFamily="34" charset="0"/>
              </a:rPr>
              <a:t>Dept. of ECE</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rgbClr val="3200C0"/>
                </a:solidFill>
                <a:latin typeface="Arial" panose="020B0604020202020204" pitchFamily="34" charset="0"/>
                <a:cs typeface="Arial" panose="020B0604020202020204" pitchFamily="34" charset="0"/>
              </a:rPr>
              <a:t>K L University</a:t>
            </a:r>
          </a:p>
          <a:p>
            <a:pPr eaLnBrk="1" hangingPunct="1"/>
            <a:r>
              <a:rPr lang="en-US" altLang="en-US" dirty="0">
                <a:solidFill>
                  <a:srgbClr val="FF0000"/>
                </a:solidFill>
                <a:latin typeface="Times New Roman" panose="02020603050405020304" pitchFamily="18" charset="0"/>
              </a:rPr>
              <a:t>mvgr03@kluniversity.in</a:t>
            </a:r>
          </a:p>
        </p:txBody>
      </p:sp>
      <p:sp>
        <p:nvSpPr>
          <p:cNvPr id="4100" name="TextBox 3"/>
          <p:cNvSpPr txBox="1">
            <a:spLocks noChangeArrowheads="1"/>
          </p:cNvSpPr>
          <p:nvPr/>
        </p:nvSpPr>
        <p:spPr bwMode="auto">
          <a:xfrm>
            <a:off x="1752600" y="1524001"/>
            <a:ext cx="891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4000" dirty="0">
                <a:solidFill>
                  <a:srgbClr val="FF0000"/>
                </a:solidFill>
              </a:rPr>
              <a:t>Pulse Code Modulation</a:t>
            </a:r>
            <a:endParaRPr lang="en-US" altLang="en-US" sz="4000" dirty="0"/>
          </a:p>
        </p:txBody>
      </p:sp>
    </p:spTree>
    <p:extLst>
      <p:ext uri="{BB962C8B-B14F-4D97-AF65-F5344CB8AC3E}">
        <p14:creationId xmlns:p14="http://schemas.microsoft.com/office/powerpoint/2010/main" val="2763291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gital Communication Block Diagram - YouTube">
            <a:extLst>
              <a:ext uri="{FF2B5EF4-FFF2-40B4-BE49-F238E27FC236}">
                <a16:creationId xmlns:a16="http://schemas.microsoft.com/office/drawing/2014/main" id="{DB6FE4B5-915F-0C8C-23A8-0DD5443B754C}"/>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Effect>
                      <a14:colorTemperature colorTemp="11200"/>
                    </a14:imgEffect>
                    <a14:imgEffect>
                      <a14:saturation sat="400000"/>
                    </a14:imgEffect>
                    <a14:imgEffect>
                      <a14:brightnessContrast contrast="40000"/>
                    </a14:imgEffect>
                  </a14:imgLayer>
                </a14:imgProps>
              </a:ext>
              <a:ext uri="{28A0092B-C50C-407E-A947-70E740481C1C}">
                <a14:useLocalDpi xmlns:a14="http://schemas.microsoft.com/office/drawing/2010/main" val="0"/>
              </a:ext>
            </a:extLst>
          </a:blip>
          <a:srcRect b="13066"/>
          <a:stretch/>
        </p:blipFill>
        <p:spPr bwMode="auto">
          <a:xfrm>
            <a:off x="1438525" y="98476"/>
            <a:ext cx="9708445" cy="6329912"/>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D02233E3-A59B-09FC-B841-045A4A707B7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Dr. M. Venu Gopala Rao</a:t>
            </a:r>
          </a:p>
        </p:txBody>
      </p:sp>
      <p:sp>
        <p:nvSpPr>
          <p:cNvPr id="5" name="Slide Number Placeholder 4">
            <a:extLst>
              <a:ext uri="{FF2B5EF4-FFF2-40B4-BE49-F238E27FC236}">
                <a16:creationId xmlns:a16="http://schemas.microsoft.com/office/drawing/2014/main" id="{5F489F9B-72A8-58AD-6D81-FAE519B3E9D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BABCCC1-BF11-4F37-963E-1BCD5B23FD72}" type="slidenum">
              <a:rPr lang="en-US" smtClean="0"/>
              <a:pPr>
                <a:spcAft>
                  <a:spcPts val="600"/>
                </a:spcAft>
              </a:pPr>
              <a:t>2</a:t>
            </a:fld>
            <a:endParaRPr lang="en-US"/>
          </a:p>
        </p:txBody>
      </p:sp>
    </p:spTree>
    <p:extLst>
      <p:ext uri="{BB962C8B-B14F-4D97-AF65-F5344CB8AC3E}">
        <p14:creationId xmlns:p14="http://schemas.microsoft.com/office/powerpoint/2010/main" val="3010353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832C22C-E7A0-7264-B2EB-56E2154EFB1F}"/>
              </a:ext>
            </a:extLst>
          </p:cNvPr>
          <p:cNvSpPr>
            <a:spLocks noGrp="1"/>
          </p:cNvSpPr>
          <p:nvPr>
            <p:ph type="ftr" sz="quarter" idx="11"/>
          </p:nvPr>
        </p:nvSpPr>
        <p:spPr/>
        <p:txBody>
          <a:bodyPr/>
          <a:lstStyle/>
          <a:p>
            <a:r>
              <a:rPr lang="en-US"/>
              <a:t>Dr. M. Venu Gopala Rao</a:t>
            </a:r>
          </a:p>
        </p:txBody>
      </p:sp>
      <p:sp>
        <p:nvSpPr>
          <p:cNvPr id="5" name="Slide Number Placeholder 4">
            <a:extLst>
              <a:ext uri="{FF2B5EF4-FFF2-40B4-BE49-F238E27FC236}">
                <a16:creationId xmlns:a16="http://schemas.microsoft.com/office/drawing/2014/main" id="{1D5F6D7D-3605-2C21-AB09-FB75B09F18A4}"/>
              </a:ext>
            </a:extLst>
          </p:cNvPr>
          <p:cNvSpPr>
            <a:spLocks noGrp="1"/>
          </p:cNvSpPr>
          <p:nvPr>
            <p:ph type="sldNum" sz="quarter" idx="12"/>
          </p:nvPr>
        </p:nvSpPr>
        <p:spPr/>
        <p:txBody>
          <a:bodyPr/>
          <a:lstStyle/>
          <a:p>
            <a:fld id="{CBABCCC1-BF11-4F37-963E-1BCD5B23FD72}" type="slidenum">
              <a:rPr lang="en-IN" smtClean="0"/>
              <a:t>3</a:t>
            </a:fld>
            <a:endParaRPr lang="en-IN"/>
          </a:p>
        </p:txBody>
      </p:sp>
      <p:pic>
        <p:nvPicPr>
          <p:cNvPr id="2050" name="Picture 2" descr="Digital Communication - Quick Guide">
            <a:extLst>
              <a:ext uri="{FF2B5EF4-FFF2-40B4-BE49-F238E27FC236}">
                <a16:creationId xmlns:a16="http://schemas.microsoft.com/office/drawing/2014/main" id="{D6470229-E18E-94DE-5F24-F93208D623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184" y="692377"/>
            <a:ext cx="10466615" cy="5581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846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GitHub - MahmudulAlam/A-Complete-Digital-Communication-System: A simulation  of a complete digital communication system with different modulation  schemes in MATLAB for transmitting and receiving text messages.">
            <a:extLst>
              <a:ext uri="{FF2B5EF4-FFF2-40B4-BE49-F238E27FC236}">
                <a16:creationId xmlns:a16="http://schemas.microsoft.com/office/drawing/2014/main" id="{EE021D08-98F7-D4D9-7FBA-9D4BBFD1B85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770890"/>
            <a:ext cx="10905066" cy="5316218"/>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CF00FCC8-830E-CC11-F288-C54EFA90797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Dr. M. Venu Gopala Rao</a:t>
            </a:r>
          </a:p>
        </p:txBody>
      </p:sp>
      <p:sp>
        <p:nvSpPr>
          <p:cNvPr id="5" name="Slide Number Placeholder 4">
            <a:extLst>
              <a:ext uri="{FF2B5EF4-FFF2-40B4-BE49-F238E27FC236}">
                <a16:creationId xmlns:a16="http://schemas.microsoft.com/office/drawing/2014/main" id="{AF6E8820-7154-2695-3CE5-BE9DC735034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BABCCC1-BF11-4F37-963E-1BCD5B23FD72}" type="slidenum">
              <a:rPr lang="en-US" smtClean="0"/>
              <a:pPr>
                <a:spcAft>
                  <a:spcPts val="600"/>
                </a:spcAft>
              </a:pPr>
              <a:t>4</a:t>
            </a:fld>
            <a:endParaRPr lang="en-US"/>
          </a:p>
        </p:txBody>
      </p:sp>
    </p:spTree>
    <p:extLst>
      <p:ext uri="{BB962C8B-B14F-4D97-AF65-F5344CB8AC3E}">
        <p14:creationId xmlns:p14="http://schemas.microsoft.com/office/powerpoint/2010/main" val="4288263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DDA48B9-FE04-A825-7A1F-EEDC9188E5D2}"/>
              </a:ext>
            </a:extLst>
          </p:cNvPr>
          <p:cNvSpPr>
            <a:spLocks noGrp="1"/>
          </p:cNvSpPr>
          <p:nvPr>
            <p:ph type="ftr" sz="quarter" idx="11"/>
          </p:nvPr>
        </p:nvSpPr>
        <p:spPr/>
        <p:txBody>
          <a:bodyPr/>
          <a:lstStyle/>
          <a:p>
            <a:r>
              <a:rPr lang="en-US"/>
              <a:t>Dr. M. Venu Gopala Rao</a:t>
            </a:r>
          </a:p>
        </p:txBody>
      </p:sp>
      <p:sp>
        <p:nvSpPr>
          <p:cNvPr id="5" name="Slide Number Placeholder 4">
            <a:extLst>
              <a:ext uri="{FF2B5EF4-FFF2-40B4-BE49-F238E27FC236}">
                <a16:creationId xmlns:a16="http://schemas.microsoft.com/office/drawing/2014/main" id="{193EBE99-709A-9F06-C50D-AD3F6C46FAEE}"/>
              </a:ext>
            </a:extLst>
          </p:cNvPr>
          <p:cNvSpPr>
            <a:spLocks noGrp="1"/>
          </p:cNvSpPr>
          <p:nvPr>
            <p:ph type="sldNum" sz="quarter" idx="12"/>
          </p:nvPr>
        </p:nvSpPr>
        <p:spPr/>
        <p:txBody>
          <a:bodyPr/>
          <a:lstStyle/>
          <a:p>
            <a:fld id="{CBABCCC1-BF11-4F37-963E-1BCD5B23FD72}" type="slidenum">
              <a:rPr lang="en-IN" smtClean="0"/>
              <a:t>5</a:t>
            </a:fld>
            <a:endParaRPr lang="en-IN"/>
          </a:p>
        </p:txBody>
      </p:sp>
      <p:pic>
        <p:nvPicPr>
          <p:cNvPr id="3074" name="Picture 2" descr="Chapter 3. Baseband Demodulation/Detection - Digital Communications:  Fundamentals and Applications, 3rd Edition [Book]">
            <a:extLst>
              <a:ext uri="{FF2B5EF4-FFF2-40B4-BE49-F238E27FC236}">
                <a16:creationId xmlns:a16="http://schemas.microsoft.com/office/drawing/2014/main" id="{391BD482-34B5-0662-64CC-E628EF3612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056" y="136525"/>
            <a:ext cx="9876744" cy="6464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648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677" y="152182"/>
            <a:ext cx="11140858" cy="649483"/>
          </a:xfrm>
        </p:spPr>
        <p:txBody>
          <a:bodyPr>
            <a:normAutofit fontScale="90000"/>
          </a:bodyPr>
          <a:lstStyle/>
          <a:p>
            <a:r>
              <a:rPr lang="en-US" dirty="0">
                <a:solidFill>
                  <a:srgbClr val="0C03BD"/>
                </a:solidFill>
                <a:latin typeface="Arial" panose="020B0604020202020204" pitchFamily="34" charset="0"/>
                <a:cs typeface="Arial" panose="020B0604020202020204" pitchFamily="34" charset="0"/>
              </a:rPr>
              <a:t>Advantages of Digital Transmission</a:t>
            </a:r>
          </a:p>
        </p:txBody>
      </p:sp>
      <p:sp>
        <p:nvSpPr>
          <p:cNvPr id="3" name="Content Placeholder 2"/>
          <p:cNvSpPr>
            <a:spLocks noGrp="1"/>
          </p:cNvSpPr>
          <p:nvPr>
            <p:ph idx="1"/>
          </p:nvPr>
        </p:nvSpPr>
        <p:spPr>
          <a:xfrm>
            <a:off x="150312" y="926592"/>
            <a:ext cx="11899726" cy="5839967"/>
          </a:xfrm>
        </p:spPr>
        <p:txBody>
          <a:bodyPr>
            <a:normAutofit/>
          </a:bodyPr>
          <a:lstStyle/>
          <a:p>
            <a:pPr marL="0" indent="0">
              <a:buNone/>
            </a:pPr>
            <a:r>
              <a:rPr lang="en-US" sz="3200" dirty="0">
                <a:solidFill>
                  <a:srgbClr val="FF0000"/>
                </a:solidFill>
                <a:latin typeface="Arial" panose="020B0604020202020204" pitchFamily="34" charset="0"/>
                <a:cs typeface="Arial" panose="020B0604020202020204" pitchFamily="34" charset="0"/>
              </a:rPr>
              <a:t>The primary advantage of digital transmission over analog transmission is </a:t>
            </a:r>
            <a:r>
              <a:rPr lang="en-US" sz="3200" i="1" dirty="0">
                <a:solidFill>
                  <a:srgbClr val="FF0000"/>
                </a:solidFill>
                <a:latin typeface="Arial" panose="020B0604020202020204" pitchFamily="34" charset="0"/>
                <a:cs typeface="Arial" panose="020B0604020202020204" pitchFamily="34" charset="0"/>
              </a:rPr>
              <a:t>noise immunity</a:t>
            </a:r>
            <a:r>
              <a:rPr lang="en-US" sz="3200" dirty="0">
                <a:solidFill>
                  <a:srgbClr val="FF0000"/>
                </a:solidFill>
                <a:latin typeface="Arial" panose="020B0604020202020204" pitchFamily="34" charset="0"/>
                <a:cs typeface="Arial" panose="020B0604020202020204" pitchFamily="34" charset="0"/>
              </a:rPr>
              <a:t>. </a:t>
            </a:r>
          </a:p>
          <a:p>
            <a:pPr>
              <a:buFont typeface="Wingdings" panose="05000000000000000000" pitchFamily="2" charset="2"/>
              <a:buChar char="Ø"/>
            </a:pPr>
            <a:r>
              <a:rPr lang="en-US" dirty="0">
                <a:solidFill>
                  <a:srgbClr val="00B050"/>
                </a:solidFill>
                <a:latin typeface="Arial" panose="020B0604020202020204" pitchFamily="34" charset="0"/>
                <a:cs typeface="Arial" panose="020B0604020202020204" pitchFamily="34" charset="0"/>
              </a:rPr>
              <a:t>Digital signals are inherently less susceptible than analog signals to interference caused by noise, because with digital signals it is not necessary to evaluate the precise amplitude, frequency, or phase to ascertain its logic condition.</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 Instead, pulses are evaluated during a precise time interval, and a simple determination is made whether the pulse is above or below a prescribed reference level.</a:t>
            </a:r>
          </a:p>
        </p:txBody>
      </p:sp>
      <p:pic>
        <p:nvPicPr>
          <p:cNvPr id="4" name="Picture 3"/>
          <p:cNvPicPr>
            <a:picLocks noChangeAspect="1"/>
          </p:cNvPicPr>
          <p:nvPr/>
        </p:nvPicPr>
        <p:blipFill>
          <a:blip r:embed="rId2" cstate="print"/>
          <a:stretch>
            <a:fillRect/>
          </a:stretch>
        </p:blipFill>
        <p:spPr>
          <a:xfrm>
            <a:off x="5035295" y="4608668"/>
            <a:ext cx="6203061" cy="2054260"/>
          </a:xfrm>
          <a:prstGeom prst="rect">
            <a:avLst/>
          </a:prstGeom>
        </p:spPr>
      </p:pic>
    </p:spTree>
    <p:extLst>
      <p:ext uri="{BB962C8B-B14F-4D97-AF65-F5344CB8AC3E}">
        <p14:creationId xmlns:p14="http://schemas.microsoft.com/office/powerpoint/2010/main" val="58481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barn(inVertical)">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047" y="400834"/>
            <a:ext cx="11761939" cy="6225434"/>
          </a:xfrm>
        </p:spPr>
        <p:txBody>
          <a:bodyPr>
            <a:normAutofit lnSpcReduction="10000"/>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Digital communication systems are cheaper to </a:t>
            </a:r>
            <a:r>
              <a:rPr lang="en-US" dirty="0">
                <a:latin typeface="Arial" panose="020B0604020202020204" pitchFamily="34" charset="0"/>
                <a:cs typeface="Arial" panose="020B0604020202020204" pitchFamily="34" charset="0"/>
                <a:hlinkClick r:id="rId2"/>
              </a:rPr>
              <a:t>i</a:t>
            </a:r>
            <a:r>
              <a:rPr lang="en-US" dirty="0">
                <a:latin typeface="Arial" panose="020B0604020202020204" pitchFamily="34" charset="0"/>
                <a:cs typeface="Arial" panose="020B0604020202020204" pitchFamily="34" charset="0"/>
              </a:rPr>
              <a:t>mplement, because of the advancement of VLSI technology.</a:t>
            </a:r>
          </a:p>
          <a:p>
            <a:pPr>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Digital signals are better suited than analog signals for processing and combining using a technique called </a:t>
            </a:r>
            <a:r>
              <a:rPr lang="en-US" i="1" dirty="0">
                <a:solidFill>
                  <a:srgbClr val="FF0000"/>
                </a:solidFill>
                <a:latin typeface="Arial" panose="020B0604020202020204" pitchFamily="34" charset="0"/>
                <a:cs typeface="Arial" panose="020B0604020202020204" pitchFamily="34" charset="0"/>
              </a:rPr>
              <a:t>multiplexing. </a:t>
            </a:r>
          </a:p>
          <a:p>
            <a:pPr algn="just">
              <a:buFont typeface="Wingdings" panose="05000000000000000000" pitchFamily="2" charset="2"/>
              <a:buChar char="Ø"/>
            </a:pPr>
            <a:r>
              <a:rPr lang="en-US" dirty="0">
                <a:solidFill>
                  <a:srgbClr val="00B050"/>
                </a:solidFill>
                <a:latin typeface="Arial" panose="020B0604020202020204" pitchFamily="34" charset="0"/>
                <a:cs typeface="Arial" panose="020B0604020202020204" pitchFamily="34" charset="0"/>
              </a:rPr>
              <a:t>It is much simpler to store digital signals than analog signals, and the transmission rate of digital signals can be easily changed to adapt to different environments and to interface with different types of equipment.</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Digital transmission systems are more resistant to analog systems to additive noise because they use signal </a:t>
            </a:r>
            <a:r>
              <a:rPr lang="en-US" i="1" dirty="0">
                <a:latin typeface="Arial" panose="020B0604020202020204" pitchFamily="34" charset="0"/>
                <a:cs typeface="Arial" panose="020B0604020202020204" pitchFamily="34" charset="0"/>
              </a:rPr>
              <a:t>regeneration </a:t>
            </a:r>
            <a:r>
              <a:rPr lang="en-US" dirty="0">
                <a:latin typeface="Arial" panose="020B0604020202020204" pitchFamily="34" charset="0"/>
                <a:cs typeface="Arial" panose="020B0604020202020204" pitchFamily="34" charset="0"/>
              </a:rPr>
              <a:t>rather than signal amplification. </a:t>
            </a:r>
          </a:p>
          <a:p>
            <a:pPr algn="just">
              <a:buFont typeface="Wingdings" panose="05000000000000000000" pitchFamily="2" charset="2"/>
              <a:buChar char="Ø"/>
            </a:pPr>
            <a:r>
              <a:rPr lang="en-US" dirty="0">
                <a:solidFill>
                  <a:srgbClr val="0221BE"/>
                </a:solidFill>
                <a:latin typeface="Arial" panose="020B0604020202020204" pitchFamily="34" charset="0"/>
                <a:cs typeface="Arial" panose="020B0604020202020204" pitchFamily="34" charset="0"/>
              </a:rPr>
              <a:t>digital regenerators sample noisy signals and then reproduce an entirely new digital signal with the same signal-to-noise ratio as the original transmitted signal. Therefore, digital signals can be transported longer distances than analog signals.</a:t>
            </a:r>
            <a:endParaRPr lang="en-US" dirty="0"/>
          </a:p>
        </p:txBody>
      </p:sp>
    </p:spTree>
    <p:extLst>
      <p:ext uri="{BB962C8B-B14F-4D97-AF65-F5344CB8AC3E}">
        <p14:creationId xmlns:p14="http://schemas.microsoft.com/office/powerpoint/2010/main" val="258121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Regeneration of PCM signal</a:t>
            </a:r>
          </a:p>
        </p:txBody>
      </p:sp>
      <p:pic>
        <p:nvPicPr>
          <p:cNvPr id="4" name="Picture 3"/>
          <p:cNvPicPr>
            <a:picLocks noChangeAspect="1"/>
          </p:cNvPicPr>
          <p:nvPr/>
        </p:nvPicPr>
        <p:blipFill>
          <a:blip r:embed="rId2" cstate="print"/>
          <a:stretch>
            <a:fillRect/>
          </a:stretch>
        </p:blipFill>
        <p:spPr>
          <a:xfrm>
            <a:off x="838200" y="1563199"/>
            <a:ext cx="10289172" cy="4403847"/>
          </a:xfrm>
          <a:prstGeom prst="rect">
            <a:avLst/>
          </a:prstGeom>
        </p:spPr>
      </p:pic>
    </p:spTree>
    <p:extLst>
      <p:ext uri="{BB962C8B-B14F-4D97-AF65-F5344CB8AC3E}">
        <p14:creationId xmlns:p14="http://schemas.microsoft.com/office/powerpoint/2010/main" val="266498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046" y="288099"/>
            <a:ext cx="11699309" cy="6450904"/>
          </a:xfrm>
        </p:spPr>
        <p:txBody>
          <a:bodyPr>
            <a:normAutofit lnSpcReduction="10000"/>
          </a:bodyPr>
          <a:lstStyle/>
          <a:p>
            <a:pPr algn="just">
              <a:buFont typeface="Wingdings" panose="05000000000000000000" pitchFamily="2" charset="2"/>
              <a:buChar char="Ø"/>
            </a:pPr>
            <a:r>
              <a:rPr lang="en-US" dirty="0">
                <a:solidFill>
                  <a:srgbClr val="0221BE"/>
                </a:solidFill>
                <a:latin typeface="Arial" panose="020B0604020202020204" pitchFamily="34" charset="0"/>
                <a:cs typeface="Arial" panose="020B0604020202020204" pitchFamily="34" charset="0"/>
              </a:rPr>
              <a:t>Digital signals are simpler to measure and evaluate than analog signals. Therefore, it is easier to compare the error performance of one digital system to another digital system. </a:t>
            </a:r>
          </a:p>
          <a:p>
            <a:pPr algn="just">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Also, with digital signals, transmission errors can be detected and corrected more easily and more accurately than is possible with analog signals</a:t>
            </a:r>
          </a:p>
          <a:p>
            <a:pPr marL="0" indent="0" algn="just">
              <a:buNone/>
            </a:pPr>
            <a:r>
              <a:rPr lang="en-US" b="1" dirty="0">
                <a:solidFill>
                  <a:srgbClr val="00B050"/>
                </a:solidFill>
                <a:latin typeface="Arial" panose="020B0604020202020204" pitchFamily="34" charset="0"/>
                <a:cs typeface="Arial" panose="020B0604020202020204" pitchFamily="34" charset="0"/>
              </a:rPr>
              <a:t>Disadvantages of Digital Transmission</a:t>
            </a:r>
          </a:p>
          <a:p>
            <a:pPr algn="just">
              <a:buFont typeface="Wingdings" panose="05000000000000000000" pitchFamily="2" charset="2"/>
              <a:buChar char="Ø"/>
            </a:pPr>
            <a:r>
              <a:rPr lang="en-US" dirty="0">
                <a:solidFill>
                  <a:srgbClr val="0221BE"/>
                </a:solidFill>
                <a:latin typeface="Arial" panose="020B0604020202020204" pitchFamily="34" charset="0"/>
                <a:cs typeface="Arial" panose="020B0604020202020204" pitchFamily="34" charset="0"/>
              </a:rPr>
              <a:t>The transmission of digitally encoded analog signals requires significantly more bandwidth than simply transmitting the original analog signal.</a:t>
            </a:r>
          </a:p>
          <a:p>
            <a:pPr algn="just">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ADC and DAC are needed</a:t>
            </a:r>
          </a:p>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Requires precise time synchronization between the clocks in the transmitters and receivers</a:t>
            </a:r>
          </a:p>
          <a:p>
            <a:pPr algn="just">
              <a:buFont typeface="Wingdings" panose="05000000000000000000" pitchFamily="2" charset="2"/>
              <a:buChar char="Ø"/>
            </a:pPr>
            <a:r>
              <a:rPr lang="en-US" dirty="0">
                <a:solidFill>
                  <a:srgbClr val="00B050"/>
                </a:solidFill>
                <a:latin typeface="Arial" panose="020B0604020202020204" pitchFamily="34" charset="0"/>
                <a:cs typeface="Arial" panose="020B0604020202020204" pitchFamily="34" charset="0"/>
              </a:rPr>
              <a:t>Digital transmission systems are incompatible with older analog transmission systems</a:t>
            </a:r>
          </a:p>
        </p:txBody>
      </p:sp>
    </p:spTree>
    <p:extLst>
      <p:ext uri="{BB962C8B-B14F-4D97-AF65-F5344CB8AC3E}">
        <p14:creationId xmlns:p14="http://schemas.microsoft.com/office/powerpoint/2010/main" val="335887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ircle(in)">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5931" y="177556"/>
            <a:ext cx="9900138" cy="478937"/>
          </a:xfrm>
        </p:spPr>
        <p:txBody>
          <a:bodyPr>
            <a:normAutofit fontScale="90000"/>
          </a:bodyPr>
          <a:lstStyle/>
          <a:p>
            <a:pPr algn="ctr"/>
            <a:r>
              <a:rPr lang="en-US" dirty="0">
                <a:solidFill>
                  <a:srgbClr val="FF0000"/>
                </a:solidFill>
                <a:latin typeface="Arial" panose="020B0604020202020204" pitchFamily="34" charset="0"/>
                <a:cs typeface="Arial" panose="020B0604020202020204" pitchFamily="34" charset="0"/>
              </a:rPr>
              <a:t>Pulse Code Modulation</a:t>
            </a:r>
          </a:p>
        </p:txBody>
      </p:sp>
      <p:sp>
        <p:nvSpPr>
          <p:cNvPr id="3" name="Content Placeholder 2"/>
          <p:cNvSpPr>
            <a:spLocks noGrp="1"/>
          </p:cNvSpPr>
          <p:nvPr>
            <p:ph idx="1"/>
          </p:nvPr>
        </p:nvSpPr>
        <p:spPr>
          <a:xfrm>
            <a:off x="275492" y="890954"/>
            <a:ext cx="11635154" cy="5356348"/>
          </a:xfrm>
        </p:spPr>
        <p:txBody>
          <a:bodyPr/>
          <a:lstStyle/>
          <a:p>
            <a:r>
              <a:rPr lang="en-US" dirty="0"/>
              <a:t>Pulse code modulation (PCM) is a digital transmission </a:t>
            </a:r>
            <a:r>
              <a:rPr lang="en-US"/>
              <a:t>system with analog </a:t>
            </a:r>
            <a:r>
              <a:rPr lang="en-US" dirty="0"/>
              <a:t>to digital converter (ADC) at the input and a digital to analog converter (DAC) at the output. </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7863" y="2241218"/>
            <a:ext cx="7503306" cy="1751477"/>
          </a:xfrm>
          <a:prstGeom prst="rect">
            <a:avLst/>
          </a:prstGeom>
          <a:noFill/>
          <a:ln>
            <a:noFill/>
          </a:ln>
        </p:spPr>
      </p:pic>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4100" y="3992695"/>
            <a:ext cx="6725408" cy="984873"/>
          </a:xfrm>
          <a:prstGeom prst="rect">
            <a:avLst/>
          </a:prstGeom>
          <a:noFill/>
          <a:ln>
            <a:noFill/>
          </a:ln>
        </p:spPr>
      </p:pic>
      <p:pic>
        <p:nvPicPr>
          <p:cNvPr id="6" name="Picture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67058" y="5212029"/>
            <a:ext cx="7609987" cy="1428982"/>
          </a:xfrm>
          <a:prstGeom prst="rect">
            <a:avLst/>
          </a:prstGeom>
          <a:noFill/>
          <a:ln>
            <a:noFill/>
          </a:ln>
        </p:spPr>
      </p:pic>
    </p:spTree>
    <p:extLst>
      <p:ext uri="{BB962C8B-B14F-4D97-AF65-F5344CB8AC3E}">
        <p14:creationId xmlns:p14="http://schemas.microsoft.com/office/powerpoint/2010/main" val="128547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737" y="107218"/>
            <a:ext cx="10193215" cy="748567"/>
          </a:xfrm>
        </p:spPr>
        <p:txBody>
          <a:bodyPr/>
          <a:lstStyle/>
          <a:p>
            <a:pPr algn="ctr"/>
            <a:r>
              <a:rPr lang="en-US" b="1" dirty="0"/>
              <a:t>Practical Sampling Rates</a:t>
            </a:r>
            <a:endParaRPr lang="en-US" dirty="0"/>
          </a:p>
        </p:txBody>
      </p:sp>
      <p:sp>
        <p:nvSpPr>
          <p:cNvPr id="4" name="Rectangle 3"/>
          <p:cNvSpPr txBox="1">
            <a:spLocks noChangeArrowheads="1"/>
          </p:cNvSpPr>
          <p:nvPr/>
        </p:nvSpPr>
        <p:spPr>
          <a:xfrm>
            <a:off x="1371599" y="1119798"/>
            <a:ext cx="10222523" cy="5738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r>
              <a:rPr lang="en-US" altLang="zh-CN" sz="2400" b="1" dirty="0">
                <a:solidFill>
                  <a:srgbClr val="FF0000"/>
                </a:solidFill>
                <a:ea typeface="SimSun" panose="02010600030101010101" pitchFamily="2" charset="-122"/>
              </a:rPr>
              <a:t>Speech</a:t>
            </a:r>
            <a:endParaRPr lang="en-US" altLang="zh-CN" sz="2400" dirty="0">
              <a:solidFill>
                <a:srgbClr val="FF0000"/>
              </a:solidFill>
              <a:ea typeface="SimSun" panose="02010600030101010101" pitchFamily="2" charset="-122"/>
            </a:endParaRPr>
          </a:p>
          <a:p>
            <a:pPr marL="571500" indent="-571500">
              <a:buFont typeface="Wingdings" panose="05000000000000000000" pitchFamily="2" charset="2"/>
              <a:buNone/>
            </a:pPr>
            <a:r>
              <a:rPr lang="en-US" altLang="zh-CN" sz="2400" dirty="0">
                <a:ea typeface="SimSun" panose="02010600030101010101" pitchFamily="2" charset="-122"/>
              </a:rPr>
              <a:t>	-	Telephone quality speech has a bandwidth of 4 kHz 	(actually 300 to 3300Hz)</a:t>
            </a:r>
          </a:p>
          <a:p>
            <a:pPr marL="571500" indent="-571500">
              <a:buFont typeface="Wingdings" panose="05000000000000000000" pitchFamily="2" charset="2"/>
              <a:buNone/>
            </a:pPr>
            <a:r>
              <a:rPr lang="en-US" altLang="zh-CN" sz="2400" dirty="0">
                <a:ea typeface="SimSun" panose="02010600030101010101" pitchFamily="2" charset="-122"/>
              </a:rPr>
              <a:t>	</a:t>
            </a:r>
            <a:r>
              <a:rPr lang="en-US" altLang="zh-CN" sz="2400" dirty="0">
                <a:solidFill>
                  <a:srgbClr val="0404EC"/>
                </a:solidFill>
                <a:ea typeface="SimSun" panose="02010600030101010101" pitchFamily="2" charset="-122"/>
              </a:rPr>
              <a:t>-	Most digital telephone systems are sampled at 8000 samples/sec</a:t>
            </a:r>
          </a:p>
          <a:p>
            <a:pPr marL="571500" indent="-571500"/>
            <a:r>
              <a:rPr lang="en-US" altLang="zh-CN" sz="2400" b="1" dirty="0">
                <a:solidFill>
                  <a:srgbClr val="FF0000"/>
                </a:solidFill>
                <a:ea typeface="SimSun" panose="02010600030101010101" pitchFamily="2" charset="-122"/>
              </a:rPr>
              <a:t>Audio:</a:t>
            </a:r>
          </a:p>
          <a:p>
            <a:pPr marL="571500" indent="-571500">
              <a:buFont typeface="Wingdings" panose="05000000000000000000" pitchFamily="2" charset="2"/>
              <a:buNone/>
            </a:pPr>
            <a:r>
              <a:rPr lang="en-US" altLang="zh-CN" sz="2400" dirty="0">
                <a:ea typeface="SimSun" panose="02010600030101010101" pitchFamily="2" charset="-122"/>
              </a:rPr>
              <a:t>	-	The highest frequency the human ear can hear is approximately 15kHz</a:t>
            </a:r>
          </a:p>
          <a:p>
            <a:pPr marL="571500" indent="-571500">
              <a:buFont typeface="Wingdings" panose="05000000000000000000" pitchFamily="2" charset="2"/>
              <a:buNone/>
            </a:pPr>
            <a:r>
              <a:rPr lang="en-US" altLang="zh-CN" sz="2400" dirty="0">
                <a:ea typeface="SimSun" panose="02010600030101010101" pitchFamily="2" charset="-122"/>
              </a:rPr>
              <a:t>	</a:t>
            </a:r>
            <a:r>
              <a:rPr lang="en-US" altLang="zh-CN" sz="2400" dirty="0">
                <a:solidFill>
                  <a:srgbClr val="0404EC"/>
                </a:solidFill>
                <a:ea typeface="SimSun" panose="02010600030101010101" pitchFamily="2" charset="-122"/>
              </a:rPr>
              <a:t>-	CD quality audio are sampled at rate of 44,100 samples/sec</a:t>
            </a:r>
          </a:p>
          <a:p>
            <a:pPr marL="571500" indent="-571500"/>
            <a:r>
              <a:rPr lang="en-US" altLang="zh-CN" sz="2400" b="1" dirty="0">
                <a:solidFill>
                  <a:srgbClr val="FF0000"/>
                </a:solidFill>
                <a:ea typeface="SimSun" panose="02010600030101010101" pitchFamily="2" charset="-122"/>
              </a:rPr>
              <a:t>Video</a:t>
            </a:r>
          </a:p>
          <a:p>
            <a:pPr marL="571500" indent="-571500">
              <a:buFont typeface="Wingdings" panose="05000000000000000000" pitchFamily="2" charset="2"/>
              <a:buNone/>
            </a:pPr>
            <a:r>
              <a:rPr lang="en-US" altLang="zh-CN" sz="2400" dirty="0">
                <a:ea typeface="SimSun" panose="02010600030101010101" pitchFamily="2" charset="-122"/>
              </a:rPr>
              <a:t>	-	The human eye requires samples at a rate of at least 20 frames/sec to achieve smooth motion</a:t>
            </a:r>
            <a:endParaRPr lang="en-US" altLang="zh-CN" dirty="0">
              <a:ea typeface="SimSun" panose="02010600030101010101" pitchFamily="2" charset="-122"/>
            </a:endParaRPr>
          </a:p>
        </p:txBody>
      </p:sp>
    </p:spTree>
    <p:extLst>
      <p:ext uri="{BB962C8B-B14F-4D97-AF65-F5344CB8AC3E}">
        <p14:creationId xmlns:p14="http://schemas.microsoft.com/office/powerpoint/2010/main" val="187598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arn(inVertical)">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down)">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tgtEl>
                                          <p:spTgt spid="4">
                                            <p:txEl>
                                              <p:pRg st="5" end="5"/>
                                            </p:txEl>
                                          </p:spTgt>
                                        </p:tgtEl>
                                      </p:cBhvr>
                                    </p:animEffect>
                                    <p:anim calcmode="lin" valueType="num">
                                      <p:cBhvr>
                                        <p:cTn id="2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4">
                                            <p:txEl>
                                              <p:pRg st="6" end="6"/>
                                            </p:txEl>
                                          </p:spTgt>
                                        </p:tgtEl>
                                        <p:attrNameLst>
                                          <p:attrName>style.visibility</p:attrName>
                                        </p:attrNameLst>
                                      </p:cBhvr>
                                      <p:to>
                                        <p:strVal val="visible"/>
                                      </p:to>
                                    </p:set>
                                    <p:animEffect transition="in" filter="barn(inVertical)">
                                      <p:cBhvr>
                                        <p:cTn id="34" dur="500"/>
                                        <p:tgtEl>
                                          <p:spTgt spid="4">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animEffect transition="in" filter="circle(in)">
                                      <p:cBhvr>
                                        <p:cTn id="39"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Regeneration of PCM signal</a:t>
            </a:r>
          </a:p>
        </p:txBody>
      </p:sp>
      <p:pic>
        <p:nvPicPr>
          <p:cNvPr id="4" name="Picture 3"/>
          <p:cNvPicPr>
            <a:picLocks noChangeAspect="1"/>
          </p:cNvPicPr>
          <p:nvPr/>
        </p:nvPicPr>
        <p:blipFill>
          <a:blip r:embed="rId2" cstate="print"/>
          <a:stretch>
            <a:fillRect/>
          </a:stretch>
        </p:blipFill>
        <p:spPr>
          <a:xfrm>
            <a:off x="838200" y="1563199"/>
            <a:ext cx="10289172" cy="4403847"/>
          </a:xfrm>
          <a:prstGeom prst="rect">
            <a:avLst/>
          </a:prstGeom>
        </p:spPr>
      </p:pic>
    </p:spTree>
    <p:extLst>
      <p:ext uri="{BB962C8B-B14F-4D97-AF65-F5344CB8AC3E}">
        <p14:creationId xmlns:p14="http://schemas.microsoft.com/office/powerpoint/2010/main" val="3704056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691" y="339969"/>
            <a:ext cx="10515600" cy="574431"/>
          </a:xfrm>
        </p:spPr>
        <p:txBody>
          <a:bodyPr>
            <a:normAutofit fontScale="90000"/>
          </a:bodyPr>
          <a:lstStyle/>
          <a:p>
            <a:pPr algn="ctr"/>
            <a:r>
              <a:rPr lang="en-US" dirty="0">
                <a:solidFill>
                  <a:srgbClr val="FF0000"/>
                </a:solidFill>
                <a:latin typeface="Arial" panose="020B0604020202020204" pitchFamily="34" charset="0"/>
                <a:cs typeface="Arial" panose="020B0604020202020204" pitchFamily="34" charset="0"/>
              </a:rPr>
              <a:t>A PCM System </a:t>
            </a:r>
            <a:br>
              <a:rPr lang="en-US" dirty="0"/>
            </a:br>
            <a:endParaRPr lang="en-US" dirty="0"/>
          </a:p>
        </p:txBody>
      </p:sp>
      <p:pic>
        <p:nvPicPr>
          <p:cNvPr id="5" name="Picture 4"/>
          <p:cNvPicPr>
            <a:picLocks noChangeAspect="1"/>
          </p:cNvPicPr>
          <p:nvPr/>
        </p:nvPicPr>
        <p:blipFill>
          <a:blip r:embed="rId2" cstate="print"/>
          <a:stretch>
            <a:fillRect/>
          </a:stretch>
        </p:blipFill>
        <p:spPr>
          <a:xfrm>
            <a:off x="677064" y="685797"/>
            <a:ext cx="11119219" cy="6019801"/>
          </a:xfrm>
          <a:prstGeom prst="rect">
            <a:avLst/>
          </a:prstGeom>
        </p:spPr>
      </p:pic>
      <p:sp>
        <p:nvSpPr>
          <p:cNvPr id="3" name="TextBox 2"/>
          <p:cNvSpPr txBox="1"/>
          <p:nvPr/>
        </p:nvSpPr>
        <p:spPr>
          <a:xfrm>
            <a:off x="2672862" y="1535723"/>
            <a:ext cx="1371600" cy="646331"/>
          </a:xfrm>
          <a:prstGeom prst="rect">
            <a:avLst/>
          </a:prstGeom>
          <a:noFill/>
        </p:spPr>
        <p:txBody>
          <a:bodyPr wrap="square" rtlCol="0">
            <a:spAutoFit/>
          </a:bodyPr>
          <a:lstStyle/>
          <a:p>
            <a:pPr algn="ctr"/>
            <a:r>
              <a:rPr lang="en-US" dirty="0">
                <a:solidFill>
                  <a:srgbClr val="FF0000"/>
                </a:solidFill>
                <a:latin typeface="Arial" panose="020B0604020202020204" pitchFamily="34" charset="0"/>
                <a:cs typeface="Arial" panose="020B0604020202020204" pitchFamily="34" charset="0"/>
              </a:rPr>
              <a:t>DT sequence</a:t>
            </a:r>
          </a:p>
        </p:txBody>
      </p:sp>
    </p:spTree>
    <p:extLst>
      <p:ext uri="{BB962C8B-B14F-4D97-AF65-F5344CB8AC3E}">
        <p14:creationId xmlns:p14="http://schemas.microsoft.com/office/powerpoint/2010/main" val="4147951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666506"/>
          </a:xfrm>
        </p:spPr>
        <p:txBody>
          <a:bodyPr>
            <a:normAutofit/>
          </a:bodyPr>
          <a:lstStyle/>
          <a:p>
            <a:pPr algn="ctr"/>
            <a:r>
              <a:rPr lang="en-US" sz="3600" dirty="0">
                <a:solidFill>
                  <a:srgbClr val="FF0000"/>
                </a:solidFill>
                <a:latin typeface="Arial" panose="020B0604020202020204" pitchFamily="34" charset="0"/>
                <a:cs typeface="Arial" panose="020B0604020202020204" pitchFamily="34" charset="0"/>
              </a:rPr>
              <a:t>Examples of PCM</a:t>
            </a:r>
          </a:p>
        </p:txBody>
      </p:sp>
      <p:pic>
        <p:nvPicPr>
          <p:cNvPr id="4" name="Picture 3"/>
          <p:cNvPicPr>
            <a:picLocks noChangeAspect="1"/>
          </p:cNvPicPr>
          <p:nvPr/>
        </p:nvPicPr>
        <p:blipFill>
          <a:blip r:embed="rId2" cstate="print"/>
          <a:stretch>
            <a:fillRect/>
          </a:stretch>
        </p:blipFill>
        <p:spPr>
          <a:xfrm>
            <a:off x="1025769" y="666506"/>
            <a:ext cx="8258908" cy="6142875"/>
          </a:xfrm>
          <a:prstGeom prst="rect">
            <a:avLst/>
          </a:prstGeom>
        </p:spPr>
      </p:pic>
    </p:spTree>
    <p:extLst>
      <p:ext uri="{BB962C8B-B14F-4D97-AF65-F5344CB8AC3E}">
        <p14:creationId xmlns:p14="http://schemas.microsoft.com/office/powerpoint/2010/main" val="138046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92" y="118942"/>
            <a:ext cx="10515600" cy="772013"/>
          </a:xfrm>
        </p:spPr>
        <p:txBody>
          <a:bodyPr/>
          <a:lstStyle/>
          <a:p>
            <a:r>
              <a:rPr lang="en-US" dirty="0">
                <a:solidFill>
                  <a:srgbClr val="0404EC"/>
                </a:solidFill>
                <a:latin typeface="Arial" panose="020B0604020202020204" pitchFamily="34" charset="0"/>
                <a:cs typeface="Arial" panose="020B0604020202020204" pitchFamily="34" charset="0"/>
              </a:rPr>
              <a:t>Sampling</a:t>
            </a:r>
          </a:p>
        </p:txBody>
      </p:sp>
      <p:pic>
        <p:nvPicPr>
          <p:cNvPr id="4" name="Picture 3"/>
          <p:cNvPicPr>
            <a:picLocks noChangeAspect="1"/>
          </p:cNvPicPr>
          <p:nvPr/>
        </p:nvPicPr>
        <p:blipFill>
          <a:blip r:embed="rId2" cstate="print"/>
          <a:stretch>
            <a:fillRect/>
          </a:stretch>
        </p:blipFill>
        <p:spPr>
          <a:xfrm>
            <a:off x="5771417" y="21275"/>
            <a:ext cx="5084152" cy="2520067"/>
          </a:xfrm>
          <a:prstGeom prst="rect">
            <a:avLst/>
          </a:prstGeom>
        </p:spPr>
      </p:pic>
      <p:pic>
        <p:nvPicPr>
          <p:cNvPr id="5" name="Picture 4"/>
          <p:cNvPicPr>
            <a:picLocks noChangeAspect="1"/>
          </p:cNvPicPr>
          <p:nvPr/>
        </p:nvPicPr>
        <p:blipFill>
          <a:blip r:embed="rId3" cstate="print"/>
          <a:stretch>
            <a:fillRect/>
          </a:stretch>
        </p:blipFill>
        <p:spPr>
          <a:xfrm>
            <a:off x="5836260" y="2670174"/>
            <a:ext cx="5362689" cy="1303825"/>
          </a:xfrm>
          <a:prstGeom prst="rect">
            <a:avLst/>
          </a:prstGeom>
        </p:spPr>
      </p:pic>
      <p:sp>
        <p:nvSpPr>
          <p:cNvPr id="3" name="TextBox 2"/>
          <p:cNvSpPr txBox="1"/>
          <p:nvPr/>
        </p:nvSpPr>
        <p:spPr>
          <a:xfrm>
            <a:off x="123093" y="5298831"/>
            <a:ext cx="5648324" cy="523220"/>
          </a:xfrm>
          <a:prstGeom prst="rect">
            <a:avLst/>
          </a:prstGeom>
          <a:noFill/>
        </p:spPr>
        <p:txBody>
          <a:bodyPr wrap="square" rtlCol="0">
            <a:spAutoFit/>
          </a:bodyPr>
          <a:lstStyle/>
          <a:p>
            <a:r>
              <a:rPr lang="en-US" sz="2800" i="1" dirty="0">
                <a:solidFill>
                  <a:srgbClr val="0404EC"/>
                </a:solidFill>
                <a:latin typeface="Times New Roman" panose="02020603050405020304" pitchFamily="18" charset="0"/>
                <a:cs typeface="Times New Roman" panose="02020603050405020304" pitchFamily="18" charset="0"/>
              </a:rPr>
              <a:t>x</a:t>
            </a:r>
            <a:r>
              <a:rPr lang="en-US" sz="2800" dirty="0">
                <a:solidFill>
                  <a:srgbClr val="0404EC"/>
                </a:solidFill>
                <a:latin typeface="Arial" panose="020B0604020202020204" pitchFamily="34" charset="0"/>
                <a:cs typeface="Arial" panose="020B0604020202020204" pitchFamily="34" charset="0"/>
              </a:rPr>
              <a:t>[</a:t>
            </a:r>
            <a:r>
              <a:rPr lang="en-US" sz="2800" i="1" dirty="0">
                <a:solidFill>
                  <a:srgbClr val="0404EC"/>
                </a:solidFill>
                <a:latin typeface="Times New Roman" panose="02020603050405020304" pitchFamily="18" charset="0"/>
                <a:cs typeface="Times New Roman" panose="02020603050405020304" pitchFamily="18" charset="0"/>
              </a:rPr>
              <a:t>n</a:t>
            </a:r>
            <a:r>
              <a:rPr lang="en-US" sz="2800" dirty="0">
                <a:solidFill>
                  <a:srgbClr val="0404EC"/>
                </a:solidFill>
                <a:latin typeface="Arial" panose="020B0604020202020204" pitchFamily="34" charset="0"/>
                <a:cs typeface="Arial" panose="020B0604020202020204" pitchFamily="34" charset="0"/>
              </a:rPr>
              <a:t>] </a:t>
            </a:r>
            <a:r>
              <a:rPr lang="en-US" sz="2400" dirty="0">
                <a:solidFill>
                  <a:srgbClr val="0404EC"/>
                </a:solidFill>
                <a:latin typeface="Arial" panose="020B0604020202020204" pitchFamily="34" charset="0"/>
                <a:cs typeface="Arial" panose="020B0604020202020204" pitchFamily="34" charset="0"/>
              </a:rPr>
              <a:t>= {1.3, 3.6, 2.3, 0.7, -0.7, -2.4, -3.4 }</a:t>
            </a:r>
          </a:p>
        </p:txBody>
      </p:sp>
      <p:pic>
        <p:nvPicPr>
          <p:cNvPr id="7" name="Picture 6"/>
          <p:cNvPicPr>
            <a:picLocks noChangeAspect="1"/>
          </p:cNvPicPr>
          <p:nvPr/>
        </p:nvPicPr>
        <p:blipFill>
          <a:blip r:embed="rId4" cstate="print"/>
          <a:stretch>
            <a:fillRect/>
          </a:stretch>
        </p:blipFill>
        <p:spPr>
          <a:xfrm>
            <a:off x="5926804" y="4128721"/>
            <a:ext cx="5181600" cy="2752725"/>
          </a:xfrm>
          <a:prstGeom prst="rect">
            <a:avLst/>
          </a:prstGeom>
        </p:spPr>
      </p:pic>
    </p:spTree>
    <p:extLst>
      <p:ext uri="{BB962C8B-B14F-4D97-AF65-F5344CB8AC3E}">
        <p14:creationId xmlns:p14="http://schemas.microsoft.com/office/powerpoint/2010/main" val="279871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664C18-9F5F-B813-4E0B-AA4533D4A45B}"/>
              </a:ext>
            </a:extLst>
          </p:cNvPr>
          <p:cNvSpPr>
            <a:spLocks noGrp="1"/>
          </p:cNvSpPr>
          <p:nvPr>
            <p:ph type="ftr" sz="quarter" idx="11"/>
          </p:nvPr>
        </p:nvSpPr>
        <p:spPr/>
        <p:txBody>
          <a:bodyPr/>
          <a:lstStyle/>
          <a:p>
            <a:r>
              <a:rPr lang="en-US"/>
              <a:t>Dr. M. Venu Gopala Rao</a:t>
            </a:r>
          </a:p>
        </p:txBody>
      </p:sp>
      <p:sp>
        <p:nvSpPr>
          <p:cNvPr id="3" name="Slide Number Placeholder 2">
            <a:extLst>
              <a:ext uri="{FF2B5EF4-FFF2-40B4-BE49-F238E27FC236}">
                <a16:creationId xmlns:a16="http://schemas.microsoft.com/office/drawing/2014/main" id="{D200A363-42A4-9E1C-8E38-8F967A034209}"/>
              </a:ext>
            </a:extLst>
          </p:cNvPr>
          <p:cNvSpPr>
            <a:spLocks noGrp="1"/>
          </p:cNvSpPr>
          <p:nvPr>
            <p:ph type="sldNum" sz="quarter" idx="12"/>
          </p:nvPr>
        </p:nvSpPr>
        <p:spPr/>
        <p:txBody>
          <a:bodyPr/>
          <a:lstStyle/>
          <a:p>
            <a:fld id="{CBABCCC1-BF11-4F37-963E-1BCD5B23FD72}" type="slidenum">
              <a:rPr lang="en-IN" smtClean="0"/>
              <a:t>16</a:t>
            </a:fld>
            <a:endParaRPr lang="en-IN"/>
          </a:p>
        </p:txBody>
      </p:sp>
      <p:pic>
        <p:nvPicPr>
          <p:cNvPr id="5" name="Picture 4">
            <a:extLst>
              <a:ext uri="{FF2B5EF4-FFF2-40B4-BE49-F238E27FC236}">
                <a16:creationId xmlns:a16="http://schemas.microsoft.com/office/drawing/2014/main" id="{D5700CD3-1A11-7CC7-AD1A-C8CFD6997C89}"/>
              </a:ext>
            </a:extLst>
          </p:cNvPr>
          <p:cNvPicPr>
            <a:picLocks noChangeAspect="1"/>
          </p:cNvPicPr>
          <p:nvPr/>
        </p:nvPicPr>
        <p:blipFill>
          <a:blip r:embed="rId2"/>
          <a:stretch>
            <a:fillRect/>
          </a:stretch>
        </p:blipFill>
        <p:spPr>
          <a:xfrm>
            <a:off x="2930297" y="457880"/>
            <a:ext cx="5965730" cy="5267167"/>
          </a:xfrm>
          <a:prstGeom prst="rect">
            <a:avLst/>
          </a:prstGeom>
        </p:spPr>
      </p:pic>
      <p:cxnSp>
        <p:nvCxnSpPr>
          <p:cNvPr id="7" name="Straight Connector 6">
            <a:extLst>
              <a:ext uri="{FF2B5EF4-FFF2-40B4-BE49-F238E27FC236}">
                <a16:creationId xmlns:a16="http://schemas.microsoft.com/office/drawing/2014/main" id="{7BA4EDEF-08BE-F6DD-F9A1-4083FFD2181B}"/>
              </a:ext>
            </a:extLst>
          </p:cNvPr>
          <p:cNvCxnSpPr/>
          <p:nvPr/>
        </p:nvCxnSpPr>
        <p:spPr>
          <a:xfrm>
            <a:off x="3338286" y="159657"/>
            <a:ext cx="0" cy="5994400"/>
          </a:xfrm>
          <a:prstGeom prst="line">
            <a:avLst/>
          </a:prstGeom>
          <a:ln w="5715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F7F28285-6217-F44E-534D-E4A6FB8D92CE}"/>
              </a:ext>
            </a:extLst>
          </p:cNvPr>
          <p:cNvCxnSpPr/>
          <p:nvPr/>
        </p:nvCxnSpPr>
        <p:spPr>
          <a:xfrm>
            <a:off x="2612571" y="3135086"/>
            <a:ext cx="6952343" cy="0"/>
          </a:xfrm>
          <a:prstGeom prst="line">
            <a:avLst/>
          </a:prstGeom>
          <a:ln w="571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7D53954-5AC1-3640-F22A-036C158AF763}"/>
              </a:ext>
            </a:extLst>
          </p:cNvPr>
          <p:cNvCxnSpPr/>
          <p:nvPr/>
        </p:nvCxnSpPr>
        <p:spPr>
          <a:xfrm>
            <a:off x="4557486" y="769257"/>
            <a:ext cx="0" cy="236582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15DB0D5-52F6-01FE-31B1-414A8569BB01}"/>
              </a:ext>
            </a:extLst>
          </p:cNvPr>
          <p:cNvCxnSpPr>
            <a:cxnSpLocks/>
          </p:cNvCxnSpPr>
          <p:nvPr/>
        </p:nvCxnSpPr>
        <p:spPr>
          <a:xfrm>
            <a:off x="3882572" y="1219200"/>
            <a:ext cx="0" cy="191588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F117A56-E559-E723-65DD-07B6F28F506E}"/>
              </a:ext>
            </a:extLst>
          </p:cNvPr>
          <p:cNvCxnSpPr>
            <a:cxnSpLocks/>
          </p:cNvCxnSpPr>
          <p:nvPr/>
        </p:nvCxnSpPr>
        <p:spPr>
          <a:xfrm>
            <a:off x="5225143" y="1219200"/>
            <a:ext cx="0" cy="191588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17F582-1B7A-0D14-E5FA-FE8B36A2CA9D}"/>
              </a:ext>
            </a:extLst>
          </p:cNvPr>
          <p:cNvCxnSpPr>
            <a:cxnSpLocks/>
          </p:cNvCxnSpPr>
          <p:nvPr/>
        </p:nvCxnSpPr>
        <p:spPr>
          <a:xfrm>
            <a:off x="6270172" y="3135086"/>
            <a:ext cx="0" cy="191588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72EDBB7-A3DD-CB17-FE4F-F5C69E405EE2}"/>
              </a:ext>
            </a:extLst>
          </p:cNvPr>
          <p:cNvCxnSpPr/>
          <p:nvPr/>
        </p:nvCxnSpPr>
        <p:spPr>
          <a:xfrm>
            <a:off x="6930571" y="3135086"/>
            <a:ext cx="0" cy="236582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60B8541-9FEE-D1A4-9A3C-E78F5565453A}"/>
              </a:ext>
            </a:extLst>
          </p:cNvPr>
          <p:cNvCxnSpPr>
            <a:cxnSpLocks/>
          </p:cNvCxnSpPr>
          <p:nvPr/>
        </p:nvCxnSpPr>
        <p:spPr>
          <a:xfrm>
            <a:off x="7598229" y="3135086"/>
            <a:ext cx="0" cy="191588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6D1EAF9-5895-43BC-3BEC-31BED70D9E24}"/>
              </a:ext>
            </a:extLst>
          </p:cNvPr>
          <p:cNvCxnSpPr/>
          <p:nvPr/>
        </p:nvCxnSpPr>
        <p:spPr>
          <a:xfrm>
            <a:off x="2930297" y="754744"/>
            <a:ext cx="6634617" cy="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138A47FA-7E99-78FC-4DD1-4F8928475268}"/>
              </a:ext>
            </a:extLst>
          </p:cNvPr>
          <p:cNvCxnSpPr/>
          <p:nvPr/>
        </p:nvCxnSpPr>
        <p:spPr>
          <a:xfrm>
            <a:off x="2415040" y="3127830"/>
            <a:ext cx="6634617" cy="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22" name="Straight Connector 21">
            <a:extLst>
              <a:ext uri="{FF2B5EF4-FFF2-40B4-BE49-F238E27FC236}">
                <a16:creationId xmlns:a16="http://schemas.microsoft.com/office/drawing/2014/main" id="{7A937677-C8F1-F910-EE57-8FA8314E535F}"/>
              </a:ext>
            </a:extLst>
          </p:cNvPr>
          <p:cNvCxnSpPr/>
          <p:nvPr/>
        </p:nvCxnSpPr>
        <p:spPr>
          <a:xfrm>
            <a:off x="2938347" y="5529945"/>
            <a:ext cx="6634617" cy="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A5ABCD59-1CF1-B663-B890-D9C396F77318}"/>
              </a:ext>
            </a:extLst>
          </p:cNvPr>
          <p:cNvCxnSpPr/>
          <p:nvPr/>
        </p:nvCxnSpPr>
        <p:spPr>
          <a:xfrm>
            <a:off x="2952863" y="1894113"/>
            <a:ext cx="6634617" cy="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B6BE951B-49F5-4F54-ED5B-743FC39C94DD}"/>
              </a:ext>
            </a:extLst>
          </p:cNvPr>
          <p:cNvCxnSpPr/>
          <p:nvPr/>
        </p:nvCxnSpPr>
        <p:spPr>
          <a:xfrm>
            <a:off x="2786743" y="4252687"/>
            <a:ext cx="6634617" cy="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73957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4761768" y="246185"/>
            <a:ext cx="7285087" cy="4160594"/>
          </a:xfrm>
          <a:prstGeom prst="rect">
            <a:avLst/>
          </a:prstGeom>
        </p:spPr>
      </p:pic>
      <p:sp>
        <p:nvSpPr>
          <p:cNvPr id="7" name="Title 1"/>
          <p:cNvSpPr>
            <a:spLocks noGrp="1"/>
          </p:cNvSpPr>
          <p:nvPr>
            <p:ph type="title"/>
          </p:nvPr>
        </p:nvSpPr>
        <p:spPr>
          <a:xfrm>
            <a:off x="7244863" y="23446"/>
            <a:ext cx="4801992" cy="490658"/>
          </a:xfrm>
        </p:spPr>
        <p:txBody>
          <a:bodyPr>
            <a:normAutofit/>
          </a:bodyPr>
          <a:lstStyle/>
          <a:p>
            <a:r>
              <a:rPr lang="en-US" sz="2800" dirty="0">
                <a:solidFill>
                  <a:srgbClr val="0404EC"/>
                </a:solidFill>
                <a:latin typeface="Arial" panose="020B0604020202020204" pitchFamily="34" charset="0"/>
                <a:cs typeface="Arial" panose="020B0604020202020204" pitchFamily="34" charset="0"/>
              </a:rPr>
              <a:t>Quantization and Encoding</a:t>
            </a:r>
          </a:p>
        </p:txBody>
      </p:sp>
      <p:pic>
        <p:nvPicPr>
          <p:cNvPr id="10" name="Picture 9"/>
          <p:cNvPicPr>
            <a:picLocks noChangeAspect="1"/>
          </p:cNvPicPr>
          <p:nvPr/>
        </p:nvPicPr>
        <p:blipFill>
          <a:blip r:embed="rId3" cstate="print"/>
          <a:stretch>
            <a:fillRect/>
          </a:stretch>
        </p:blipFill>
        <p:spPr>
          <a:xfrm>
            <a:off x="3348664" y="338017"/>
            <a:ext cx="1379398" cy="3694721"/>
          </a:xfrm>
          <a:prstGeom prst="rect">
            <a:avLst/>
          </a:prstGeom>
        </p:spPr>
      </p:pic>
      <p:pic>
        <p:nvPicPr>
          <p:cNvPr id="11" name="Picture 10"/>
          <p:cNvPicPr>
            <a:picLocks noChangeAspect="1"/>
          </p:cNvPicPr>
          <p:nvPr/>
        </p:nvPicPr>
        <p:blipFill>
          <a:blip r:embed="rId4" cstate="print"/>
          <a:stretch>
            <a:fillRect/>
          </a:stretch>
        </p:blipFill>
        <p:spPr>
          <a:xfrm>
            <a:off x="2415801" y="349740"/>
            <a:ext cx="899157" cy="3694721"/>
          </a:xfrm>
          <a:prstGeom prst="rect">
            <a:avLst/>
          </a:prstGeom>
        </p:spPr>
      </p:pic>
      <p:pic>
        <p:nvPicPr>
          <p:cNvPr id="12" name="Picture 11"/>
          <p:cNvPicPr>
            <a:picLocks noChangeAspect="1"/>
          </p:cNvPicPr>
          <p:nvPr/>
        </p:nvPicPr>
        <p:blipFill>
          <a:blip r:embed="rId5" cstate="print"/>
          <a:stretch>
            <a:fillRect/>
          </a:stretch>
        </p:blipFill>
        <p:spPr>
          <a:xfrm>
            <a:off x="2919045" y="4477119"/>
            <a:ext cx="8934049" cy="338655"/>
          </a:xfrm>
          <a:prstGeom prst="rect">
            <a:avLst/>
          </a:prstGeom>
        </p:spPr>
      </p:pic>
      <p:pic>
        <p:nvPicPr>
          <p:cNvPr id="13" name="Picture 12"/>
          <p:cNvPicPr>
            <a:picLocks noChangeAspect="1"/>
          </p:cNvPicPr>
          <p:nvPr/>
        </p:nvPicPr>
        <p:blipFill>
          <a:blip r:embed="rId6" cstate="print"/>
          <a:stretch>
            <a:fillRect/>
          </a:stretch>
        </p:blipFill>
        <p:spPr>
          <a:xfrm>
            <a:off x="2778369" y="4852043"/>
            <a:ext cx="9074725" cy="320661"/>
          </a:xfrm>
          <a:prstGeom prst="rect">
            <a:avLst/>
          </a:prstGeom>
        </p:spPr>
      </p:pic>
      <p:pic>
        <p:nvPicPr>
          <p:cNvPr id="14" name="Picture 13"/>
          <p:cNvPicPr>
            <a:picLocks noChangeAspect="1"/>
          </p:cNvPicPr>
          <p:nvPr/>
        </p:nvPicPr>
        <p:blipFill>
          <a:blip r:embed="rId7" cstate="print"/>
          <a:stretch>
            <a:fillRect/>
          </a:stretch>
        </p:blipFill>
        <p:spPr>
          <a:xfrm>
            <a:off x="3790297" y="5185527"/>
            <a:ext cx="7857941" cy="304696"/>
          </a:xfrm>
          <a:prstGeom prst="rect">
            <a:avLst/>
          </a:prstGeom>
        </p:spPr>
      </p:pic>
      <p:pic>
        <p:nvPicPr>
          <p:cNvPr id="15" name="Picture 14"/>
          <p:cNvPicPr>
            <a:picLocks noChangeAspect="1"/>
          </p:cNvPicPr>
          <p:nvPr/>
        </p:nvPicPr>
        <p:blipFill>
          <a:blip r:embed="rId8" cstate="print"/>
          <a:stretch>
            <a:fillRect/>
          </a:stretch>
        </p:blipFill>
        <p:spPr>
          <a:xfrm>
            <a:off x="3597164" y="5599770"/>
            <a:ext cx="8244205" cy="310178"/>
          </a:xfrm>
          <a:prstGeom prst="rect">
            <a:avLst/>
          </a:prstGeom>
        </p:spPr>
      </p:pic>
      <p:pic>
        <p:nvPicPr>
          <p:cNvPr id="16" name="Picture 15"/>
          <p:cNvPicPr>
            <a:picLocks noChangeAspect="1"/>
          </p:cNvPicPr>
          <p:nvPr/>
        </p:nvPicPr>
        <p:blipFill>
          <a:blip r:embed="rId9" cstate="print"/>
          <a:stretch>
            <a:fillRect/>
          </a:stretch>
        </p:blipFill>
        <p:spPr>
          <a:xfrm>
            <a:off x="4560281" y="5890542"/>
            <a:ext cx="6764211" cy="838504"/>
          </a:xfrm>
          <a:prstGeom prst="rect">
            <a:avLst/>
          </a:prstGeom>
        </p:spPr>
      </p:pic>
    </p:spTree>
    <p:extLst>
      <p:ext uri="{BB962C8B-B14F-4D97-AF65-F5344CB8AC3E}">
        <p14:creationId xmlns:p14="http://schemas.microsoft.com/office/powerpoint/2010/main" val="3548385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circle(in)">
                                      <p:cBhvr>
                                        <p:cTn id="27" dur="20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1000"/>
                                        <p:tgtEl>
                                          <p:spTgt spid="14"/>
                                        </p:tgtEl>
                                      </p:cBhvr>
                                    </p:animEffect>
                                    <p:anim calcmode="lin" valueType="num">
                                      <p:cBhvr>
                                        <p:cTn id="33" dur="1000" fill="hold"/>
                                        <p:tgtEl>
                                          <p:spTgt spid="14"/>
                                        </p:tgtEl>
                                        <p:attrNameLst>
                                          <p:attrName>ppt_x</p:attrName>
                                        </p:attrNameLst>
                                      </p:cBhvr>
                                      <p:tavLst>
                                        <p:tav tm="0">
                                          <p:val>
                                            <p:strVal val="#ppt_x"/>
                                          </p:val>
                                        </p:tav>
                                        <p:tav tm="100000">
                                          <p:val>
                                            <p:strVal val="#ppt_x"/>
                                          </p:val>
                                        </p:tav>
                                      </p:tavLst>
                                    </p:anim>
                                    <p:anim calcmode="lin" valueType="num">
                                      <p:cBhvr>
                                        <p:cTn id="3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down)">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9339" y="2491764"/>
            <a:ext cx="9712813" cy="3698021"/>
          </a:xfrm>
          <a:prstGeom prst="rect">
            <a:avLst/>
          </a:prstGeom>
          <a:noFill/>
          <a:ln>
            <a:noFill/>
          </a:ln>
        </p:spPr>
      </p:pic>
      <p:pic>
        <p:nvPicPr>
          <p:cNvPr id="5" name="Picture 4"/>
          <p:cNvPicPr>
            <a:picLocks noChangeAspect="1"/>
          </p:cNvPicPr>
          <p:nvPr/>
        </p:nvPicPr>
        <p:blipFill>
          <a:blip r:embed="rId3" cstate="print"/>
          <a:stretch>
            <a:fillRect/>
          </a:stretch>
        </p:blipFill>
        <p:spPr>
          <a:xfrm>
            <a:off x="115544" y="1004826"/>
            <a:ext cx="2389163" cy="1191968"/>
          </a:xfrm>
          <a:prstGeom prst="rect">
            <a:avLst/>
          </a:prstGeom>
        </p:spPr>
      </p:pic>
      <p:pic>
        <p:nvPicPr>
          <p:cNvPr id="6" name="Picture 5"/>
          <p:cNvPicPr>
            <a:picLocks noChangeAspect="1"/>
          </p:cNvPicPr>
          <p:nvPr/>
        </p:nvPicPr>
        <p:blipFill>
          <a:blip r:embed="rId4" cstate="print"/>
          <a:stretch>
            <a:fillRect/>
          </a:stretch>
        </p:blipFill>
        <p:spPr>
          <a:xfrm>
            <a:off x="2991054" y="1004826"/>
            <a:ext cx="2744095" cy="1429850"/>
          </a:xfrm>
          <a:prstGeom prst="rect">
            <a:avLst/>
          </a:prstGeom>
        </p:spPr>
      </p:pic>
      <p:pic>
        <p:nvPicPr>
          <p:cNvPr id="7" name="Picture 6"/>
          <p:cNvPicPr>
            <a:picLocks noChangeAspect="1"/>
          </p:cNvPicPr>
          <p:nvPr/>
        </p:nvPicPr>
        <p:blipFill>
          <a:blip r:embed="rId5" cstate="print"/>
          <a:stretch>
            <a:fillRect/>
          </a:stretch>
        </p:blipFill>
        <p:spPr>
          <a:xfrm>
            <a:off x="5862149" y="749767"/>
            <a:ext cx="2987552" cy="1594512"/>
          </a:xfrm>
          <a:prstGeom prst="rect">
            <a:avLst/>
          </a:prstGeom>
        </p:spPr>
      </p:pic>
      <p:pic>
        <p:nvPicPr>
          <p:cNvPr id="8" name="Picture 7"/>
          <p:cNvPicPr>
            <a:picLocks noChangeAspect="1"/>
          </p:cNvPicPr>
          <p:nvPr/>
        </p:nvPicPr>
        <p:blipFill>
          <a:blip r:embed="rId6" cstate="print"/>
          <a:stretch>
            <a:fillRect/>
          </a:stretch>
        </p:blipFill>
        <p:spPr>
          <a:xfrm>
            <a:off x="8976701" y="2087898"/>
            <a:ext cx="3030902" cy="750644"/>
          </a:xfrm>
          <a:prstGeom prst="rect">
            <a:avLst/>
          </a:prstGeom>
        </p:spPr>
      </p:pic>
      <p:cxnSp>
        <p:nvCxnSpPr>
          <p:cNvPr id="10" name="Straight Arrow Connector 9"/>
          <p:cNvCxnSpPr/>
          <p:nvPr/>
        </p:nvCxnSpPr>
        <p:spPr>
          <a:xfrm flipH="1" flipV="1">
            <a:off x="1008185" y="1719751"/>
            <a:ext cx="527538" cy="95311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flipH="1" flipV="1">
            <a:off x="4082929" y="1867723"/>
            <a:ext cx="527538" cy="95311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p:cNvCxnSpPr/>
          <p:nvPr/>
        </p:nvCxnSpPr>
        <p:spPr>
          <a:xfrm flipH="1" flipV="1">
            <a:off x="6933712" y="2162693"/>
            <a:ext cx="527538" cy="95311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p:cNvCxnSpPr/>
          <p:nvPr/>
        </p:nvCxnSpPr>
        <p:spPr>
          <a:xfrm flipV="1">
            <a:off x="9704083" y="2877132"/>
            <a:ext cx="160824" cy="25638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TextBox 14"/>
          <p:cNvSpPr txBox="1"/>
          <p:nvPr/>
        </p:nvSpPr>
        <p:spPr>
          <a:xfrm>
            <a:off x="293077" y="105508"/>
            <a:ext cx="6998677" cy="523220"/>
          </a:xfrm>
          <a:prstGeom prst="rect">
            <a:avLst/>
          </a:prstGeom>
          <a:noFill/>
        </p:spPr>
        <p:txBody>
          <a:bodyPr wrap="square" rtlCol="0">
            <a:spAutoFit/>
          </a:bodyPr>
          <a:lstStyle/>
          <a:p>
            <a:r>
              <a:rPr lang="en-US" sz="2800" dirty="0">
                <a:solidFill>
                  <a:srgbClr val="0404EC"/>
                </a:solidFill>
                <a:latin typeface="Arial" panose="020B0604020202020204" pitchFamily="34" charset="0"/>
                <a:cs typeface="Arial" panose="020B0604020202020204" pitchFamily="34" charset="0"/>
              </a:rPr>
              <a:t>Sampling, Quantization and Encoding</a:t>
            </a:r>
          </a:p>
        </p:txBody>
      </p:sp>
    </p:spTree>
    <p:extLst>
      <p:ext uri="{BB962C8B-B14F-4D97-AF65-F5344CB8AC3E}">
        <p14:creationId xmlns:p14="http://schemas.microsoft.com/office/powerpoint/2010/main" val="96827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circle(in)">
                                      <p:cBhvr>
                                        <p:cTn id="43" dur="20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down)">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1000"/>
                                        <p:tgtEl>
                                          <p:spTgt spid="8"/>
                                        </p:tgtEl>
                                      </p:cBhvr>
                                    </p:animEffect>
                                    <p:anim calcmode="lin" valueType="num">
                                      <p:cBhvr>
                                        <p:cTn id="54" dur="1000" fill="hold"/>
                                        <p:tgtEl>
                                          <p:spTgt spid="8"/>
                                        </p:tgtEl>
                                        <p:attrNameLst>
                                          <p:attrName>ppt_x</p:attrName>
                                        </p:attrNameLst>
                                      </p:cBhvr>
                                      <p:tavLst>
                                        <p:tav tm="0">
                                          <p:val>
                                            <p:strVal val="#ppt_x"/>
                                          </p:val>
                                        </p:tav>
                                        <p:tav tm="100000">
                                          <p:val>
                                            <p:strVal val="#ppt_x"/>
                                          </p:val>
                                        </p:tav>
                                      </p:tavLst>
                                    </p:anim>
                                    <p:anim calcmode="lin" valueType="num">
                                      <p:cBhvr>
                                        <p:cTn id="5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8941"/>
            <a:ext cx="10515600" cy="654783"/>
          </a:xfrm>
        </p:spPr>
        <p:txBody>
          <a:bodyPr>
            <a:normAutofit fontScale="90000"/>
          </a:bodyPr>
          <a:lstStyle/>
          <a:p>
            <a:pPr algn="ctr"/>
            <a:r>
              <a:rPr lang="en-US" dirty="0">
                <a:solidFill>
                  <a:srgbClr val="FF0000"/>
                </a:solidFill>
                <a:latin typeface="Arial" panose="020B0604020202020204" pitchFamily="34" charset="0"/>
                <a:cs typeface="Arial" panose="020B0604020202020204" pitchFamily="34" charset="0"/>
              </a:rPr>
              <a:t>Uniform</a:t>
            </a:r>
            <a:r>
              <a:rPr lang="en-US" dirty="0">
                <a:latin typeface="Arial" panose="020B0604020202020204" pitchFamily="34" charset="0"/>
                <a:cs typeface="Arial" panose="020B0604020202020204" pitchFamily="34" charset="0"/>
              </a:rPr>
              <a:t> </a:t>
            </a:r>
            <a:r>
              <a:rPr lang="en-US" dirty="0">
                <a:solidFill>
                  <a:srgbClr val="0404EC"/>
                </a:solidFill>
                <a:latin typeface="Arial" panose="020B0604020202020204" pitchFamily="34" charset="0"/>
                <a:cs typeface="Arial" panose="020B0604020202020204" pitchFamily="34" charset="0"/>
              </a:rPr>
              <a:t>Quantization</a:t>
            </a:r>
          </a:p>
        </p:txBody>
      </p:sp>
      <p:pic>
        <p:nvPicPr>
          <p:cNvPr id="4" name="Picture 3"/>
          <p:cNvPicPr>
            <a:picLocks noChangeAspect="1"/>
          </p:cNvPicPr>
          <p:nvPr/>
        </p:nvPicPr>
        <p:blipFill>
          <a:blip r:embed="rId2" cstate="print"/>
          <a:stretch>
            <a:fillRect/>
          </a:stretch>
        </p:blipFill>
        <p:spPr>
          <a:xfrm>
            <a:off x="184638" y="927954"/>
            <a:ext cx="11772806" cy="1967646"/>
          </a:xfrm>
          <a:prstGeom prst="rect">
            <a:avLst/>
          </a:prstGeom>
        </p:spPr>
      </p:pic>
      <p:pic>
        <p:nvPicPr>
          <p:cNvPr id="5" name="Picture 4"/>
          <p:cNvPicPr>
            <a:picLocks noChangeAspect="1"/>
          </p:cNvPicPr>
          <p:nvPr/>
        </p:nvPicPr>
        <p:blipFill>
          <a:blip r:embed="rId3" cstate="print"/>
          <a:stretch>
            <a:fillRect/>
          </a:stretch>
        </p:blipFill>
        <p:spPr>
          <a:xfrm>
            <a:off x="2421303" y="2895600"/>
            <a:ext cx="6476634" cy="391318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7990187" y="1946401"/>
                <a:ext cx="406348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404EC"/>
                          </a:solidFill>
                          <a:latin typeface="Cambria Math" panose="02040503050406030204" pitchFamily="18" charset="0"/>
                        </a:rPr>
                        <m:t>𝐿</m:t>
                      </m:r>
                      <m:r>
                        <a:rPr lang="en-US" sz="2800" i="0">
                          <a:solidFill>
                            <a:srgbClr val="0404EC"/>
                          </a:solidFill>
                          <a:latin typeface="Cambria Math" panose="02040503050406030204" pitchFamily="18" charset="0"/>
                        </a:rPr>
                        <m:t>=</m:t>
                      </m:r>
                      <m:sSup>
                        <m:sSupPr>
                          <m:ctrlPr>
                            <a:rPr lang="en-US" sz="2800" i="1">
                              <a:solidFill>
                                <a:srgbClr val="0404EC"/>
                              </a:solidFill>
                              <a:latin typeface="Cambria Math" panose="02040503050406030204" pitchFamily="18" charset="0"/>
                            </a:rPr>
                          </m:ctrlPr>
                        </m:sSupPr>
                        <m:e>
                          <m:r>
                            <a:rPr lang="en-US" sz="2800" i="0">
                              <a:solidFill>
                                <a:srgbClr val="0404EC"/>
                              </a:solidFill>
                              <a:latin typeface="Cambria Math" panose="02040503050406030204" pitchFamily="18" charset="0"/>
                            </a:rPr>
                            <m:t>2</m:t>
                          </m:r>
                        </m:e>
                        <m:sup>
                          <m:r>
                            <a:rPr lang="en-US" sz="2800" i="1">
                              <a:solidFill>
                                <a:srgbClr val="0404EC"/>
                              </a:solidFill>
                              <a:latin typeface="Cambria Math" panose="02040503050406030204" pitchFamily="18" charset="0"/>
                            </a:rPr>
                            <m:t>𝑛</m:t>
                          </m:r>
                        </m:sup>
                      </m:sSup>
                      <m:r>
                        <m:rPr>
                          <m:nor/>
                        </m:rPr>
                        <a:rPr lang="en-US" sz="2800" i="1">
                          <a:solidFill>
                            <a:srgbClr val="0404EC"/>
                          </a:solidFill>
                          <a:latin typeface="Cambria Math" panose="02040503050406030204" pitchFamily="18" charset="0"/>
                        </a:rPr>
                        <m:t> </m:t>
                      </m:r>
                      <m:r>
                        <m:rPr>
                          <m:nor/>
                        </m:rPr>
                        <a:rPr lang="en-US" sz="2800" i="1" smtClean="0">
                          <a:solidFill>
                            <a:schemeClr val="tx1"/>
                          </a:solidFill>
                          <a:latin typeface="Cambria Math" panose="02040503050406030204" pitchFamily="18" charset="0"/>
                        </a:rPr>
                        <m:t>or</m:t>
                      </m:r>
                      <m:r>
                        <m:rPr>
                          <m:nor/>
                        </m:rPr>
                        <a:rPr lang="en-US" sz="2800" i="1" smtClean="0">
                          <a:solidFill>
                            <a:schemeClr val="tx1"/>
                          </a:solidFill>
                          <a:latin typeface="Cambria Math" panose="02040503050406030204" pitchFamily="18" charset="0"/>
                        </a:rPr>
                        <m:t>  </m:t>
                      </m:r>
                      <m:r>
                        <a:rPr lang="en-US" sz="2800" i="1">
                          <a:solidFill>
                            <a:srgbClr val="FF0000"/>
                          </a:solidFill>
                          <a:latin typeface="Cambria Math" panose="02040503050406030204" pitchFamily="18" charset="0"/>
                        </a:rPr>
                        <m:t>𝑛</m:t>
                      </m:r>
                      <m:r>
                        <a:rPr lang="en-US" sz="2800" i="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m:rPr>
                              <m:sty m:val="p"/>
                            </m:rPr>
                            <a:rPr lang="en-US" sz="2800" i="0">
                              <a:solidFill>
                                <a:srgbClr val="FF0000"/>
                              </a:solidFill>
                              <a:latin typeface="Cambria Math" panose="02040503050406030204" pitchFamily="18" charset="0"/>
                            </a:rPr>
                            <m:t>log</m:t>
                          </m:r>
                        </m:e>
                        <m:sub>
                          <m:r>
                            <a:rPr lang="en-US" sz="2800" i="0">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𝐿</m:t>
                      </m:r>
                      <m:r>
                        <a:rPr lang="en-US" sz="2800" b="0" i="1" smtClean="0">
                          <a:solidFill>
                            <a:srgbClr val="FF0000"/>
                          </a:solidFill>
                          <a:latin typeface="Cambria Math" panose="02040503050406030204" pitchFamily="18" charset="0"/>
                        </a:rPr>
                        <m:t> </m:t>
                      </m:r>
                      <m:r>
                        <a:rPr lang="en-US" sz="2800" b="0" i="1" smtClean="0">
                          <a:solidFill>
                            <a:srgbClr val="00B050"/>
                          </a:solidFill>
                          <a:latin typeface="Cambria Math" panose="02040503050406030204" pitchFamily="18" charset="0"/>
                        </a:rPr>
                        <m:t>𝑏𝑖𝑡𝑠</m:t>
                      </m:r>
                    </m:oMath>
                  </m:oMathPara>
                </a14:m>
                <a:endParaRPr lang="en-US" sz="2800" dirty="0">
                  <a:solidFill>
                    <a:srgbClr val="00B05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7990187" y="1946401"/>
                <a:ext cx="4063485" cy="523220"/>
              </a:xfrm>
              <a:prstGeom prst="rect">
                <a:avLst/>
              </a:prstGeom>
              <a:blipFill rotWithShape="0">
                <a:blip r:embed="rId4" cstate="print"/>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37446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723049" y="190363"/>
            <a:ext cx="7971936" cy="6562130"/>
          </a:xfrm>
          <a:prstGeom prst="rect">
            <a:avLst/>
          </a:prstGeom>
        </p:spPr>
      </p:pic>
    </p:spTree>
    <p:extLst>
      <p:ext uri="{BB962C8B-B14F-4D97-AF65-F5344CB8AC3E}">
        <p14:creationId xmlns:p14="http://schemas.microsoft.com/office/powerpoint/2010/main" val="1886614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4761768" y="246185"/>
            <a:ext cx="7285087" cy="4160594"/>
          </a:xfrm>
          <a:prstGeom prst="rect">
            <a:avLst/>
          </a:prstGeom>
        </p:spPr>
      </p:pic>
      <p:sp>
        <p:nvSpPr>
          <p:cNvPr id="7" name="Title 1"/>
          <p:cNvSpPr>
            <a:spLocks noGrp="1"/>
          </p:cNvSpPr>
          <p:nvPr>
            <p:ph type="title"/>
          </p:nvPr>
        </p:nvSpPr>
        <p:spPr>
          <a:xfrm>
            <a:off x="7244863" y="23446"/>
            <a:ext cx="4801992" cy="490658"/>
          </a:xfrm>
        </p:spPr>
        <p:txBody>
          <a:bodyPr>
            <a:normAutofit/>
          </a:bodyPr>
          <a:lstStyle/>
          <a:p>
            <a:r>
              <a:rPr lang="en-US" sz="2800" dirty="0">
                <a:solidFill>
                  <a:srgbClr val="0404EC"/>
                </a:solidFill>
                <a:latin typeface="Arial" panose="020B0604020202020204" pitchFamily="34" charset="0"/>
                <a:cs typeface="Arial" panose="020B0604020202020204" pitchFamily="34" charset="0"/>
              </a:rPr>
              <a:t>Quantization and Encoding</a:t>
            </a:r>
          </a:p>
        </p:txBody>
      </p:sp>
      <p:pic>
        <p:nvPicPr>
          <p:cNvPr id="10" name="Picture 9"/>
          <p:cNvPicPr>
            <a:picLocks noChangeAspect="1"/>
          </p:cNvPicPr>
          <p:nvPr/>
        </p:nvPicPr>
        <p:blipFill>
          <a:blip r:embed="rId3" cstate="print"/>
          <a:stretch>
            <a:fillRect/>
          </a:stretch>
        </p:blipFill>
        <p:spPr>
          <a:xfrm>
            <a:off x="3348664" y="338017"/>
            <a:ext cx="1379398" cy="3694721"/>
          </a:xfrm>
          <a:prstGeom prst="rect">
            <a:avLst/>
          </a:prstGeom>
        </p:spPr>
      </p:pic>
      <p:pic>
        <p:nvPicPr>
          <p:cNvPr id="11" name="Picture 10"/>
          <p:cNvPicPr>
            <a:picLocks noChangeAspect="1"/>
          </p:cNvPicPr>
          <p:nvPr/>
        </p:nvPicPr>
        <p:blipFill>
          <a:blip r:embed="rId4" cstate="print"/>
          <a:stretch>
            <a:fillRect/>
          </a:stretch>
        </p:blipFill>
        <p:spPr>
          <a:xfrm>
            <a:off x="2415801" y="349740"/>
            <a:ext cx="899157" cy="3694721"/>
          </a:xfrm>
          <a:prstGeom prst="rect">
            <a:avLst/>
          </a:prstGeom>
        </p:spPr>
      </p:pic>
      <p:pic>
        <p:nvPicPr>
          <p:cNvPr id="12" name="Picture 11"/>
          <p:cNvPicPr>
            <a:picLocks noChangeAspect="1"/>
          </p:cNvPicPr>
          <p:nvPr/>
        </p:nvPicPr>
        <p:blipFill>
          <a:blip r:embed="rId5" cstate="print"/>
          <a:stretch>
            <a:fillRect/>
          </a:stretch>
        </p:blipFill>
        <p:spPr>
          <a:xfrm>
            <a:off x="2919045" y="4477119"/>
            <a:ext cx="8934049" cy="338655"/>
          </a:xfrm>
          <a:prstGeom prst="rect">
            <a:avLst/>
          </a:prstGeom>
        </p:spPr>
      </p:pic>
      <p:pic>
        <p:nvPicPr>
          <p:cNvPr id="13" name="Picture 12"/>
          <p:cNvPicPr>
            <a:picLocks noChangeAspect="1"/>
          </p:cNvPicPr>
          <p:nvPr/>
        </p:nvPicPr>
        <p:blipFill>
          <a:blip r:embed="rId6" cstate="print"/>
          <a:stretch>
            <a:fillRect/>
          </a:stretch>
        </p:blipFill>
        <p:spPr>
          <a:xfrm>
            <a:off x="2778369" y="4852043"/>
            <a:ext cx="9074725" cy="320661"/>
          </a:xfrm>
          <a:prstGeom prst="rect">
            <a:avLst/>
          </a:prstGeom>
        </p:spPr>
      </p:pic>
      <p:pic>
        <p:nvPicPr>
          <p:cNvPr id="14" name="Picture 13"/>
          <p:cNvPicPr>
            <a:picLocks noChangeAspect="1"/>
          </p:cNvPicPr>
          <p:nvPr/>
        </p:nvPicPr>
        <p:blipFill>
          <a:blip r:embed="rId7" cstate="print"/>
          <a:stretch>
            <a:fillRect/>
          </a:stretch>
        </p:blipFill>
        <p:spPr>
          <a:xfrm>
            <a:off x="3790297" y="5185527"/>
            <a:ext cx="7857941" cy="304696"/>
          </a:xfrm>
          <a:prstGeom prst="rect">
            <a:avLst/>
          </a:prstGeom>
        </p:spPr>
      </p:pic>
      <p:pic>
        <p:nvPicPr>
          <p:cNvPr id="15" name="Picture 14"/>
          <p:cNvPicPr>
            <a:picLocks noChangeAspect="1"/>
          </p:cNvPicPr>
          <p:nvPr/>
        </p:nvPicPr>
        <p:blipFill>
          <a:blip r:embed="rId8" cstate="print"/>
          <a:stretch>
            <a:fillRect/>
          </a:stretch>
        </p:blipFill>
        <p:spPr>
          <a:xfrm>
            <a:off x="3597164" y="5599770"/>
            <a:ext cx="8244205" cy="310178"/>
          </a:xfrm>
          <a:prstGeom prst="rect">
            <a:avLst/>
          </a:prstGeom>
        </p:spPr>
      </p:pic>
      <p:pic>
        <p:nvPicPr>
          <p:cNvPr id="16" name="Picture 15"/>
          <p:cNvPicPr>
            <a:picLocks noChangeAspect="1"/>
          </p:cNvPicPr>
          <p:nvPr/>
        </p:nvPicPr>
        <p:blipFill>
          <a:blip r:embed="rId9" cstate="print"/>
          <a:stretch>
            <a:fillRect/>
          </a:stretch>
        </p:blipFill>
        <p:spPr>
          <a:xfrm>
            <a:off x="4560281" y="5890542"/>
            <a:ext cx="5884985" cy="825366"/>
          </a:xfrm>
          <a:prstGeom prst="rect">
            <a:avLst/>
          </a:prstGeom>
        </p:spPr>
      </p:pic>
    </p:spTree>
    <p:extLst>
      <p:ext uri="{BB962C8B-B14F-4D97-AF65-F5344CB8AC3E}">
        <p14:creationId xmlns:p14="http://schemas.microsoft.com/office/powerpoint/2010/main" val="199619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circle(in)">
                                      <p:cBhvr>
                                        <p:cTn id="27" dur="20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1000"/>
                                        <p:tgtEl>
                                          <p:spTgt spid="14"/>
                                        </p:tgtEl>
                                      </p:cBhvr>
                                    </p:animEffect>
                                    <p:anim calcmode="lin" valueType="num">
                                      <p:cBhvr>
                                        <p:cTn id="33" dur="1000" fill="hold"/>
                                        <p:tgtEl>
                                          <p:spTgt spid="14"/>
                                        </p:tgtEl>
                                        <p:attrNameLst>
                                          <p:attrName>ppt_x</p:attrName>
                                        </p:attrNameLst>
                                      </p:cBhvr>
                                      <p:tavLst>
                                        <p:tav tm="0">
                                          <p:val>
                                            <p:strVal val="#ppt_x"/>
                                          </p:val>
                                        </p:tav>
                                        <p:tav tm="100000">
                                          <p:val>
                                            <p:strVal val="#ppt_x"/>
                                          </p:val>
                                        </p:tav>
                                      </p:tavLst>
                                    </p:anim>
                                    <p:anim calcmode="lin" valueType="num">
                                      <p:cBhvr>
                                        <p:cTn id="3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down)">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969" y="328246"/>
            <a:ext cx="11013831" cy="5848717"/>
          </a:xfrm>
        </p:spPr>
        <p:txBody>
          <a:bodyPr/>
          <a:lstStyle/>
          <a:p>
            <a:pPr>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Assigning PCM codes to absolute magnitudes is called </a:t>
            </a:r>
            <a:r>
              <a:rPr lang="en-US" dirty="0">
                <a:solidFill>
                  <a:srgbClr val="0404EC"/>
                </a:solidFill>
                <a:latin typeface="Arial" panose="020B0604020202020204" pitchFamily="34" charset="0"/>
                <a:cs typeface="Arial" panose="020B0604020202020204" pitchFamily="34" charset="0"/>
              </a:rPr>
              <a:t>Quantizing</a:t>
            </a:r>
            <a:r>
              <a:rPr lang="en-US" dirty="0">
                <a:solidFill>
                  <a:srgbClr val="FF0000"/>
                </a:solidFill>
                <a:latin typeface="Arial" panose="020B0604020202020204" pitchFamily="34" charset="0"/>
                <a:cs typeface="Arial" panose="020B0604020202020204" pitchFamily="34" charset="0"/>
              </a:rPr>
              <a:t>.</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The magnitude difference between adjacent step is called the </a:t>
            </a:r>
            <a:r>
              <a:rPr lang="en-US" dirty="0">
                <a:solidFill>
                  <a:srgbClr val="FF0000"/>
                </a:solidFill>
                <a:latin typeface="Arial" panose="020B0604020202020204" pitchFamily="34" charset="0"/>
                <a:cs typeface="Arial" panose="020B0604020202020204" pitchFamily="34" charset="0"/>
              </a:rPr>
              <a:t>quantization interval / quantum</a:t>
            </a:r>
            <a:r>
              <a:rPr lang="en-US" dirty="0">
                <a:latin typeface="Arial" panose="020B0604020202020204" pitchFamily="34" charset="0"/>
                <a:cs typeface="Arial" panose="020B0604020202020204" pitchFamily="34" charset="0"/>
              </a:rPr>
              <a:t>.</a:t>
            </a:r>
          </a:p>
          <a:p>
            <a:pPr>
              <a:buFont typeface="Wingdings" panose="05000000000000000000" pitchFamily="2" charset="2"/>
              <a:buChar char="Ø"/>
            </a:pPr>
            <a:r>
              <a:rPr lang="en-US" dirty="0">
                <a:solidFill>
                  <a:srgbClr val="0404EC"/>
                </a:solidFill>
                <a:latin typeface="Arial" panose="020B0604020202020204" pitchFamily="34" charset="0"/>
                <a:cs typeface="Arial" panose="020B0604020202020204" pitchFamily="34" charset="0"/>
              </a:rPr>
              <a:t>The magnitude of the quantum is also called the resolution. </a:t>
            </a:r>
          </a:p>
          <a:p>
            <a:pPr>
              <a:buFont typeface="Wingdings" panose="05000000000000000000" pitchFamily="2" charset="2"/>
              <a:buChar char="Ø"/>
            </a:pPr>
            <a:r>
              <a:rPr lang="en-US" dirty="0">
                <a:solidFill>
                  <a:srgbClr val="00B050"/>
                </a:solidFill>
                <a:latin typeface="Arial" panose="020B0604020202020204" pitchFamily="34" charset="0"/>
                <a:cs typeface="Arial" panose="020B0604020202020204" pitchFamily="34" charset="0"/>
              </a:rPr>
              <a:t>The </a:t>
            </a:r>
            <a:r>
              <a:rPr lang="en-US" dirty="0">
                <a:solidFill>
                  <a:srgbClr val="0404EC"/>
                </a:solidFill>
                <a:latin typeface="Arial" panose="020B0604020202020204" pitchFamily="34" charset="0"/>
                <a:cs typeface="Arial" panose="020B0604020202020204" pitchFamily="34" charset="0"/>
              </a:rPr>
              <a:t>resolution</a:t>
            </a:r>
            <a:r>
              <a:rPr lang="en-US" dirty="0">
                <a:solidFill>
                  <a:srgbClr val="00B050"/>
                </a:solidFill>
                <a:latin typeface="Arial" panose="020B0604020202020204" pitchFamily="34" charset="0"/>
                <a:cs typeface="Arial" panose="020B0604020202020204" pitchFamily="34" charset="0"/>
              </a:rPr>
              <a:t> is equal to the voltage of the </a:t>
            </a:r>
            <a:r>
              <a:rPr lang="en-US" dirty="0">
                <a:solidFill>
                  <a:srgbClr val="FF0000"/>
                </a:solidFill>
                <a:latin typeface="Arial" panose="020B0604020202020204" pitchFamily="34" charset="0"/>
                <a:cs typeface="Arial" panose="020B0604020202020204" pitchFamily="34" charset="0"/>
              </a:rPr>
              <a:t>minimum step size </a:t>
            </a:r>
            <a:r>
              <a:rPr lang="en-US" dirty="0">
                <a:solidFill>
                  <a:srgbClr val="00B050"/>
                </a:solidFill>
                <a:latin typeface="Arial" panose="020B0604020202020204" pitchFamily="34" charset="0"/>
                <a:cs typeface="Arial" panose="020B0604020202020204" pitchFamily="34" charset="0"/>
              </a:rPr>
              <a:t>= Voltage of LSB.</a:t>
            </a:r>
          </a:p>
        </p:txBody>
      </p:sp>
      <p:pic>
        <p:nvPicPr>
          <p:cNvPr id="4" name="Picture 3"/>
          <p:cNvPicPr>
            <a:picLocks noChangeAspect="1"/>
          </p:cNvPicPr>
          <p:nvPr/>
        </p:nvPicPr>
        <p:blipFill>
          <a:blip r:embed="rId2" cstate="print"/>
          <a:stretch>
            <a:fillRect/>
          </a:stretch>
        </p:blipFill>
        <p:spPr>
          <a:xfrm>
            <a:off x="339969" y="3647341"/>
            <a:ext cx="4127235" cy="713643"/>
          </a:xfrm>
          <a:prstGeom prst="rect">
            <a:avLst/>
          </a:prstGeom>
        </p:spPr>
      </p:pic>
      <p:pic>
        <p:nvPicPr>
          <p:cNvPr id="6" name="Picture 5"/>
          <p:cNvPicPr>
            <a:picLocks noChangeAspect="1"/>
          </p:cNvPicPr>
          <p:nvPr/>
        </p:nvPicPr>
        <p:blipFill>
          <a:blip r:embed="rId3" cstate="print"/>
          <a:stretch>
            <a:fillRect/>
          </a:stretch>
        </p:blipFill>
        <p:spPr>
          <a:xfrm>
            <a:off x="5457813" y="3493477"/>
            <a:ext cx="5660037" cy="901210"/>
          </a:xfrm>
          <a:prstGeom prst="rect">
            <a:avLst/>
          </a:prstGeom>
        </p:spPr>
      </p:pic>
      <p:pic>
        <p:nvPicPr>
          <p:cNvPr id="7" name="Picture 6"/>
          <p:cNvPicPr>
            <a:picLocks noChangeAspect="1"/>
          </p:cNvPicPr>
          <p:nvPr/>
        </p:nvPicPr>
        <p:blipFill>
          <a:blip r:embed="rId4" cstate="print"/>
          <a:stretch>
            <a:fillRect/>
          </a:stretch>
        </p:blipFill>
        <p:spPr>
          <a:xfrm>
            <a:off x="339969" y="4516498"/>
            <a:ext cx="3762375" cy="752475"/>
          </a:xfrm>
          <a:prstGeom prst="rect">
            <a:avLst/>
          </a:prstGeom>
        </p:spPr>
      </p:pic>
      <p:pic>
        <p:nvPicPr>
          <p:cNvPr id="8" name="Picture 7"/>
          <p:cNvPicPr>
            <a:picLocks noChangeAspect="1"/>
          </p:cNvPicPr>
          <p:nvPr/>
        </p:nvPicPr>
        <p:blipFill>
          <a:blip r:embed="rId5" cstate="print"/>
          <a:stretch>
            <a:fillRect/>
          </a:stretch>
        </p:blipFill>
        <p:spPr>
          <a:xfrm>
            <a:off x="5986096" y="4516498"/>
            <a:ext cx="4229100" cy="800100"/>
          </a:xfrm>
          <a:prstGeom prst="rect">
            <a:avLst/>
          </a:prstGeom>
        </p:spPr>
      </p:pic>
      <p:pic>
        <p:nvPicPr>
          <p:cNvPr id="9" name="Picture 8"/>
          <p:cNvPicPr>
            <a:picLocks noChangeAspect="1"/>
          </p:cNvPicPr>
          <p:nvPr/>
        </p:nvPicPr>
        <p:blipFill>
          <a:blip r:embed="rId6" cstate="print"/>
          <a:stretch>
            <a:fillRect/>
          </a:stretch>
        </p:blipFill>
        <p:spPr>
          <a:xfrm>
            <a:off x="339968" y="5383166"/>
            <a:ext cx="4736123" cy="949311"/>
          </a:xfrm>
          <a:prstGeom prst="rect">
            <a:avLst/>
          </a:prstGeom>
        </p:spPr>
      </p:pic>
      <p:pic>
        <p:nvPicPr>
          <p:cNvPr id="10" name="Picture 9"/>
          <p:cNvPicPr>
            <a:picLocks noChangeAspect="1"/>
          </p:cNvPicPr>
          <p:nvPr/>
        </p:nvPicPr>
        <p:blipFill>
          <a:blip r:embed="rId7" cstate="print"/>
          <a:stretch>
            <a:fillRect/>
          </a:stretch>
        </p:blipFill>
        <p:spPr>
          <a:xfrm>
            <a:off x="5298464" y="5509936"/>
            <a:ext cx="4619625" cy="742950"/>
          </a:xfrm>
          <a:prstGeom prst="rect">
            <a:avLst/>
          </a:prstGeom>
        </p:spPr>
      </p:pic>
    </p:spTree>
    <p:extLst>
      <p:ext uri="{BB962C8B-B14F-4D97-AF65-F5344CB8AC3E}">
        <p14:creationId xmlns:p14="http://schemas.microsoft.com/office/powerpoint/2010/main" val="148862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barn(inVertical)">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circle(in)">
                                      <p:cBhvr>
                                        <p:cTn id="24" dur="20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arn(inVertical)">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circle(in)">
                                      <p:cBhvr>
                                        <p:cTn id="46" dur="2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5723" y="236172"/>
            <a:ext cx="9724292" cy="947860"/>
          </a:xfrm>
        </p:spPr>
        <p:txBody>
          <a:bodyPr>
            <a:normAutofit fontScale="90000"/>
          </a:bodyPr>
          <a:lstStyle/>
          <a:p>
            <a:pPr algn="ctr"/>
            <a:r>
              <a:rPr lang="en-US" sz="4000" b="1" dirty="0" err="1">
                <a:solidFill>
                  <a:srgbClr val="FF0000"/>
                </a:solidFill>
                <a:latin typeface="Arial" panose="020B0604020202020204" pitchFamily="34" charset="0"/>
                <a:cs typeface="Arial" panose="020B0604020202020204" pitchFamily="34" charset="0"/>
              </a:rPr>
              <a:t>Midtread</a:t>
            </a:r>
            <a:r>
              <a:rPr lang="en-US" sz="4000" b="1" dirty="0">
                <a:latin typeface="Arial" panose="020B0604020202020204" pitchFamily="34" charset="0"/>
                <a:cs typeface="Arial" panose="020B0604020202020204" pitchFamily="34" charset="0"/>
              </a:rPr>
              <a:t> and </a:t>
            </a:r>
            <a:r>
              <a:rPr lang="en-US" sz="4000" b="1" dirty="0">
                <a:solidFill>
                  <a:srgbClr val="0404EC"/>
                </a:solidFill>
                <a:latin typeface="Arial" panose="020B0604020202020204" pitchFamily="34" charset="0"/>
                <a:cs typeface="Arial" panose="020B0604020202020204" pitchFamily="34" charset="0"/>
              </a:rPr>
              <a:t>Midrise</a:t>
            </a:r>
            <a:r>
              <a:rPr lang="en-US" sz="4000" b="1" dirty="0">
                <a:latin typeface="Arial" panose="020B0604020202020204" pitchFamily="34" charset="0"/>
                <a:cs typeface="Arial" panose="020B0604020202020204" pitchFamily="34" charset="0"/>
              </a:rPr>
              <a:t> </a:t>
            </a:r>
            <a:r>
              <a:rPr lang="en-US" sz="4000" b="1" dirty="0" err="1">
                <a:solidFill>
                  <a:srgbClr val="00B050"/>
                </a:solidFill>
                <a:latin typeface="Arial" panose="020B0604020202020204" pitchFamily="34" charset="0"/>
                <a:cs typeface="Arial" panose="020B0604020202020204" pitchFamily="34" charset="0"/>
              </a:rPr>
              <a:t>Quantizer</a:t>
            </a:r>
            <a:r>
              <a:rPr lang="en-US" sz="4000" b="1" dirty="0">
                <a:latin typeface="Arial" panose="020B0604020202020204" pitchFamily="34" charset="0"/>
                <a:cs typeface="Arial" panose="020B0604020202020204" pitchFamily="34" charset="0"/>
              </a:rPr>
              <a:t> Characteristics</a:t>
            </a:r>
            <a:endParaRPr lang="en-US" sz="4000" dirty="0">
              <a:latin typeface="Arial" panose="020B0604020202020204" pitchFamily="34" charset="0"/>
              <a:cs typeface="Arial" panose="020B0604020202020204" pitchFamily="34"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9939" y="1184032"/>
            <a:ext cx="10972800" cy="5216768"/>
          </a:xfrm>
          <a:prstGeom prst="rect">
            <a:avLst/>
          </a:prstGeom>
          <a:noFill/>
          <a:ln>
            <a:noFill/>
          </a:ln>
        </p:spPr>
      </p:pic>
    </p:spTree>
    <p:extLst>
      <p:ext uri="{BB962C8B-B14F-4D97-AF65-F5344CB8AC3E}">
        <p14:creationId xmlns:p14="http://schemas.microsoft.com/office/powerpoint/2010/main" val="3195201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33374" y="257907"/>
            <a:ext cx="11307641" cy="6195967"/>
          </a:xfrm>
          <a:prstGeom prst="rect">
            <a:avLst/>
          </a:prstGeom>
        </p:spPr>
      </p:pic>
    </p:spTree>
    <p:extLst>
      <p:ext uri="{BB962C8B-B14F-4D97-AF65-F5344CB8AC3E}">
        <p14:creationId xmlns:p14="http://schemas.microsoft.com/office/powerpoint/2010/main" val="287976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502" y="105509"/>
            <a:ext cx="11262702" cy="6752491"/>
          </a:xfrm>
          <a:prstGeom prst="rect">
            <a:avLst/>
          </a:prstGeom>
          <a:noFill/>
          <a:ln>
            <a:noFill/>
          </a:ln>
        </p:spPr>
      </p:pic>
      <p:sp>
        <p:nvSpPr>
          <p:cNvPr id="5" name="Rectangle 4"/>
          <p:cNvSpPr/>
          <p:nvPr/>
        </p:nvSpPr>
        <p:spPr>
          <a:xfrm>
            <a:off x="7083882" y="501134"/>
            <a:ext cx="3337773" cy="523220"/>
          </a:xfrm>
          <a:prstGeom prst="rect">
            <a:avLst/>
          </a:prstGeom>
        </p:spPr>
        <p:txBody>
          <a:bodyPr wrap="none">
            <a:spAutoFit/>
          </a:bodyPr>
          <a:lstStyle/>
          <a:p>
            <a:r>
              <a:rPr lang="en-US" sz="2800" b="1" dirty="0">
                <a:solidFill>
                  <a:srgbClr val="FF0000"/>
                </a:solidFill>
                <a:latin typeface="Arial" panose="020B0604020202020204" pitchFamily="34" charset="0"/>
                <a:cs typeface="Arial" panose="020B0604020202020204" pitchFamily="34" charset="0"/>
              </a:rPr>
              <a:t>Quantization Error</a:t>
            </a:r>
            <a:endParaRPr lang="en-US" sz="2800" b="1" dirty="0"/>
          </a:p>
        </p:txBody>
      </p:sp>
    </p:spTree>
    <p:extLst>
      <p:ext uri="{BB962C8B-B14F-4D97-AF65-F5344CB8AC3E}">
        <p14:creationId xmlns:p14="http://schemas.microsoft.com/office/powerpoint/2010/main" val="1899989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954" y="175845"/>
            <a:ext cx="11992709" cy="6799385"/>
          </a:xfrm>
        </p:spPr>
        <p:txBody>
          <a:bodyPr>
            <a:normAutofit/>
          </a:bodyPr>
          <a:lstStyle/>
          <a:p>
            <a:pPr marL="0" indent="0" algn="just">
              <a:lnSpc>
                <a:spcPct val="150000"/>
              </a:lnSpc>
              <a:buNone/>
            </a:pPr>
            <a:r>
              <a:rPr lang="en-US" b="1" dirty="0">
                <a:solidFill>
                  <a:srgbClr val="0404EC"/>
                </a:solidFill>
                <a:latin typeface="Arial" panose="020B0604020202020204" pitchFamily="34" charset="0"/>
                <a:cs typeface="Arial" panose="020B0604020202020204" pitchFamily="34" charset="0"/>
              </a:rPr>
              <a:t>Ex1:</a:t>
            </a:r>
            <a:r>
              <a:rPr lang="en-US" dirty="0">
                <a:solidFill>
                  <a:srgbClr val="0404EC"/>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Quantize a sequence </a:t>
            </a:r>
            <a:r>
              <a:rPr lang="en-US" dirty="0">
                <a:latin typeface="Arial" panose="020B0604020202020204" pitchFamily="34" charset="0"/>
                <a:cs typeface="Arial" panose="020B0604020202020204" pitchFamily="34" charset="0"/>
              </a:rPr>
              <a:t>{1.2, -0.2, -0.5. 0.4, 0.89, 1.3} </a:t>
            </a:r>
            <a:r>
              <a:rPr lang="en-US" dirty="0">
                <a:solidFill>
                  <a:srgbClr val="FF0000"/>
                </a:solidFill>
                <a:latin typeface="Arial" panose="020B0604020202020204" pitchFamily="34" charset="0"/>
                <a:cs typeface="Arial" panose="020B0604020202020204" pitchFamily="34" charset="0"/>
              </a:rPr>
              <a:t>using a uniform </a:t>
            </a:r>
            <a:r>
              <a:rPr lang="en-US" dirty="0" err="1">
                <a:solidFill>
                  <a:srgbClr val="FF0000"/>
                </a:solidFill>
                <a:latin typeface="Arial" panose="020B0604020202020204" pitchFamily="34" charset="0"/>
                <a:cs typeface="Arial" panose="020B0604020202020204" pitchFamily="34" charset="0"/>
              </a:rPr>
              <a:t>quantizer</a:t>
            </a:r>
            <a:r>
              <a:rPr lang="en-US" dirty="0">
                <a:solidFill>
                  <a:srgbClr val="FF0000"/>
                </a:solidFill>
                <a:latin typeface="Arial" panose="020B0604020202020204" pitchFamily="34" charset="0"/>
                <a:cs typeface="Arial" panose="020B0604020202020204" pitchFamily="34" charset="0"/>
              </a:rPr>
              <a:t> in the range of </a:t>
            </a:r>
            <a:r>
              <a:rPr lang="en-US" dirty="0">
                <a:latin typeface="Arial" panose="020B0604020202020204" pitchFamily="34" charset="0"/>
                <a:cs typeface="Arial" panose="020B0604020202020204" pitchFamily="34" charset="0"/>
              </a:rPr>
              <a:t>(-1.5. 1.5) </a:t>
            </a:r>
            <a:r>
              <a:rPr lang="en-US" dirty="0">
                <a:solidFill>
                  <a:srgbClr val="FF0000"/>
                </a:solidFill>
                <a:latin typeface="Arial" panose="020B0604020202020204" pitchFamily="34" charset="0"/>
                <a:cs typeface="Arial" panose="020B0604020202020204" pitchFamily="34" charset="0"/>
              </a:rPr>
              <a:t>with (</a:t>
            </a:r>
            <a:r>
              <a:rPr lang="en-US" dirty="0" err="1">
                <a:solidFill>
                  <a:srgbClr val="FF0000"/>
                </a:solidFill>
                <a:latin typeface="Arial" panose="020B0604020202020204" pitchFamily="34" charset="0"/>
                <a:cs typeface="Arial" panose="020B0604020202020204" pitchFamily="34" charset="0"/>
              </a:rPr>
              <a:t>i</a:t>
            </a:r>
            <a:r>
              <a:rPr lang="en-US" dirty="0">
                <a:solidFill>
                  <a:srgbClr val="FF0000"/>
                </a:solidFill>
                <a:latin typeface="Arial" panose="020B0604020202020204" pitchFamily="34" charset="0"/>
                <a:cs typeface="Arial" panose="020B0604020202020204" pitchFamily="34" charset="0"/>
              </a:rPr>
              <a:t>) </a:t>
            </a:r>
            <a:r>
              <a:rPr lang="en-US" dirty="0">
                <a:solidFill>
                  <a:srgbClr val="0404EC"/>
                </a:solidFill>
                <a:latin typeface="Arial" panose="020B0604020202020204" pitchFamily="34" charset="0"/>
                <a:cs typeface="Arial" panose="020B0604020202020204" pitchFamily="34" charset="0"/>
              </a:rPr>
              <a:t>Four levels </a:t>
            </a:r>
            <a:r>
              <a:rPr lang="en-US" dirty="0">
                <a:solidFill>
                  <a:srgbClr val="FF0000"/>
                </a:solidFill>
                <a:latin typeface="Arial" panose="020B0604020202020204" pitchFamily="34" charset="0"/>
                <a:cs typeface="Arial" panose="020B0604020202020204" pitchFamily="34" charset="0"/>
              </a:rPr>
              <a:t>(ii) </a:t>
            </a:r>
            <a:r>
              <a:rPr lang="en-US" dirty="0">
                <a:solidFill>
                  <a:srgbClr val="0404EC"/>
                </a:solidFill>
                <a:latin typeface="Arial" panose="020B0604020202020204" pitchFamily="34" charset="0"/>
                <a:cs typeface="Arial" panose="020B0604020202020204" pitchFamily="34" charset="0"/>
              </a:rPr>
              <a:t>Eight levels</a:t>
            </a:r>
            <a:r>
              <a:rPr lang="en-US" dirty="0">
                <a:solidFill>
                  <a:srgbClr val="FF0000"/>
                </a:solidFill>
                <a:latin typeface="Arial" panose="020B0604020202020204" pitchFamily="34" charset="0"/>
                <a:cs typeface="Arial" panose="020B0604020202020204" pitchFamily="34" charset="0"/>
              </a:rPr>
              <a:t>, and write the quantized sequences.</a:t>
            </a:r>
            <a:r>
              <a:rPr lang="en-US" dirty="0"/>
              <a:t> </a:t>
            </a:r>
            <a:r>
              <a:rPr lang="en-US" dirty="0">
                <a:solidFill>
                  <a:srgbClr val="FF0000"/>
                </a:solidFill>
                <a:latin typeface="Arial" panose="020B0604020202020204" pitchFamily="34" charset="0"/>
                <a:cs typeface="Arial" panose="020B0604020202020204" pitchFamily="34" charset="0"/>
              </a:rPr>
              <a:t>Determine the quantization error in each case. Write the encoded sequence. </a:t>
            </a:r>
            <a:r>
              <a:rPr lang="en-US" dirty="0">
                <a:solidFill>
                  <a:srgbClr val="00B050"/>
                </a:solidFill>
                <a:latin typeface="Arial" panose="020B0604020202020204" pitchFamily="34" charset="0"/>
                <a:cs typeface="Arial" panose="020B0604020202020204" pitchFamily="34" charset="0"/>
              </a:rPr>
              <a:t>Find the full scale accuracy</a:t>
            </a:r>
            <a:r>
              <a:rPr lang="en-US" dirty="0">
                <a:solidFill>
                  <a:srgbClr val="FF0000"/>
                </a:solidFill>
                <a:latin typeface="Arial" panose="020B0604020202020204" pitchFamily="34" charset="0"/>
                <a:cs typeface="Arial" panose="020B0604020202020204" pitchFamily="34" charset="0"/>
              </a:rPr>
              <a:t>. </a:t>
            </a:r>
            <a:r>
              <a:rPr lang="en-US" dirty="0">
                <a:solidFill>
                  <a:srgbClr val="0404EC"/>
                </a:solidFill>
                <a:latin typeface="Arial" panose="020B0604020202020204" pitchFamily="34" charset="0"/>
                <a:cs typeface="Arial" panose="020B0604020202020204" pitchFamily="34" charset="0"/>
              </a:rPr>
              <a:t>Find the percentage accuracy. </a:t>
            </a:r>
          </a:p>
          <a:p>
            <a:pPr marL="0" indent="0" algn="just">
              <a:lnSpc>
                <a:spcPct val="150000"/>
              </a:lnSpc>
              <a:buNone/>
            </a:pPr>
            <a:r>
              <a:rPr lang="en-US" dirty="0">
                <a:solidFill>
                  <a:srgbClr val="00B050"/>
                </a:solidFill>
                <a:latin typeface="Arial" panose="020B0604020202020204" pitchFamily="34" charset="0"/>
                <a:cs typeface="Arial" panose="020B0604020202020204" pitchFamily="34" charset="0"/>
              </a:rPr>
              <a:t>The full scale accuracy  </a:t>
            </a:r>
            <a:endParaRPr lang="en-US" dirty="0">
              <a:solidFill>
                <a:srgbClr val="0404EC"/>
              </a:solidFill>
              <a:latin typeface="Arial" panose="020B0604020202020204" pitchFamily="34" charset="0"/>
              <a:cs typeface="Arial" panose="020B0604020202020204" pitchFamily="34" charset="0"/>
            </a:endParaRPr>
          </a:p>
          <a:p>
            <a:pPr marL="0" indent="0" algn="just">
              <a:lnSpc>
                <a:spcPct val="150000"/>
              </a:lnSpc>
              <a:buNone/>
            </a:pPr>
            <a:r>
              <a:rPr lang="en-US" sz="2600" dirty="0">
                <a:solidFill>
                  <a:srgbClr val="0404EC"/>
                </a:solidFill>
                <a:latin typeface="Arial" panose="020B0604020202020204" pitchFamily="34" charset="0"/>
                <a:cs typeface="Arial" panose="020B0604020202020204" pitchFamily="34" charset="0"/>
              </a:rPr>
              <a:t> </a:t>
            </a:r>
            <a:r>
              <a:rPr lang="en-US" dirty="0">
                <a:solidFill>
                  <a:srgbClr val="0404EC"/>
                </a:solidFill>
                <a:latin typeface="Arial" panose="020B0604020202020204" pitchFamily="34" charset="0"/>
                <a:cs typeface="Arial" panose="020B0604020202020204" pitchFamily="34" charset="0"/>
              </a:rPr>
              <a:t>The percentage accuracy</a:t>
            </a:r>
          </a:p>
        </p:txBody>
      </p:sp>
      <p:pic>
        <p:nvPicPr>
          <p:cNvPr id="1026" name="Picture 2"/>
          <p:cNvPicPr>
            <a:picLocks noChangeAspect="1" noChangeArrowheads="1"/>
          </p:cNvPicPr>
          <p:nvPr/>
        </p:nvPicPr>
        <p:blipFill>
          <a:blip r:embed="rId2" cstate="print"/>
          <a:srcRect/>
          <a:stretch>
            <a:fillRect/>
          </a:stretch>
        </p:blipFill>
        <p:spPr bwMode="auto">
          <a:xfrm>
            <a:off x="3897557" y="3580302"/>
            <a:ext cx="1724025" cy="752475"/>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4547820" y="4234962"/>
            <a:ext cx="2524287" cy="899746"/>
          </a:xfrm>
          <a:prstGeom prst="rect">
            <a:avLst/>
          </a:prstGeom>
          <a:noFill/>
          <a:ln w="9525">
            <a:noFill/>
            <a:miter lim="800000"/>
            <a:headEnd/>
            <a:tailEnd/>
          </a:ln>
        </p:spPr>
      </p:pic>
    </p:spTree>
    <p:extLst>
      <p:ext uri="{BB962C8B-B14F-4D97-AF65-F5344CB8AC3E}">
        <p14:creationId xmlns:p14="http://schemas.microsoft.com/office/powerpoint/2010/main" val="299567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amond(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box(in)">
                                      <p:cBhvr>
                                        <p:cTn id="12" dur="5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1028"/>
                                        </p:tgtEl>
                                        <p:attrNameLst>
                                          <p:attrName>style.visibility</p:attrName>
                                        </p:attrNameLst>
                                      </p:cBhvr>
                                      <p:to>
                                        <p:strVal val="visible"/>
                                      </p:to>
                                    </p:set>
                                    <p:animEffect transition="in" filter="circle(in)">
                                      <p:cBhvr>
                                        <p:cTn id="24" dur="2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stretch>
            <a:fillRect/>
          </a:stretch>
        </p:blipFill>
        <p:spPr>
          <a:xfrm>
            <a:off x="3974122" y="-1"/>
            <a:ext cx="7965097" cy="5322277"/>
          </a:xfrm>
          <a:prstGeom prst="rect">
            <a:avLst/>
          </a:prstGeom>
        </p:spPr>
      </p:pic>
      <p:sp>
        <p:nvSpPr>
          <p:cNvPr id="13" name="TextBox 12"/>
          <p:cNvSpPr txBox="1"/>
          <p:nvPr/>
        </p:nvSpPr>
        <p:spPr>
          <a:xfrm>
            <a:off x="4999891" y="451583"/>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1.125</a:t>
            </a:r>
          </a:p>
        </p:txBody>
      </p:sp>
      <p:sp>
        <p:nvSpPr>
          <p:cNvPr id="14" name="TextBox 13"/>
          <p:cNvSpPr txBox="1"/>
          <p:nvPr/>
        </p:nvSpPr>
        <p:spPr>
          <a:xfrm>
            <a:off x="9365944" y="733699"/>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0.125</a:t>
            </a:r>
          </a:p>
        </p:txBody>
      </p:sp>
      <p:sp>
        <p:nvSpPr>
          <p:cNvPr id="15" name="TextBox 14"/>
          <p:cNvSpPr txBox="1"/>
          <p:nvPr/>
        </p:nvSpPr>
        <p:spPr>
          <a:xfrm>
            <a:off x="11123368" y="388112"/>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1.125</a:t>
            </a:r>
          </a:p>
        </p:txBody>
      </p:sp>
      <p:sp>
        <p:nvSpPr>
          <p:cNvPr id="16" name="TextBox 15"/>
          <p:cNvSpPr txBox="1"/>
          <p:nvPr/>
        </p:nvSpPr>
        <p:spPr>
          <a:xfrm>
            <a:off x="7994771" y="1832859"/>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0.375</a:t>
            </a:r>
          </a:p>
        </p:txBody>
      </p:sp>
      <p:sp>
        <p:nvSpPr>
          <p:cNvPr id="17" name="TextBox 16"/>
          <p:cNvSpPr txBox="1"/>
          <p:nvPr/>
        </p:nvSpPr>
        <p:spPr>
          <a:xfrm>
            <a:off x="6166099" y="3218506"/>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-0.375</a:t>
            </a:r>
          </a:p>
        </p:txBody>
      </p:sp>
      <p:sp>
        <p:nvSpPr>
          <p:cNvPr id="18" name="TextBox 17"/>
          <p:cNvSpPr txBox="1"/>
          <p:nvPr/>
        </p:nvSpPr>
        <p:spPr>
          <a:xfrm>
            <a:off x="8009305" y="3257332"/>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-0.375</a:t>
            </a:r>
          </a:p>
        </p:txBody>
      </p:sp>
      <p:sp>
        <p:nvSpPr>
          <p:cNvPr id="3" name="Rectangle 2"/>
          <p:cNvSpPr/>
          <p:nvPr/>
        </p:nvSpPr>
        <p:spPr>
          <a:xfrm>
            <a:off x="84929" y="82061"/>
            <a:ext cx="3339376" cy="923330"/>
          </a:xfrm>
          <a:prstGeom prst="rect">
            <a:avLst/>
          </a:prstGeom>
        </p:spPr>
        <p:txBody>
          <a:bodyPr wrap="none">
            <a:spAutoFit/>
          </a:bodyPr>
          <a:lstStyle/>
          <a:p>
            <a:pPr algn="just">
              <a:lnSpc>
                <a:spcPct val="150000"/>
              </a:lnSpc>
            </a:pPr>
            <a:r>
              <a:rPr lang="en-US" dirty="0">
                <a:solidFill>
                  <a:srgbClr val="FF0000"/>
                </a:solidFill>
                <a:latin typeface="Arial" panose="020B0604020202020204" pitchFamily="34" charset="0"/>
                <a:cs typeface="Arial" panose="020B0604020202020204" pitchFamily="34" charset="0"/>
              </a:rPr>
              <a:t>Given Sequence</a:t>
            </a:r>
          </a:p>
          <a:p>
            <a:pPr algn="just">
              <a:lnSpc>
                <a:spcPct val="150000"/>
              </a:lnSpc>
            </a:pPr>
            <a:r>
              <a:rPr lang="en-US" dirty="0">
                <a:solidFill>
                  <a:srgbClr val="0404EC"/>
                </a:solidFill>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{1.2, -0.2, -0.5, 0.4, 0.89, 1.3} </a:t>
            </a:r>
            <a:endParaRPr lang="en-US" b="1" dirty="0">
              <a:solidFill>
                <a:srgbClr val="FF0000"/>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3" cstate="print"/>
          <a:stretch>
            <a:fillRect/>
          </a:stretch>
        </p:blipFill>
        <p:spPr>
          <a:xfrm>
            <a:off x="1355116" y="1241150"/>
            <a:ext cx="1019175" cy="809625"/>
          </a:xfrm>
          <a:prstGeom prst="rect">
            <a:avLst/>
          </a:prstGeom>
        </p:spPr>
      </p:pic>
      <p:pic>
        <p:nvPicPr>
          <p:cNvPr id="19" name="Picture 18"/>
          <p:cNvPicPr>
            <a:picLocks noChangeAspect="1"/>
          </p:cNvPicPr>
          <p:nvPr/>
        </p:nvPicPr>
        <p:blipFill>
          <a:blip r:embed="rId4" cstate="print"/>
          <a:stretch>
            <a:fillRect/>
          </a:stretch>
        </p:blipFill>
        <p:spPr>
          <a:xfrm>
            <a:off x="144892" y="2232969"/>
            <a:ext cx="3219450" cy="704850"/>
          </a:xfrm>
          <a:prstGeom prst="rect">
            <a:avLst/>
          </a:prstGeom>
        </p:spPr>
      </p:pic>
      <p:pic>
        <p:nvPicPr>
          <p:cNvPr id="20" name="Picture 19"/>
          <p:cNvPicPr>
            <a:picLocks noChangeAspect="1"/>
          </p:cNvPicPr>
          <p:nvPr/>
        </p:nvPicPr>
        <p:blipFill>
          <a:blip r:embed="rId5" cstate="print"/>
          <a:stretch>
            <a:fillRect/>
          </a:stretch>
        </p:blipFill>
        <p:spPr>
          <a:xfrm>
            <a:off x="84929" y="1398846"/>
            <a:ext cx="1152525" cy="447675"/>
          </a:xfrm>
          <a:prstGeom prst="rect">
            <a:avLst/>
          </a:prstGeom>
        </p:spPr>
      </p:pic>
      <p:pic>
        <p:nvPicPr>
          <p:cNvPr id="5" name="Picture 4"/>
          <p:cNvPicPr>
            <a:picLocks noChangeAspect="1"/>
          </p:cNvPicPr>
          <p:nvPr/>
        </p:nvPicPr>
        <p:blipFill>
          <a:blip r:embed="rId6" cstate="print"/>
          <a:stretch>
            <a:fillRect/>
          </a:stretch>
        </p:blipFill>
        <p:spPr>
          <a:xfrm>
            <a:off x="989044" y="5438934"/>
            <a:ext cx="9439275" cy="923925"/>
          </a:xfrm>
          <a:prstGeom prst="rect">
            <a:avLst/>
          </a:prstGeom>
        </p:spPr>
      </p:pic>
      <p:sp>
        <p:nvSpPr>
          <p:cNvPr id="6" name="Rectangle 5"/>
          <p:cNvSpPr/>
          <p:nvPr/>
        </p:nvSpPr>
        <p:spPr>
          <a:xfrm>
            <a:off x="1534811" y="6291968"/>
            <a:ext cx="9684174" cy="507831"/>
          </a:xfrm>
          <a:prstGeom prst="rect">
            <a:avLst/>
          </a:prstGeom>
        </p:spPr>
        <p:txBody>
          <a:bodyPr wrap="square">
            <a:spAutoFit/>
          </a:bodyPr>
          <a:lstStyle/>
          <a:p>
            <a:pPr algn="just">
              <a:lnSpc>
                <a:spcPct val="150000"/>
              </a:lnSpc>
            </a:pPr>
            <a:r>
              <a:rPr lang="en-US" dirty="0">
                <a:latin typeface="Arial" panose="020B0604020202020204" pitchFamily="34" charset="0"/>
                <a:cs typeface="Arial" panose="020B0604020202020204" pitchFamily="34" charset="0"/>
              </a:rPr>
              <a:t>Bit stream representing  Encoding:</a:t>
            </a:r>
            <a:r>
              <a:rPr lang="fr-FR" dirty="0">
                <a:solidFill>
                  <a:srgbClr val="FF0000"/>
                </a:solidFill>
                <a:latin typeface="Arial" panose="020B0604020202020204" pitchFamily="34" charset="0"/>
                <a:cs typeface="Arial" panose="020B0604020202020204" pitchFamily="34" charset="0"/>
              </a:rPr>
              <a:t>         </a:t>
            </a:r>
            <a:r>
              <a:rPr lang="fr-FR" dirty="0">
                <a:solidFill>
                  <a:srgbClr val="0404EC"/>
                </a:solidFill>
                <a:latin typeface="Arial" panose="020B0604020202020204" pitchFamily="34" charset="0"/>
                <a:cs typeface="Arial" panose="020B0604020202020204" pitchFamily="34" charset="0"/>
              </a:rPr>
              <a:t>11         01           01         10        11          11</a:t>
            </a:r>
            <a:endParaRPr lang="en-US" dirty="0">
              <a:solidFill>
                <a:srgbClr val="0404EC"/>
              </a:solidFill>
              <a:latin typeface="Arial" panose="020B0604020202020204" pitchFamily="34" charset="0"/>
              <a:cs typeface="Arial" panose="020B0604020202020204" pitchFamily="34" charset="0"/>
            </a:endParaRPr>
          </a:p>
        </p:txBody>
      </p:sp>
      <p:sp>
        <p:nvSpPr>
          <p:cNvPr id="7" name="Rectangle 6"/>
          <p:cNvSpPr/>
          <p:nvPr/>
        </p:nvSpPr>
        <p:spPr>
          <a:xfrm>
            <a:off x="3589335" y="4323891"/>
            <a:ext cx="441146" cy="369332"/>
          </a:xfrm>
          <a:prstGeom prst="rect">
            <a:avLst/>
          </a:prstGeom>
        </p:spPr>
        <p:txBody>
          <a:bodyPr wrap="none">
            <a:spAutoFit/>
          </a:bodyPr>
          <a:lstStyle/>
          <a:p>
            <a:r>
              <a:rPr lang="fr-FR" b="1" dirty="0">
                <a:solidFill>
                  <a:srgbClr val="FF0000"/>
                </a:solidFill>
                <a:latin typeface="Arial" panose="020B0604020202020204" pitchFamily="34" charset="0"/>
                <a:cs typeface="Arial" panose="020B0604020202020204" pitchFamily="34" charset="0"/>
              </a:rPr>
              <a:t>00</a:t>
            </a:r>
            <a:endParaRPr lang="en-US" b="1" dirty="0">
              <a:solidFill>
                <a:srgbClr val="FF0000"/>
              </a:solidFill>
            </a:endParaRPr>
          </a:p>
        </p:txBody>
      </p:sp>
      <p:sp>
        <p:nvSpPr>
          <p:cNvPr id="8" name="Rectangle 7"/>
          <p:cNvSpPr/>
          <p:nvPr/>
        </p:nvSpPr>
        <p:spPr>
          <a:xfrm>
            <a:off x="3615037" y="3084389"/>
            <a:ext cx="441146" cy="369332"/>
          </a:xfrm>
          <a:prstGeom prst="rect">
            <a:avLst/>
          </a:prstGeom>
        </p:spPr>
        <p:txBody>
          <a:bodyPr wrap="none">
            <a:spAutoFit/>
          </a:bodyPr>
          <a:lstStyle/>
          <a:p>
            <a:r>
              <a:rPr lang="fr-FR" b="1" dirty="0">
                <a:solidFill>
                  <a:srgbClr val="FF0000"/>
                </a:solidFill>
                <a:latin typeface="Arial" panose="020B0604020202020204" pitchFamily="34" charset="0"/>
                <a:cs typeface="Arial" panose="020B0604020202020204" pitchFamily="34" charset="0"/>
              </a:rPr>
              <a:t>01</a:t>
            </a:r>
            <a:endParaRPr lang="en-US" b="1" dirty="0">
              <a:solidFill>
                <a:srgbClr val="FF0000"/>
              </a:solidFill>
            </a:endParaRPr>
          </a:p>
        </p:txBody>
      </p:sp>
      <p:sp>
        <p:nvSpPr>
          <p:cNvPr id="9" name="Rectangle 8"/>
          <p:cNvSpPr/>
          <p:nvPr/>
        </p:nvSpPr>
        <p:spPr>
          <a:xfrm>
            <a:off x="3589335" y="1836525"/>
            <a:ext cx="441146" cy="369332"/>
          </a:xfrm>
          <a:prstGeom prst="rect">
            <a:avLst/>
          </a:prstGeom>
        </p:spPr>
        <p:txBody>
          <a:bodyPr wrap="none">
            <a:spAutoFit/>
          </a:bodyPr>
          <a:lstStyle/>
          <a:p>
            <a:r>
              <a:rPr lang="fr-FR" b="1" dirty="0">
                <a:solidFill>
                  <a:srgbClr val="FF0000"/>
                </a:solidFill>
                <a:latin typeface="Arial" panose="020B0604020202020204" pitchFamily="34" charset="0"/>
                <a:cs typeface="Arial" panose="020B0604020202020204" pitchFamily="34" charset="0"/>
              </a:rPr>
              <a:t>10</a:t>
            </a:r>
            <a:endParaRPr lang="en-US" b="1" dirty="0">
              <a:solidFill>
                <a:srgbClr val="FF0000"/>
              </a:solidFill>
            </a:endParaRPr>
          </a:p>
        </p:txBody>
      </p:sp>
      <p:sp>
        <p:nvSpPr>
          <p:cNvPr id="10" name="Rectangle 9"/>
          <p:cNvSpPr/>
          <p:nvPr/>
        </p:nvSpPr>
        <p:spPr>
          <a:xfrm>
            <a:off x="3623222" y="598144"/>
            <a:ext cx="428387" cy="369332"/>
          </a:xfrm>
          <a:prstGeom prst="rect">
            <a:avLst/>
          </a:prstGeom>
        </p:spPr>
        <p:txBody>
          <a:bodyPr wrap="none">
            <a:spAutoFit/>
          </a:bodyPr>
          <a:lstStyle/>
          <a:p>
            <a:r>
              <a:rPr lang="fr-FR" b="1" dirty="0">
                <a:solidFill>
                  <a:srgbClr val="FF0000"/>
                </a:solidFill>
                <a:latin typeface="Arial" panose="020B0604020202020204" pitchFamily="34" charset="0"/>
                <a:cs typeface="Arial" panose="020B0604020202020204" pitchFamily="34" charset="0"/>
              </a:rPr>
              <a:t>11</a:t>
            </a:r>
            <a:endParaRPr lang="en-US" b="1" dirty="0">
              <a:solidFill>
                <a:srgbClr val="FF0000"/>
              </a:solidFill>
            </a:endParaRPr>
          </a:p>
        </p:txBody>
      </p:sp>
    </p:spTree>
    <p:extLst>
      <p:ext uri="{BB962C8B-B14F-4D97-AF65-F5344CB8AC3E}">
        <p14:creationId xmlns:p14="http://schemas.microsoft.com/office/powerpoint/2010/main" val="293865588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barn(inVertical)">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circle(in)">
                                      <p:cBhvr>
                                        <p:cTn id="29" dur="20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circle(in)">
                                      <p:cBhvr>
                                        <p:cTn id="44" dur="20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1000"/>
                                        <p:tgtEl>
                                          <p:spTgt spid="13"/>
                                        </p:tgtEl>
                                      </p:cBhvr>
                                    </p:animEffect>
                                    <p:anim calcmode="lin" valueType="num">
                                      <p:cBhvr>
                                        <p:cTn id="54" dur="1000" fill="hold"/>
                                        <p:tgtEl>
                                          <p:spTgt spid="13"/>
                                        </p:tgtEl>
                                        <p:attrNameLst>
                                          <p:attrName>ppt_x</p:attrName>
                                        </p:attrNameLst>
                                      </p:cBhvr>
                                      <p:tavLst>
                                        <p:tav tm="0">
                                          <p:val>
                                            <p:strVal val="#ppt_x"/>
                                          </p:val>
                                        </p:tav>
                                        <p:tav tm="100000">
                                          <p:val>
                                            <p:strVal val="#ppt_x"/>
                                          </p:val>
                                        </p:tav>
                                      </p:tavLst>
                                    </p:anim>
                                    <p:anim calcmode="lin" valueType="num">
                                      <p:cBhvr>
                                        <p:cTn id="5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down)">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barn(inVertical)">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ppt_x</p:attrName>
                                        </p:attrNameLst>
                                      </p:cBhvr>
                                      <p:tavLst>
                                        <p:tav tm="0">
                                          <p:val>
                                            <p:strVal val="#ppt_x"/>
                                          </p:val>
                                        </p:tav>
                                        <p:tav tm="100000">
                                          <p:val>
                                            <p:strVal val="#ppt_x"/>
                                          </p:val>
                                        </p:tav>
                                      </p:tavLst>
                                    </p:anim>
                                    <p:anim calcmode="lin" valueType="num">
                                      <p:cBhvr additive="base">
                                        <p:cTn id="7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 calcmode="lin" valueType="num">
                                      <p:cBhvr additive="base">
                                        <p:cTn id="76" dur="500" fill="hold"/>
                                        <p:tgtEl>
                                          <p:spTgt spid="14"/>
                                        </p:tgtEl>
                                        <p:attrNameLst>
                                          <p:attrName>ppt_x</p:attrName>
                                        </p:attrNameLst>
                                      </p:cBhvr>
                                      <p:tavLst>
                                        <p:tav tm="0">
                                          <p:val>
                                            <p:strVal val="#ppt_x"/>
                                          </p:val>
                                        </p:tav>
                                        <p:tav tm="100000">
                                          <p:val>
                                            <p:strVal val="#ppt_x"/>
                                          </p:val>
                                        </p:tav>
                                      </p:tavLst>
                                    </p:anim>
                                    <p:anim calcmode="lin" valueType="num">
                                      <p:cBhvr additive="base">
                                        <p:cTn id="7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6" presetClass="entr" presetSubtype="16" fill="hold" grpId="0"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circle(in)">
                                      <p:cBhvr>
                                        <p:cTn id="82" dur="20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fade">
                                      <p:cBhvr>
                                        <p:cTn id="87" dur="500"/>
                                        <p:tgtEl>
                                          <p:spTgt spid="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6">
                                            <p:txEl>
                                              <p:pRg st="0" end="0"/>
                                            </p:txEl>
                                          </p:spTgt>
                                        </p:tgtEl>
                                        <p:attrNameLst>
                                          <p:attrName>style.visibility</p:attrName>
                                        </p:attrNameLst>
                                      </p:cBhvr>
                                      <p:to>
                                        <p:strVal val="visible"/>
                                      </p:to>
                                    </p:set>
                                    <p:animEffect transition="in" filter="wipe(down)">
                                      <p:cBhvr>
                                        <p:cTn id="9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3" grpId="0"/>
      <p:bldP spid="7" grpId="0"/>
      <p:bldP spid="8" grpId="0"/>
      <p:bldP spid="9"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954" y="175845"/>
            <a:ext cx="11992709" cy="6799385"/>
          </a:xfrm>
        </p:spPr>
        <p:txBody>
          <a:bodyPr>
            <a:normAutofit fontScale="92500" lnSpcReduction="10000"/>
          </a:bodyPr>
          <a:lstStyle/>
          <a:p>
            <a:pPr marL="0" indent="0" algn="just">
              <a:lnSpc>
                <a:spcPct val="150000"/>
              </a:lnSpc>
              <a:buNone/>
            </a:pPr>
            <a:r>
              <a:rPr lang="en-US" b="1" dirty="0">
                <a:solidFill>
                  <a:srgbClr val="0404EC"/>
                </a:solidFill>
                <a:latin typeface="Arial" panose="020B0604020202020204" pitchFamily="34" charset="0"/>
                <a:cs typeface="Arial" panose="020B0604020202020204" pitchFamily="34" charset="0"/>
              </a:rPr>
              <a:t>Ex1:</a:t>
            </a:r>
            <a:r>
              <a:rPr lang="en-US" dirty="0">
                <a:solidFill>
                  <a:srgbClr val="0404EC"/>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Quantize a sequence </a:t>
            </a:r>
            <a:r>
              <a:rPr lang="en-US" dirty="0">
                <a:latin typeface="Arial" panose="020B0604020202020204" pitchFamily="34" charset="0"/>
                <a:cs typeface="Arial" panose="020B0604020202020204" pitchFamily="34" charset="0"/>
              </a:rPr>
              <a:t>{1.2, -0.2, -0.5. 0.4, 0.89, 1.3} </a:t>
            </a:r>
            <a:r>
              <a:rPr lang="en-US" dirty="0">
                <a:solidFill>
                  <a:srgbClr val="FF0000"/>
                </a:solidFill>
                <a:latin typeface="Arial" panose="020B0604020202020204" pitchFamily="34" charset="0"/>
                <a:cs typeface="Arial" panose="020B0604020202020204" pitchFamily="34" charset="0"/>
              </a:rPr>
              <a:t>using a uniform </a:t>
            </a:r>
            <a:r>
              <a:rPr lang="en-US" dirty="0" err="1">
                <a:solidFill>
                  <a:srgbClr val="FF0000"/>
                </a:solidFill>
                <a:latin typeface="Arial" panose="020B0604020202020204" pitchFamily="34" charset="0"/>
                <a:cs typeface="Arial" panose="020B0604020202020204" pitchFamily="34" charset="0"/>
              </a:rPr>
              <a:t>quantizer</a:t>
            </a:r>
            <a:r>
              <a:rPr lang="en-US" dirty="0">
                <a:solidFill>
                  <a:srgbClr val="FF0000"/>
                </a:solidFill>
                <a:latin typeface="Arial" panose="020B0604020202020204" pitchFamily="34" charset="0"/>
                <a:cs typeface="Arial" panose="020B0604020202020204" pitchFamily="34" charset="0"/>
              </a:rPr>
              <a:t> in the range of </a:t>
            </a:r>
            <a:r>
              <a:rPr lang="en-US" dirty="0">
                <a:latin typeface="Arial" panose="020B0604020202020204" pitchFamily="34" charset="0"/>
                <a:cs typeface="Arial" panose="020B0604020202020204" pitchFamily="34" charset="0"/>
              </a:rPr>
              <a:t>(-1.5. 1.5) </a:t>
            </a:r>
            <a:r>
              <a:rPr lang="en-US" dirty="0">
                <a:solidFill>
                  <a:srgbClr val="FF0000"/>
                </a:solidFill>
                <a:latin typeface="Arial" panose="020B0604020202020204" pitchFamily="34" charset="0"/>
                <a:cs typeface="Arial" panose="020B0604020202020204" pitchFamily="34" charset="0"/>
              </a:rPr>
              <a:t>with (</a:t>
            </a:r>
            <a:r>
              <a:rPr lang="en-US" dirty="0" err="1">
                <a:solidFill>
                  <a:srgbClr val="FF0000"/>
                </a:solidFill>
                <a:latin typeface="Arial" panose="020B0604020202020204" pitchFamily="34" charset="0"/>
                <a:cs typeface="Arial" panose="020B0604020202020204" pitchFamily="34" charset="0"/>
              </a:rPr>
              <a:t>i</a:t>
            </a:r>
            <a:r>
              <a:rPr lang="en-US" dirty="0">
                <a:solidFill>
                  <a:srgbClr val="FF0000"/>
                </a:solidFill>
                <a:latin typeface="Arial" panose="020B0604020202020204" pitchFamily="34" charset="0"/>
                <a:cs typeface="Arial" panose="020B0604020202020204" pitchFamily="34" charset="0"/>
              </a:rPr>
              <a:t>) Four levels (ii) </a:t>
            </a:r>
            <a:r>
              <a:rPr lang="en-US" dirty="0">
                <a:solidFill>
                  <a:srgbClr val="0404EC"/>
                </a:solidFill>
                <a:latin typeface="Arial" panose="020B0604020202020204" pitchFamily="34" charset="0"/>
                <a:cs typeface="Arial" panose="020B0604020202020204" pitchFamily="34" charset="0"/>
              </a:rPr>
              <a:t>Eight levels</a:t>
            </a:r>
            <a:r>
              <a:rPr lang="en-US" dirty="0">
                <a:solidFill>
                  <a:srgbClr val="FF0000"/>
                </a:solidFill>
                <a:latin typeface="Arial" panose="020B0604020202020204" pitchFamily="34" charset="0"/>
                <a:cs typeface="Arial" panose="020B0604020202020204" pitchFamily="34" charset="0"/>
              </a:rPr>
              <a:t>, and write the quantized sequences.</a:t>
            </a:r>
            <a:r>
              <a:rPr lang="en-US" dirty="0"/>
              <a:t> </a:t>
            </a:r>
            <a:r>
              <a:rPr lang="en-US" dirty="0">
                <a:solidFill>
                  <a:srgbClr val="FF0000"/>
                </a:solidFill>
                <a:latin typeface="Arial" panose="020B0604020202020204" pitchFamily="34" charset="0"/>
                <a:cs typeface="Arial" panose="020B0604020202020204" pitchFamily="34" charset="0"/>
              </a:rPr>
              <a:t>Determine the quantization error in each case. Write the encoded sequence</a:t>
            </a:r>
          </a:p>
          <a:p>
            <a:pPr marL="0" indent="0" algn="just">
              <a:lnSpc>
                <a:spcPct val="150000"/>
              </a:lnSpc>
              <a:buNone/>
            </a:pPr>
            <a:r>
              <a:rPr lang="en-US" sz="2600" dirty="0">
                <a:solidFill>
                  <a:srgbClr val="0404EC"/>
                </a:solidFill>
                <a:latin typeface="Arial" panose="020B0604020202020204" pitchFamily="34" charset="0"/>
                <a:cs typeface="Arial" panose="020B0604020202020204" pitchFamily="34" charset="0"/>
              </a:rPr>
              <a:t> </a:t>
            </a:r>
            <a:r>
              <a:rPr lang="en-US" sz="2600" dirty="0">
                <a:solidFill>
                  <a:srgbClr val="00B050"/>
                </a:solidFill>
                <a:latin typeface="Arial" panose="020B0604020202020204" pitchFamily="34" charset="0"/>
                <a:cs typeface="Arial" panose="020B0604020202020204" pitchFamily="34" charset="0"/>
              </a:rPr>
              <a:t>(</a:t>
            </a:r>
            <a:r>
              <a:rPr lang="en-US" sz="2600" dirty="0" err="1">
                <a:solidFill>
                  <a:srgbClr val="00B050"/>
                </a:solidFill>
                <a:latin typeface="Arial" panose="020B0604020202020204" pitchFamily="34" charset="0"/>
                <a:cs typeface="Arial" panose="020B0604020202020204" pitchFamily="34" charset="0"/>
              </a:rPr>
              <a:t>i</a:t>
            </a:r>
            <a:r>
              <a:rPr lang="en-US" sz="2600" dirty="0">
                <a:solidFill>
                  <a:srgbClr val="00B050"/>
                </a:solidFill>
                <a:latin typeface="Arial" panose="020B0604020202020204" pitchFamily="34" charset="0"/>
                <a:cs typeface="Arial" panose="020B0604020202020204" pitchFamily="34" charset="0"/>
              </a:rPr>
              <a:t>) For L = 4</a:t>
            </a:r>
            <a:r>
              <a:rPr lang="en-US" sz="2600" dirty="0">
                <a:solidFill>
                  <a:srgbClr val="0404EC"/>
                </a:solidFill>
                <a:latin typeface="Arial" panose="020B0604020202020204" pitchFamily="34" charset="0"/>
                <a:cs typeface="Arial" panose="020B0604020202020204" pitchFamily="34" charset="0"/>
              </a:rPr>
              <a:t>;                                </a:t>
            </a:r>
          </a:p>
          <a:p>
            <a:pPr marL="0" indent="0" algn="just">
              <a:lnSpc>
                <a:spcPct val="160000"/>
              </a:lnSpc>
              <a:buNone/>
            </a:pPr>
            <a:r>
              <a:rPr lang="en-US" sz="2600" dirty="0">
                <a:solidFill>
                  <a:srgbClr val="0404EC"/>
                </a:solidFill>
                <a:latin typeface="Arial" panose="020B0604020202020204" pitchFamily="34" charset="0"/>
                <a:cs typeface="Arial" panose="020B0604020202020204" pitchFamily="34" charset="0"/>
              </a:rPr>
              <a:t>Therefore the quantization error </a:t>
            </a:r>
          </a:p>
          <a:p>
            <a:pPr marL="0" indent="0" algn="just">
              <a:lnSpc>
                <a:spcPct val="150000"/>
              </a:lnSpc>
              <a:buNone/>
            </a:pPr>
            <a:r>
              <a:rPr lang="fr-FR" sz="3000" dirty="0">
                <a:solidFill>
                  <a:srgbClr val="FF0000"/>
                </a:solidFill>
                <a:latin typeface="Arial" panose="020B0604020202020204" pitchFamily="34" charset="0"/>
                <a:cs typeface="Arial" panose="020B0604020202020204" pitchFamily="34" charset="0"/>
              </a:rPr>
              <a:t>               </a:t>
            </a:r>
            <a:r>
              <a:rPr lang="fr-FR" sz="3000" dirty="0" err="1">
                <a:solidFill>
                  <a:srgbClr val="FF0000"/>
                </a:solidFill>
                <a:latin typeface="Arial" panose="020B0604020202020204" pitchFamily="34" charset="0"/>
                <a:cs typeface="Arial" panose="020B0604020202020204" pitchFamily="34" charset="0"/>
              </a:rPr>
              <a:t>codewords</a:t>
            </a:r>
            <a:r>
              <a:rPr lang="fr-FR" sz="3000" dirty="0">
                <a:solidFill>
                  <a:srgbClr val="FF0000"/>
                </a:solidFill>
                <a:latin typeface="Arial" panose="020B0604020202020204" pitchFamily="34" charset="0"/>
                <a:cs typeface="Arial" panose="020B0604020202020204" pitchFamily="34" charset="0"/>
              </a:rPr>
              <a:t>          00               01        10              11</a:t>
            </a:r>
            <a:endParaRPr lang="en-US" sz="3000" dirty="0">
              <a:solidFill>
                <a:srgbClr val="FF0000"/>
              </a:solidFill>
              <a:latin typeface="Arial" panose="020B0604020202020204" pitchFamily="34" charset="0"/>
              <a:cs typeface="Arial" panose="020B0604020202020204" pitchFamily="34" charset="0"/>
            </a:endParaRPr>
          </a:p>
          <a:p>
            <a:pPr marL="0" indent="0" algn="just">
              <a:lnSpc>
                <a:spcPct val="150000"/>
              </a:lnSpc>
              <a:spcBef>
                <a:spcPts val="0"/>
              </a:spcBef>
              <a:buNone/>
            </a:pPr>
            <a:r>
              <a:rPr lang="en-US" sz="2600" dirty="0">
                <a:solidFill>
                  <a:srgbClr val="0404EC"/>
                </a:solidFill>
                <a:latin typeface="Arial" panose="020B0604020202020204" pitchFamily="34" charset="0"/>
                <a:cs typeface="Arial" panose="020B0604020202020204" pitchFamily="34" charset="0"/>
              </a:rPr>
              <a:t>Quantization levels = </a:t>
            </a:r>
            <a:r>
              <a:rPr lang="en-US" sz="2600" b="1" dirty="0">
                <a:solidFill>
                  <a:srgbClr val="0404EC"/>
                </a:solidFill>
                <a:latin typeface="Arial" panose="020B0604020202020204" pitchFamily="34" charset="0"/>
                <a:cs typeface="Arial" panose="020B0604020202020204" pitchFamily="34" charset="0"/>
              </a:rPr>
              <a:t>{ -1.5, </a:t>
            </a:r>
            <a:r>
              <a:rPr lang="en-US" sz="2600" b="1" dirty="0">
                <a:solidFill>
                  <a:srgbClr val="00B050"/>
                </a:solidFill>
                <a:latin typeface="Arial" panose="020B0604020202020204" pitchFamily="34" charset="0"/>
                <a:cs typeface="Arial" panose="020B0604020202020204" pitchFamily="34" charset="0"/>
              </a:rPr>
              <a:t>-1.125</a:t>
            </a:r>
            <a:r>
              <a:rPr lang="en-US" sz="2600" b="1" dirty="0">
                <a:solidFill>
                  <a:srgbClr val="0404EC"/>
                </a:solidFill>
                <a:latin typeface="Arial" panose="020B0604020202020204" pitchFamily="34" charset="0"/>
                <a:cs typeface="Arial" panose="020B0604020202020204" pitchFamily="34" charset="0"/>
              </a:rPr>
              <a:t>, -0.75,  </a:t>
            </a:r>
            <a:r>
              <a:rPr lang="en-US" sz="2600" b="1" dirty="0">
                <a:solidFill>
                  <a:srgbClr val="00B050"/>
                </a:solidFill>
                <a:latin typeface="Arial" panose="020B0604020202020204" pitchFamily="34" charset="0"/>
                <a:cs typeface="Arial" panose="020B0604020202020204" pitchFamily="34" charset="0"/>
              </a:rPr>
              <a:t>-0.375</a:t>
            </a:r>
            <a:r>
              <a:rPr lang="en-US" sz="2600" b="1" dirty="0">
                <a:solidFill>
                  <a:srgbClr val="0404EC"/>
                </a:solidFill>
                <a:latin typeface="Arial" panose="020B0604020202020204" pitchFamily="34" charset="0"/>
                <a:cs typeface="Arial" panose="020B0604020202020204" pitchFamily="34" charset="0"/>
              </a:rPr>
              <a:t>, 0, </a:t>
            </a:r>
            <a:r>
              <a:rPr lang="en-US" sz="2600" b="1" dirty="0">
                <a:solidFill>
                  <a:srgbClr val="00B050"/>
                </a:solidFill>
                <a:latin typeface="Arial" panose="020B0604020202020204" pitchFamily="34" charset="0"/>
                <a:cs typeface="Arial" panose="020B0604020202020204" pitchFamily="34" charset="0"/>
              </a:rPr>
              <a:t>0.375</a:t>
            </a:r>
            <a:r>
              <a:rPr lang="en-US" sz="2600" b="1" dirty="0">
                <a:solidFill>
                  <a:srgbClr val="0404EC"/>
                </a:solidFill>
                <a:latin typeface="Arial" panose="020B0604020202020204" pitchFamily="34" charset="0"/>
                <a:cs typeface="Arial" panose="020B0604020202020204" pitchFamily="34" charset="0"/>
              </a:rPr>
              <a:t>, 0.75, </a:t>
            </a:r>
            <a:r>
              <a:rPr lang="en-US" sz="2600" b="1" dirty="0">
                <a:solidFill>
                  <a:srgbClr val="00B050"/>
                </a:solidFill>
                <a:latin typeface="Arial" panose="020B0604020202020204" pitchFamily="34" charset="0"/>
                <a:cs typeface="Arial" panose="020B0604020202020204" pitchFamily="34" charset="0"/>
              </a:rPr>
              <a:t>1.125</a:t>
            </a:r>
            <a:r>
              <a:rPr lang="en-US" sz="2600" b="1" dirty="0">
                <a:solidFill>
                  <a:srgbClr val="0404EC"/>
                </a:solidFill>
                <a:latin typeface="Arial" panose="020B0604020202020204" pitchFamily="34" charset="0"/>
                <a:cs typeface="Arial" panose="020B0604020202020204" pitchFamily="34" charset="0"/>
              </a:rPr>
              <a:t>, 1.5 }</a:t>
            </a:r>
          </a:p>
          <a:p>
            <a:pPr marL="0" indent="0" algn="just">
              <a:lnSpc>
                <a:spcPct val="150000"/>
              </a:lnSpc>
              <a:buNone/>
            </a:pPr>
            <a:r>
              <a:rPr lang="en-US" sz="2600" dirty="0">
                <a:solidFill>
                  <a:srgbClr val="0404EC"/>
                </a:solidFill>
                <a:latin typeface="Arial" panose="020B0604020202020204" pitchFamily="34" charset="0"/>
                <a:cs typeface="Arial" panose="020B0604020202020204" pitchFamily="34" charset="0"/>
              </a:rPr>
              <a:t>        Given Sequence  </a:t>
            </a:r>
            <a:r>
              <a:rPr lang="en-US" b="1" dirty="0">
                <a:latin typeface="Arial" panose="020B0604020202020204" pitchFamily="34" charset="0"/>
                <a:cs typeface="Arial" panose="020B0604020202020204" pitchFamily="34" charset="0"/>
              </a:rPr>
              <a:t>{1.2,   -0.2,   -0.5.   0.4,   0.89,  1.3} </a:t>
            </a:r>
            <a:endParaRPr lang="en-US" b="1" dirty="0">
              <a:solidFill>
                <a:srgbClr val="FF0000"/>
              </a:solidFill>
              <a:latin typeface="Arial" panose="020B0604020202020204" pitchFamily="34" charset="0"/>
              <a:cs typeface="Arial" panose="020B0604020202020204" pitchFamily="34" charset="0"/>
            </a:endParaRPr>
          </a:p>
          <a:p>
            <a:pPr marL="0" indent="0" algn="just">
              <a:lnSpc>
                <a:spcPct val="150000"/>
              </a:lnSpc>
              <a:buNone/>
            </a:pPr>
            <a:r>
              <a:rPr lang="en-US" dirty="0">
                <a:solidFill>
                  <a:srgbClr val="FF0000"/>
                </a:solidFill>
                <a:latin typeface="Arial" panose="020B0604020202020204" pitchFamily="34" charset="0"/>
                <a:cs typeface="Arial" panose="020B0604020202020204" pitchFamily="34" charset="0"/>
              </a:rPr>
              <a:t>  </a:t>
            </a:r>
            <a:r>
              <a:rPr lang="en-US" dirty="0">
                <a:solidFill>
                  <a:srgbClr val="0404EC"/>
                </a:solidFill>
                <a:latin typeface="Arial" panose="020B0604020202020204" pitchFamily="34" charset="0"/>
                <a:cs typeface="Arial" panose="020B0604020202020204" pitchFamily="34" charset="0"/>
              </a:rPr>
              <a:t>Therefore the quantized sequence  </a:t>
            </a:r>
            <a:r>
              <a:rPr lang="en-US" dirty="0">
                <a:solidFill>
                  <a:srgbClr val="FF000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1.125, -0.375, -0.375, 0.375, 0.125, 1.125}</a:t>
            </a:r>
            <a:endParaRPr lang="en-US" dirty="0">
              <a:solidFill>
                <a:srgbClr val="FF0000"/>
              </a:solidFill>
              <a:latin typeface="Arial" panose="020B0604020202020204" pitchFamily="34" charset="0"/>
              <a:cs typeface="Arial" panose="020B0604020202020204" pitchFamily="34" charset="0"/>
            </a:endParaRPr>
          </a:p>
          <a:p>
            <a:pPr marL="0" indent="0" algn="just">
              <a:lnSpc>
                <a:spcPct val="150000"/>
              </a:lnSpc>
              <a:spcBef>
                <a:spcPts val="0"/>
              </a:spcBef>
              <a:buNone/>
            </a:pPr>
            <a:r>
              <a:rPr lang="en-US" dirty="0">
                <a:latin typeface="Arial" panose="020B0604020202020204" pitchFamily="34" charset="0"/>
                <a:cs typeface="Arial" panose="020B0604020202020204" pitchFamily="34" charset="0"/>
              </a:rPr>
              <a:t>Bit stream representing  Encoding:</a:t>
            </a:r>
            <a:r>
              <a:rPr lang="fr-FR" dirty="0">
                <a:solidFill>
                  <a:srgbClr val="FF0000"/>
                </a:solidFill>
                <a:latin typeface="Arial" panose="020B0604020202020204" pitchFamily="34" charset="0"/>
                <a:cs typeface="Arial" panose="020B0604020202020204" pitchFamily="34" charset="0"/>
              </a:rPr>
              <a:t>         </a:t>
            </a:r>
            <a:r>
              <a:rPr lang="fr-FR" dirty="0">
                <a:solidFill>
                  <a:srgbClr val="0404EC"/>
                </a:solidFill>
                <a:latin typeface="Arial" panose="020B0604020202020204" pitchFamily="34" charset="0"/>
                <a:cs typeface="Arial" panose="020B0604020202020204" pitchFamily="34" charset="0"/>
              </a:rPr>
              <a:t>11       01        01         10      11        11</a:t>
            </a:r>
            <a:endParaRPr lang="en-US" dirty="0">
              <a:solidFill>
                <a:srgbClr val="0404EC"/>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cstate="print"/>
          <a:stretch>
            <a:fillRect/>
          </a:stretch>
        </p:blipFill>
        <p:spPr>
          <a:xfrm>
            <a:off x="2054289" y="2558922"/>
            <a:ext cx="685800" cy="676275"/>
          </a:xfrm>
          <a:prstGeom prst="rect">
            <a:avLst/>
          </a:prstGeom>
        </p:spPr>
      </p:pic>
      <p:pic>
        <p:nvPicPr>
          <p:cNvPr id="7" name="Picture 6"/>
          <p:cNvPicPr>
            <a:picLocks noChangeAspect="1"/>
          </p:cNvPicPr>
          <p:nvPr/>
        </p:nvPicPr>
        <p:blipFill>
          <a:blip r:embed="rId3" cstate="print"/>
          <a:stretch>
            <a:fillRect/>
          </a:stretch>
        </p:blipFill>
        <p:spPr>
          <a:xfrm>
            <a:off x="2918315" y="2463671"/>
            <a:ext cx="400050" cy="866775"/>
          </a:xfrm>
          <a:prstGeom prst="rect">
            <a:avLst/>
          </a:prstGeom>
        </p:spPr>
      </p:pic>
      <p:pic>
        <p:nvPicPr>
          <p:cNvPr id="8" name="Picture 7"/>
          <p:cNvPicPr>
            <a:picLocks noChangeAspect="1"/>
          </p:cNvPicPr>
          <p:nvPr/>
        </p:nvPicPr>
        <p:blipFill>
          <a:blip r:embed="rId4" cstate="print"/>
          <a:stretch>
            <a:fillRect/>
          </a:stretch>
        </p:blipFill>
        <p:spPr>
          <a:xfrm>
            <a:off x="4665424" y="2387471"/>
            <a:ext cx="2238375" cy="942975"/>
          </a:xfrm>
          <a:prstGeom prst="rect">
            <a:avLst/>
          </a:prstGeom>
        </p:spPr>
      </p:pic>
    </p:spTree>
    <p:extLst>
      <p:ext uri="{BB962C8B-B14F-4D97-AF65-F5344CB8AC3E}">
        <p14:creationId xmlns:p14="http://schemas.microsoft.com/office/powerpoint/2010/main" val="358653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animEffect transition="in" filter="fade">
                                      <p:cBhvr>
                                        <p:cTn id="53" dur="500"/>
                                        <p:tgtEl>
                                          <p:spTgt spid="3">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wipe(down)">
                                      <p:cBhvr>
                                        <p:cTn id="5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65"/>
            <a:ext cx="10515600" cy="607890"/>
          </a:xfrm>
        </p:spPr>
        <p:txBody>
          <a:bodyPr>
            <a:normAutofit fontScale="90000"/>
          </a:bodyPr>
          <a:lstStyle/>
          <a:p>
            <a:pPr algn="ctr"/>
            <a:r>
              <a:rPr lang="en-US" dirty="0">
                <a:solidFill>
                  <a:srgbClr val="00B050"/>
                </a:solidFill>
                <a:latin typeface="Arial" panose="020B0604020202020204" pitchFamily="34" charset="0"/>
                <a:cs typeface="Arial" panose="020B0604020202020204" pitchFamily="34" charset="0"/>
              </a:rPr>
              <a:t>Bandwidth of PCM</a:t>
            </a:r>
          </a:p>
        </p:txBody>
      </p:sp>
      <p:pic>
        <p:nvPicPr>
          <p:cNvPr id="16" name="Picture 15"/>
          <p:cNvPicPr>
            <a:picLocks noChangeAspect="1"/>
          </p:cNvPicPr>
          <p:nvPr/>
        </p:nvPicPr>
        <p:blipFill>
          <a:blip r:embed="rId2" cstate="print"/>
          <a:stretch>
            <a:fillRect/>
          </a:stretch>
        </p:blipFill>
        <p:spPr>
          <a:xfrm>
            <a:off x="234566" y="893759"/>
            <a:ext cx="11668109" cy="1148860"/>
          </a:xfrm>
          <a:prstGeom prst="rect">
            <a:avLst/>
          </a:prstGeom>
        </p:spPr>
      </p:pic>
      <p:pic>
        <p:nvPicPr>
          <p:cNvPr id="17" name="Picture 16"/>
          <p:cNvPicPr>
            <a:picLocks noChangeAspect="1"/>
          </p:cNvPicPr>
          <p:nvPr/>
        </p:nvPicPr>
        <p:blipFill>
          <a:blip r:embed="rId3" cstate="print"/>
          <a:stretch>
            <a:fillRect/>
          </a:stretch>
        </p:blipFill>
        <p:spPr>
          <a:xfrm>
            <a:off x="244821" y="2205285"/>
            <a:ext cx="11412497" cy="1134087"/>
          </a:xfrm>
          <a:prstGeom prst="rect">
            <a:avLst/>
          </a:prstGeom>
        </p:spPr>
      </p:pic>
      <p:pic>
        <p:nvPicPr>
          <p:cNvPr id="18" name="Picture 17"/>
          <p:cNvPicPr>
            <a:picLocks noChangeAspect="1"/>
          </p:cNvPicPr>
          <p:nvPr/>
        </p:nvPicPr>
        <p:blipFill>
          <a:blip r:embed="rId4" cstate="print"/>
          <a:stretch>
            <a:fillRect/>
          </a:stretch>
        </p:blipFill>
        <p:spPr>
          <a:xfrm>
            <a:off x="244821" y="3494576"/>
            <a:ext cx="11702355" cy="1229825"/>
          </a:xfrm>
          <a:prstGeom prst="rect">
            <a:avLst/>
          </a:prstGeom>
        </p:spPr>
      </p:pic>
      <p:pic>
        <p:nvPicPr>
          <p:cNvPr id="19" name="Picture 18"/>
          <p:cNvPicPr>
            <a:picLocks noChangeAspect="1"/>
          </p:cNvPicPr>
          <p:nvPr/>
        </p:nvPicPr>
        <p:blipFill>
          <a:blip r:embed="rId5" cstate="print"/>
          <a:stretch>
            <a:fillRect/>
          </a:stretch>
        </p:blipFill>
        <p:spPr>
          <a:xfrm>
            <a:off x="289324" y="5113460"/>
            <a:ext cx="11613351" cy="1218101"/>
          </a:xfrm>
          <a:prstGeom prst="rect">
            <a:avLst/>
          </a:prstGeom>
        </p:spPr>
      </p:pic>
    </p:spTree>
    <p:extLst>
      <p:ext uri="{BB962C8B-B14F-4D97-AF65-F5344CB8AC3E}">
        <p14:creationId xmlns:p14="http://schemas.microsoft.com/office/powerpoint/2010/main" val="420827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arn(inVertical)">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down)">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677" y="-59471"/>
            <a:ext cx="10515600" cy="1325563"/>
          </a:xfrm>
        </p:spPr>
        <p:txBody>
          <a:bodyPr/>
          <a:lstStyle/>
          <a:p>
            <a:pPr algn="ctr"/>
            <a:r>
              <a:rPr lang="en-US" dirty="0">
                <a:solidFill>
                  <a:srgbClr val="00B050"/>
                </a:solidFill>
                <a:latin typeface="Arial" panose="020B0604020202020204" pitchFamily="34" charset="0"/>
                <a:cs typeface="Arial" panose="020B0604020202020204" pitchFamily="34" charset="0"/>
              </a:rPr>
              <a:t>Bandwidth of PCM…</a:t>
            </a:r>
            <a:endParaRPr lang="en-US" dirty="0"/>
          </a:p>
        </p:txBody>
      </p:sp>
      <p:pic>
        <p:nvPicPr>
          <p:cNvPr id="7" name="Picture 6"/>
          <p:cNvPicPr>
            <a:picLocks noChangeAspect="1"/>
          </p:cNvPicPr>
          <p:nvPr/>
        </p:nvPicPr>
        <p:blipFill>
          <a:blip r:embed="rId2" cstate="print"/>
          <a:stretch>
            <a:fillRect/>
          </a:stretch>
        </p:blipFill>
        <p:spPr>
          <a:xfrm>
            <a:off x="487607" y="1512277"/>
            <a:ext cx="10708447" cy="996461"/>
          </a:xfrm>
          <a:prstGeom prst="rect">
            <a:avLst/>
          </a:prstGeom>
        </p:spPr>
      </p:pic>
      <p:pic>
        <p:nvPicPr>
          <p:cNvPr id="10" name="Picture 9"/>
          <p:cNvPicPr>
            <a:picLocks noChangeAspect="1"/>
          </p:cNvPicPr>
          <p:nvPr/>
        </p:nvPicPr>
        <p:blipFill>
          <a:blip r:embed="rId3" cstate="print"/>
          <a:stretch>
            <a:fillRect/>
          </a:stretch>
        </p:blipFill>
        <p:spPr>
          <a:xfrm>
            <a:off x="487607" y="4636104"/>
            <a:ext cx="10983925" cy="1214073"/>
          </a:xfrm>
          <a:prstGeom prst="rect">
            <a:avLst/>
          </a:prstGeom>
        </p:spPr>
      </p:pic>
      <p:pic>
        <p:nvPicPr>
          <p:cNvPr id="3" name="Picture 2"/>
          <p:cNvPicPr>
            <a:picLocks noChangeAspect="1"/>
          </p:cNvPicPr>
          <p:nvPr/>
        </p:nvPicPr>
        <p:blipFill>
          <a:blip r:embed="rId4" cstate="print"/>
          <a:stretch>
            <a:fillRect/>
          </a:stretch>
        </p:blipFill>
        <p:spPr>
          <a:xfrm>
            <a:off x="550985" y="2937458"/>
            <a:ext cx="11123311" cy="1216384"/>
          </a:xfrm>
          <a:prstGeom prst="rect">
            <a:avLst/>
          </a:prstGeom>
        </p:spPr>
      </p:pic>
    </p:spTree>
    <p:extLst>
      <p:ext uri="{BB962C8B-B14F-4D97-AF65-F5344CB8AC3E}">
        <p14:creationId xmlns:p14="http://schemas.microsoft.com/office/powerpoint/2010/main" val="160343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858" y="0"/>
            <a:ext cx="10515600" cy="898899"/>
          </a:xfrm>
        </p:spPr>
        <p:txBody>
          <a:bodyPr/>
          <a:lstStyle/>
          <a:p>
            <a:r>
              <a:rPr lang="en-US" b="1" dirty="0">
                <a:solidFill>
                  <a:srgbClr val="FF0000"/>
                </a:solidFill>
                <a:latin typeface="Arial" pitchFamily="34" charset="0"/>
                <a:cs typeface="Arial" pitchFamily="34" charset="0"/>
              </a:rPr>
              <a:t>                          Formulas</a:t>
            </a:r>
          </a:p>
        </p:txBody>
      </p:sp>
      <p:pic>
        <p:nvPicPr>
          <p:cNvPr id="6" name="Picture 5"/>
          <p:cNvPicPr/>
          <p:nvPr/>
        </p:nvPicPr>
        <p:blipFill>
          <a:blip r:embed="rId2" cstate="print"/>
          <a:srcRect/>
          <a:stretch>
            <a:fillRect/>
          </a:stretch>
        </p:blipFill>
        <p:spPr bwMode="auto">
          <a:xfrm>
            <a:off x="310158" y="924765"/>
            <a:ext cx="3818087" cy="756118"/>
          </a:xfrm>
          <a:prstGeom prst="rect">
            <a:avLst/>
          </a:prstGeom>
          <a:noFill/>
          <a:ln w="9525">
            <a:noFill/>
            <a:miter lim="800000"/>
            <a:headEnd/>
            <a:tailEnd/>
          </a:ln>
        </p:spPr>
      </p:pic>
      <p:pic>
        <p:nvPicPr>
          <p:cNvPr id="7" name="Picture 6"/>
          <p:cNvPicPr/>
          <p:nvPr/>
        </p:nvPicPr>
        <p:blipFill>
          <a:blip r:embed="rId3" cstate="print"/>
          <a:srcRect/>
          <a:stretch>
            <a:fillRect/>
          </a:stretch>
        </p:blipFill>
        <p:spPr bwMode="auto">
          <a:xfrm>
            <a:off x="4933836" y="695492"/>
            <a:ext cx="6375139" cy="1213990"/>
          </a:xfrm>
          <a:prstGeom prst="rect">
            <a:avLst/>
          </a:prstGeom>
          <a:noFill/>
          <a:ln w="9525">
            <a:noFill/>
            <a:miter lim="800000"/>
            <a:headEnd/>
            <a:tailEnd/>
          </a:ln>
        </p:spPr>
      </p:pic>
      <p:pic>
        <p:nvPicPr>
          <p:cNvPr id="8" name="Picture 7"/>
          <p:cNvPicPr/>
          <p:nvPr/>
        </p:nvPicPr>
        <p:blipFill>
          <a:blip r:embed="rId4" cstate="print"/>
          <a:srcRect/>
          <a:stretch>
            <a:fillRect/>
          </a:stretch>
        </p:blipFill>
        <p:spPr bwMode="auto">
          <a:xfrm>
            <a:off x="0" y="1669918"/>
            <a:ext cx="5392140" cy="1100175"/>
          </a:xfrm>
          <a:prstGeom prst="rect">
            <a:avLst/>
          </a:prstGeom>
          <a:noFill/>
          <a:ln w="9525">
            <a:noFill/>
            <a:miter lim="800000"/>
            <a:headEnd/>
            <a:tailEnd/>
          </a:ln>
        </p:spPr>
      </p:pic>
      <p:pic>
        <p:nvPicPr>
          <p:cNvPr id="9" name="Picture 8"/>
          <p:cNvPicPr/>
          <p:nvPr/>
        </p:nvPicPr>
        <p:blipFill>
          <a:blip r:embed="rId5" cstate="print"/>
          <a:srcRect/>
          <a:stretch>
            <a:fillRect/>
          </a:stretch>
        </p:blipFill>
        <p:spPr bwMode="auto">
          <a:xfrm>
            <a:off x="5598459" y="1735341"/>
            <a:ext cx="6046694" cy="1021305"/>
          </a:xfrm>
          <a:prstGeom prst="rect">
            <a:avLst/>
          </a:prstGeom>
          <a:noFill/>
          <a:ln w="9525">
            <a:noFill/>
            <a:miter lim="800000"/>
            <a:headEnd/>
            <a:tailEnd/>
          </a:ln>
        </p:spPr>
      </p:pic>
      <p:pic>
        <p:nvPicPr>
          <p:cNvPr id="10" name="Picture 9"/>
          <p:cNvPicPr/>
          <p:nvPr/>
        </p:nvPicPr>
        <p:blipFill>
          <a:blip r:embed="rId6" cstate="print"/>
          <a:srcRect/>
          <a:stretch>
            <a:fillRect/>
          </a:stretch>
        </p:blipFill>
        <p:spPr bwMode="auto">
          <a:xfrm>
            <a:off x="5969411" y="2759655"/>
            <a:ext cx="5541272" cy="1220675"/>
          </a:xfrm>
          <a:prstGeom prst="rect">
            <a:avLst/>
          </a:prstGeom>
          <a:noFill/>
          <a:ln w="9525">
            <a:noFill/>
            <a:miter lim="800000"/>
            <a:headEnd/>
            <a:tailEnd/>
          </a:ln>
        </p:spPr>
      </p:pic>
      <p:pic>
        <p:nvPicPr>
          <p:cNvPr id="11" name="Picture 10"/>
          <p:cNvPicPr/>
          <p:nvPr/>
        </p:nvPicPr>
        <p:blipFill>
          <a:blip r:embed="rId7" cstate="print"/>
          <a:srcRect/>
          <a:stretch>
            <a:fillRect/>
          </a:stretch>
        </p:blipFill>
        <p:spPr bwMode="auto">
          <a:xfrm>
            <a:off x="235417" y="2702860"/>
            <a:ext cx="5466136" cy="1385046"/>
          </a:xfrm>
          <a:prstGeom prst="rect">
            <a:avLst/>
          </a:prstGeom>
          <a:noFill/>
          <a:ln w="9525">
            <a:noFill/>
            <a:miter lim="800000"/>
            <a:headEnd/>
            <a:tailEnd/>
          </a:ln>
        </p:spPr>
      </p:pic>
      <p:pic>
        <p:nvPicPr>
          <p:cNvPr id="12" name="Picture 11"/>
          <p:cNvPicPr/>
          <p:nvPr/>
        </p:nvPicPr>
        <p:blipFill>
          <a:blip r:embed="rId8" cstate="print"/>
          <a:srcRect/>
          <a:stretch>
            <a:fillRect/>
          </a:stretch>
        </p:blipFill>
        <p:spPr bwMode="auto">
          <a:xfrm>
            <a:off x="250656" y="4078511"/>
            <a:ext cx="11663437" cy="1179289"/>
          </a:xfrm>
          <a:prstGeom prst="rect">
            <a:avLst/>
          </a:prstGeom>
          <a:noFill/>
          <a:ln w="9525">
            <a:noFill/>
            <a:miter lim="800000"/>
            <a:headEnd/>
            <a:tailEnd/>
          </a:ln>
        </p:spPr>
      </p:pic>
      <p:pic>
        <p:nvPicPr>
          <p:cNvPr id="13" name="Picture 12"/>
          <p:cNvPicPr/>
          <p:nvPr/>
        </p:nvPicPr>
        <p:blipFill>
          <a:blip r:embed="rId9" cstate="print"/>
          <a:srcRect/>
          <a:stretch>
            <a:fillRect/>
          </a:stretch>
        </p:blipFill>
        <p:spPr bwMode="auto">
          <a:xfrm>
            <a:off x="2470093" y="5493833"/>
            <a:ext cx="7238683" cy="1095225"/>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1705" y="351692"/>
            <a:ext cx="11551023" cy="5825271"/>
          </a:xfrm>
        </p:spPr>
        <p:txBody>
          <a:bodyPr/>
          <a:lstStyle/>
          <a:p>
            <a:pPr marL="0" indent="0">
              <a:buNone/>
            </a:pPr>
            <a:r>
              <a:rPr lang="en-US" dirty="0">
                <a:solidFill>
                  <a:srgbClr val="0404EC"/>
                </a:solidFill>
                <a:latin typeface="Arial" pitchFamily="34" charset="0"/>
                <a:cs typeface="Arial" pitchFamily="34" charset="0"/>
              </a:rPr>
              <a:t>Ex: </a:t>
            </a:r>
            <a:r>
              <a:rPr lang="en-US" dirty="0">
                <a:solidFill>
                  <a:srgbClr val="FF0000"/>
                </a:solidFill>
                <a:latin typeface="Arial" pitchFamily="34" charset="0"/>
                <a:cs typeface="Arial" pitchFamily="34" charset="0"/>
              </a:rPr>
              <a:t>Consider a 12 bit uniform </a:t>
            </a:r>
            <a:r>
              <a:rPr lang="en-US" dirty="0" err="1">
                <a:solidFill>
                  <a:srgbClr val="FF0000"/>
                </a:solidFill>
                <a:latin typeface="Arial" pitchFamily="34" charset="0"/>
                <a:cs typeface="Arial" pitchFamily="34" charset="0"/>
              </a:rPr>
              <a:t>quantizer</a:t>
            </a:r>
            <a:r>
              <a:rPr lang="en-US" dirty="0">
                <a:solidFill>
                  <a:srgbClr val="FF0000"/>
                </a:solidFill>
                <a:latin typeface="Arial" pitchFamily="34" charset="0"/>
                <a:cs typeface="Arial" pitchFamily="34" charset="0"/>
              </a:rPr>
              <a:t> with input range of             Volts. </a:t>
            </a:r>
          </a:p>
          <a:p>
            <a:pPr marL="0" indent="0">
              <a:buNone/>
            </a:pPr>
            <a:r>
              <a:rPr lang="en-US" dirty="0">
                <a:solidFill>
                  <a:srgbClr val="FF0000"/>
                </a:solidFill>
                <a:latin typeface="Arial" pitchFamily="34" charset="0"/>
                <a:cs typeface="Arial" pitchFamily="34" charset="0"/>
              </a:rPr>
              <a:t> Calculate the step size and maximum quantization error.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Therefore maximum quantization error</a:t>
            </a:r>
          </a:p>
        </p:txBody>
      </p:sp>
      <p:pic>
        <p:nvPicPr>
          <p:cNvPr id="4" name="Picture 3"/>
          <p:cNvPicPr>
            <a:picLocks noChangeAspect="1"/>
          </p:cNvPicPr>
          <p:nvPr/>
        </p:nvPicPr>
        <p:blipFill>
          <a:blip r:embed="rId2" cstate="print"/>
          <a:stretch>
            <a:fillRect/>
          </a:stretch>
        </p:blipFill>
        <p:spPr>
          <a:xfrm>
            <a:off x="9127537" y="408583"/>
            <a:ext cx="683288" cy="398585"/>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2968100" y="2041482"/>
                <a:ext cx="4389215" cy="9099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𝛥</m:t>
                      </m:r>
                      <m:r>
                        <a:rPr lang="en-US" sz="2800" i="0">
                          <a:latin typeface="Cambria Math" panose="02040503050406030204" pitchFamily="18" charset="0"/>
                        </a:rPr>
                        <m:t>=</m:t>
                      </m:r>
                      <m:f>
                        <m:fPr>
                          <m:ctrlPr>
                            <a:rPr lang="en-US" sz="2800" i="1">
                              <a:latin typeface="Cambria Math" panose="02040503050406030204" pitchFamily="18" charset="0"/>
                            </a:rPr>
                          </m:ctrlPr>
                        </m:fPr>
                        <m:num>
                          <m:r>
                            <a:rPr lang="en-US" sz="2800" i="0">
                              <a:latin typeface="Cambria Math" panose="02040503050406030204" pitchFamily="18" charset="0"/>
                            </a:rPr>
                            <m:t>2</m:t>
                          </m:r>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𝑝</m:t>
                              </m:r>
                            </m:sub>
                          </m:sSub>
                        </m:num>
                        <m:den>
                          <m:r>
                            <a:rPr lang="en-US" sz="2800" i="1">
                              <a:latin typeface="Cambria Math" panose="02040503050406030204" pitchFamily="18" charset="0"/>
                            </a:rPr>
                            <m:t>𝐿</m:t>
                          </m:r>
                        </m:den>
                      </m:f>
                      <m:r>
                        <a:rPr lang="en-US" sz="2800" i="0">
                          <a:latin typeface="Cambria Math" panose="02040503050406030204" pitchFamily="18" charset="0"/>
                        </a:rPr>
                        <m:t>=</m:t>
                      </m:r>
                      <m:f>
                        <m:fPr>
                          <m:ctrlPr>
                            <a:rPr lang="en-US" sz="2800" i="1">
                              <a:latin typeface="Cambria Math" panose="02040503050406030204" pitchFamily="18" charset="0"/>
                            </a:rPr>
                          </m:ctrlPr>
                        </m:fPr>
                        <m:num>
                          <m:r>
                            <a:rPr lang="en-US" sz="2800" i="0">
                              <a:latin typeface="Cambria Math" panose="02040503050406030204" pitchFamily="18" charset="0"/>
                            </a:rPr>
                            <m:t>2</m:t>
                          </m:r>
                          <m:r>
                            <m:rPr>
                              <m:nor/>
                            </m:rPr>
                            <a:rPr lang="en-US" sz="2800" i="1">
                              <a:latin typeface="Cambria Math" panose="02040503050406030204" pitchFamily="18" charset="0"/>
                            </a:rPr>
                            <m:t>x</m:t>
                          </m:r>
                          <m:r>
                            <a:rPr lang="en-US" sz="2800" i="0">
                              <a:latin typeface="Cambria Math" panose="02040503050406030204" pitchFamily="18" charset="0"/>
                            </a:rPr>
                            <m:t>10</m:t>
                          </m:r>
                        </m:num>
                        <m:den>
                          <m:sSup>
                            <m:sSupPr>
                              <m:ctrlPr>
                                <a:rPr lang="en-US" sz="2800" i="1">
                                  <a:latin typeface="Cambria Math" panose="02040503050406030204" pitchFamily="18" charset="0"/>
                                </a:rPr>
                              </m:ctrlPr>
                            </m:sSupPr>
                            <m:e>
                              <m:r>
                                <a:rPr lang="en-US" sz="2800" i="0">
                                  <a:latin typeface="Cambria Math" panose="02040503050406030204" pitchFamily="18" charset="0"/>
                                </a:rPr>
                                <m:t>2</m:t>
                              </m:r>
                            </m:e>
                            <m:sup>
                              <m:r>
                                <a:rPr lang="en-US" sz="2800" i="0">
                                  <a:latin typeface="Cambria Math" panose="02040503050406030204" pitchFamily="18" charset="0"/>
                                </a:rPr>
                                <m:t>12</m:t>
                              </m:r>
                            </m:sup>
                          </m:sSup>
                        </m:den>
                      </m:f>
                      <m:r>
                        <a:rPr lang="en-US" sz="2800" i="0">
                          <a:latin typeface="Cambria Math" panose="02040503050406030204" pitchFamily="18" charset="0"/>
                        </a:rPr>
                        <m:t>=4.9</m:t>
                      </m:r>
                      <m:r>
                        <m:rPr>
                          <m:nor/>
                        </m:rPr>
                        <a:rPr lang="en-US" sz="2800" i="1">
                          <a:latin typeface="Cambria Math" panose="02040503050406030204" pitchFamily="18" charset="0"/>
                        </a:rPr>
                        <m:t> </m:t>
                      </m:r>
                      <m:r>
                        <m:rPr>
                          <m:nor/>
                        </m:rPr>
                        <a:rPr lang="en-US" sz="2800">
                          <a:latin typeface="Cambria Math" panose="02040503050406030204" pitchFamily="18" charset="0"/>
                        </a:rPr>
                        <m:t>mV</m:t>
                      </m:r>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2968100" y="2041482"/>
                <a:ext cx="4389215" cy="909993"/>
              </a:xfrm>
              <a:prstGeom prst="rect">
                <a:avLst/>
              </a:prstGeom>
              <a:blipFill rotWithShape="0">
                <a:blip r:embed="rId3"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100067" y="3264327"/>
                <a:ext cx="2200731"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𝛥</m:t>
                          </m:r>
                        </m:num>
                        <m:den>
                          <m:r>
                            <a:rPr lang="en-US" sz="2800" i="0">
                              <a:solidFill>
                                <a:srgbClr val="FF0000"/>
                              </a:solidFill>
                              <a:latin typeface="Cambria Math" panose="02040503050406030204" pitchFamily="18" charset="0"/>
                            </a:rPr>
                            <m:t>2</m:t>
                          </m:r>
                        </m:den>
                      </m:f>
                      <m:r>
                        <a:rPr lang="en-US" sz="2800" i="0">
                          <a:solidFill>
                            <a:srgbClr val="FF0000"/>
                          </a:solidFill>
                          <a:latin typeface="Cambria Math" panose="02040503050406030204" pitchFamily="18" charset="0"/>
                        </a:rPr>
                        <m:t>=2.45</m:t>
                      </m:r>
                      <m:r>
                        <m:rPr>
                          <m:nor/>
                        </m:rPr>
                        <a:rPr lang="en-US" sz="2800" i="1">
                          <a:solidFill>
                            <a:srgbClr val="FF0000"/>
                          </a:solidFill>
                          <a:latin typeface="Cambria Math" panose="02040503050406030204" pitchFamily="18" charset="0"/>
                        </a:rPr>
                        <m:t> </m:t>
                      </m:r>
                      <m:r>
                        <m:rPr>
                          <m:nor/>
                        </m:rPr>
                        <a:rPr lang="en-US" sz="2800" i="1">
                          <a:solidFill>
                            <a:srgbClr val="FF0000"/>
                          </a:solidFill>
                          <a:latin typeface="Cambria Math" panose="02040503050406030204" pitchFamily="18" charset="0"/>
                        </a:rPr>
                        <m:t>mV</m:t>
                      </m:r>
                    </m:oMath>
                  </m:oMathPara>
                </a14:m>
                <a:endParaRPr lang="en-US" sz="28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7100067" y="3264327"/>
                <a:ext cx="2200731" cy="898964"/>
              </a:xfrm>
              <a:prstGeom prst="rect">
                <a:avLst/>
              </a:prstGeom>
              <a:blipFill rotWithShape="0">
                <a:blip r:embed="rId4" cstate="print"/>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7923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 calcmode="lin" valueType="num">
                                      <p:cBhvr additive="base">
                                        <p:cTn id="1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ircle(in)">
                                      <p:cBhvr>
                                        <p:cTn id="1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343459" y="210670"/>
            <a:ext cx="11614191" cy="1443317"/>
          </a:xfrm>
          <a:prstGeom prst="rect">
            <a:avLst/>
          </a:prstGeom>
          <a:noFill/>
          <a:ln w="9525">
            <a:noFill/>
            <a:miter lim="800000"/>
            <a:headEnd/>
            <a:tailEnd/>
          </a:ln>
        </p:spPr>
      </p:pic>
      <p:pic>
        <p:nvPicPr>
          <p:cNvPr id="3077" name="Picture 5"/>
          <p:cNvPicPr>
            <a:picLocks noChangeAspect="1" noChangeArrowheads="1"/>
          </p:cNvPicPr>
          <p:nvPr/>
        </p:nvPicPr>
        <p:blipFill>
          <a:blip r:embed="rId3" cstate="print"/>
          <a:srcRect/>
          <a:stretch>
            <a:fillRect/>
          </a:stretch>
        </p:blipFill>
        <p:spPr bwMode="auto">
          <a:xfrm>
            <a:off x="303118" y="2407024"/>
            <a:ext cx="8977315" cy="974912"/>
          </a:xfrm>
          <a:prstGeom prst="rect">
            <a:avLst/>
          </a:prstGeom>
          <a:noFill/>
          <a:ln w="9525">
            <a:noFill/>
            <a:miter lim="800000"/>
            <a:headEnd/>
            <a:tailEnd/>
          </a:ln>
        </p:spPr>
      </p:pic>
      <p:pic>
        <p:nvPicPr>
          <p:cNvPr id="3078" name="Picture 6"/>
          <p:cNvPicPr>
            <a:picLocks noChangeAspect="1" noChangeArrowheads="1"/>
          </p:cNvPicPr>
          <p:nvPr/>
        </p:nvPicPr>
        <p:blipFill>
          <a:blip r:embed="rId4" cstate="print"/>
          <a:srcRect/>
          <a:stretch>
            <a:fillRect/>
          </a:stretch>
        </p:blipFill>
        <p:spPr bwMode="auto">
          <a:xfrm>
            <a:off x="442071" y="3382776"/>
            <a:ext cx="2005293" cy="1032576"/>
          </a:xfrm>
          <a:prstGeom prst="rect">
            <a:avLst/>
          </a:prstGeom>
          <a:noFill/>
          <a:ln w="9525">
            <a:noFill/>
            <a:miter lim="800000"/>
            <a:headEnd/>
            <a:tailEnd/>
          </a:ln>
        </p:spPr>
      </p:pic>
      <p:pic>
        <p:nvPicPr>
          <p:cNvPr id="3079" name="Picture 7"/>
          <p:cNvPicPr>
            <a:picLocks noChangeAspect="1" noChangeArrowheads="1"/>
          </p:cNvPicPr>
          <p:nvPr/>
        </p:nvPicPr>
        <p:blipFill>
          <a:blip r:embed="rId5" cstate="print"/>
          <a:srcRect/>
          <a:stretch>
            <a:fillRect/>
          </a:stretch>
        </p:blipFill>
        <p:spPr bwMode="auto">
          <a:xfrm>
            <a:off x="2522165" y="3445248"/>
            <a:ext cx="1901918" cy="893519"/>
          </a:xfrm>
          <a:prstGeom prst="rect">
            <a:avLst/>
          </a:prstGeom>
          <a:noFill/>
          <a:ln w="9525">
            <a:noFill/>
            <a:miter lim="800000"/>
            <a:headEnd/>
            <a:tailEnd/>
          </a:ln>
        </p:spPr>
      </p:pic>
      <p:pic>
        <p:nvPicPr>
          <p:cNvPr id="3081" name="Picture 9"/>
          <p:cNvPicPr>
            <a:picLocks noChangeAspect="1" noChangeArrowheads="1"/>
          </p:cNvPicPr>
          <p:nvPr/>
        </p:nvPicPr>
        <p:blipFill>
          <a:blip r:embed="rId6" cstate="print"/>
          <a:srcRect/>
          <a:stretch>
            <a:fillRect/>
          </a:stretch>
        </p:blipFill>
        <p:spPr bwMode="auto">
          <a:xfrm>
            <a:off x="4632793" y="3603811"/>
            <a:ext cx="3908052" cy="672353"/>
          </a:xfrm>
          <a:prstGeom prst="rect">
            <a:avLst/>
          </a:prstGeom>
          <a:noFill/>
          <a:ln w="9525">
            <a:noFill/>
            <a:miter lim="800000"/>
            <a:headEnd/>
            <a:tailEnd/>
          </a:ln>
        </p:spPr>
      </p:pic>
      <p:pic>
        <p:nvPicPr>
          <p:cNvPr id="13" name="Picture 4"/>
          <p:cNvPicPr>
            <a:picLocks noChangeAspect="1" noChangeArrowheads="1"/>
          </p:cNvPicPr>
          <p:nvPr/>
        </p:nvPicPr>
        <p:blipFill>
          <a:blip r:embed="rId7" cstate="print"/>
          <a:srcRect/>
          <a:stretch>
            <a:fillRect/>
          </a:stretch>
        </p:blipFill>
        <p:spPr bwMode="auto">
          <a:xfrm>
            <a:off x="2070287" y="1636900"/>
            <a:ext cx="3658160" cy="920517"/>
          </a:xfrm>
          <a:prstGeom prst="rect">
            <a:avLst/>
          </a:prstGeom>
          <a:noFill/>
          <a:ln w="9525">
            <a:noFill/>
            <a:miter lim="800000"/>
            <a:headEnd/>
            <a:tailEnd/>
          </a:ln>
        </p:spPr>
      </p:pic>
      <p:pic>
        <p:nvPicPr>
          <p:cNvPr id="3082" name="Picture 10"/>
          <p:cNvPicPr>
            <a:picLocks noChangeAspect="1" noChangeArrowheads="1"/>
          </p:cNvPicPr>
          <p:nvPr/>
        </p:nvPicPr>
        <p:blipFill>
          <a:blip r:embed="rId8" cstate="print"/>
          <a:srcRect/>
          <a:stretch>
            <a:fillRect/>
          </a:stretch>
        </p:blipFill>
        <p:spPr bwMode="auto">
          <a:xfrm>
            <a:off x="8588296" y="3562108"/>
            <a:ext cx="2044534" cy="737373"/>
          </a:xfrm>
          <a:prstGeom prst="rect">
            <a:avLst/>
          </a:prstGeom>
          <a:noFill/>
          <a:ln w="9525">
            <a:noFill/>
            <a:miter lim="800000"/>
            <a:headEnd/>
            <a:tailEnd/>
          </a:ln>
        </p:spPr>
      </p:pic>
      <p:pic>
        <p:nvPicPr>
          <p:cNvPr id="3083" name="Picture 11"/>
          <p:cNvPicPr>
            <a:picLocks noChangeAspect="1" noChangeArrowheads="1"/>
          </p:cNvPicPr>
          <p:nvPr/>
        </p:nvPicPr>
        <p:blipFill>
          <a:blip r:embed="rId9" cstate="print"/>
          <a:srcRect/>
          <a:stretch>
            <a:fillRect/>
          </a:stretch>
        </p:blipFill>
        <p:spPr bwMode="auto">
          <a:xfrm>
            <a:off x="472888" y="4413997"/>
            <a:ext cx="11396376" cy="453838"/>
          </a:xfrm>
          <a:prstGeom prst="rect">
            <a:avLst/>
          </a:prstGeom>
          <a:noFill/>
          <a:ln w="9525">
            <a:noFill/>
            <a:miter lim="800000"/>
            <a:headEnd/>
            <a:tailEnd/>
          </a:ln>
        </p:spPr>
      </p:pic>
      <p:pic>
        <p:nvPicPr>
          <p:cNvPr id="3084" name="Picture 12"/>
          <p:cNvPicPr>
            <a:picLocks noChangeAspect="1" noChangeArrowheads="1"/>
          </p:cNvPicPr>
          <p:nvPr/>
        </p:nvPicPr>
        <p:blipFill>
          <a:blip r:embed="rId10" cstate="print"/>
          <a:srcRect/>
          <a:stretch>
            <a:fillRect/>
          </a:stretch>
        </p:blipFill>
        <p:spPr bwMode="auto">
          <a:xfrm>
            <a:off x="570186" y="5189876"/>
            <a:ext cx="9493174" cy="519262"/>
          </a:xfrm>
          <a:prstGeom prst="rect">
            <a:avLst/>
          </a:prstGeom>
          <a:noFill/>
          <a:ln w="9525">
            <a:noFill/>
            <a:miter lim="800000"/>
            <a:headEnd/>
            <a:tailEnd/>
          </a:ln>
        </p:spPr>
      </p:pic>
      <p:pic>
        <p:nvPicPr>
          <p:cNvPr id="3085" name="Picture 13"/>
          <p:cNvPicPr>
            <a:picLocks noChangeAspect="1" noChangeArrowheads="1"/>
          </p:cNvPicPr>
          <p:nvPr/>
        </p:nvPicPr>
        <p:blipFill>
          <a:blip r:embed="rId11" cstate="print"/>
          <a:srcRect/>
          <a:stretch>
            <a:fillRect/>
          </a:stretch>
        </p:blipFill>
        <p:spPr bwMode="auto">
          <a:xfrm>
            <a:off x="785445" y="6027041"/>
            <a:ext cx="10266100" cy="43860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077"/>
                                        </p:tgtEl>
                                        <p:attrNameLst>
                                          <p:attrName>style.visibility</p:attrName>
                                        </p:attrNameLst>
                                      </p:cBhvr>
                                      <p:to>
                                        <p:strVal val="visible"/>
                                      </p:to>
                                    </p:set>
                                    <p:animEffect transition="in" filter="diamond(in)">
                                      <p:cBhvr>
                                        <p:cTn id="12" dur="2000"/>
                                        <p:tgtEl>
                                          <p:spTgt spid="30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blinds(horizontal)">
                                      <p:cBhvr>
                                        <p:cTn id="17" dur="500"/>
                                        <p:tgtEl>
                                          <p:spTgt spid="307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079"/>
                                        </p:tgtEl>
                                        <p:attrNameLst>
                                          <p:attrName>style.visibility</p:attrName>
                                        </p:attrNameLst>
                                      </p:cBhvr>
                                      <p:to>
                                        <p:strVal val="visible"/>
                                      </p:to>
                                    </p:set>
                                    <p:anim calcmode="lin" valueType="num">
                                      <p:cBhvr additive="base">
                                        <p:cTn id="22" dur="500" fill="hold"/>
                                        <p:tgtEl>
                                          <p:spTgt spid="3079"/>
                                        </p:tgtEl>
                                        <p:attrNameLst>
                                          <p:attrName>ppt_x</p:attrName>
                                        </p:attrNameLst>
                                      </p:cBhvr>
                                      <p:tavLst>
                                        <p:tav tm="0">
                                          <p:val>
                                            <p:strVal val="#ppt_x"/>
                                          </p:val>
                                        </p:tav>
                                        <p:tav tm="100000">
                                          <p:val>
                                            <p:strVal val="#ppt_x"/>
                                          </p:val>
                                        </p:tav>
                                      </p:tavLst>
                                    </p:anim>
                                    <p:anim calcmode="lin" valueType="num">
                                      <p:cBhvr additive="base">
                                        <p:cTn id="23" dur="500" fill="hold"/>
                                        <p:tgtEl>
                                          <p:spTgt spid="307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3081"/>
                                        </p:tgtEl>
                                        <p:attrNameLst>
                                          <p:attrName>style.visibility</p:attrName>
                                        </p:attrNameLst>
                                      </p:cBhvr>
                                      <p:to>
                                        <p:strVal val="visible"/>
                                      </p:to>
                                    </p:set>
                                    <p:animEffect transition="in" filter="circle(in)">
                                      <p:cBhvr>
                                        <p:cTn id="28" dur="2000"/>
                                        <p:tgtEl>
                                          <p:spTgt spid="3081"/>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3082"/>
                                        </p:tgtEl>
                                        <p:attrNameLst>
                                          <p:attrName>style.visibility</p:attrName>
                                        </p:attrNameLst>
                                      </p:cBhvr>
                                      <p:to>
                                        <p:strVal val="visible"/>
                                      </p:to>
                                    </p:set>
                                    <p:animEffect transition="in" filter="checkerboard(across)">
                                      <p:cBhvr>
                                        <p:cTn id="33" dur="500"/>
                                        <p:tgtEl>
                                          <p:spTgt spid="3082"/>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childTnLst>
                                    <p:set>
                                      <p:cBhvr>
                                        <p:cTn id="37" dur="1" fill="hold">
                                          <p:stCondLst>
                                            <p:cond delay="0"/>
                                          </p:stCondLst>
                                        </p:cTn>
                                        <p:tgtEl>
                                          <p:spTgt spid="3083"/>
                                        </p:tgtEl>
                                        <p:attrNameLst>
                                          <p:attrName>style.visibility</p:attrName>
                                        </p:attrNameLst>
                                      </p:cBhvr>
                                      <p:to>
                                        <p:strVal val="visible"/>
                                      </p:to>
                                    </p:set>
                                    <p:animEffect transition="in" filter="checkerboard(across)">
                                      <p:cBhvr>
                                        <p:cTn id="38" dur="500"/>
                                        <p:tgtEl>
                                          <p:spTgt spid="3083"/>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3084"/>
                                        </p:tgtEl>
                                        <p:attrNameLst>
                                          <p:attrName>style.visibility</p:attrName>
                                        </p:attrNameLst>
                                      </p:cBhvr>
                                      <p:to>
                                        <p:strVal val="visible"/>
                                      </p:to>
                                    </p:set>
                                    <p:animEffect transition="in" filter="circle(in)">
                                      <p:cBhvr>
                                        <p:cTn id="43" dur="2000"/>
                                        <p:tgtEl>
                                          <p:spTgt spid="3084"/>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3085"/>
                                        </p:tgtEl>
                                        <p:attrNameLst>
                                          <p:attrName>style.visibility</p:attrName>
                                        </p:attrNameLst>
                                      </p:cBhvr>
                                      <p:to>
                                        <p:strVal val="visible"/>
                                      </p:to>
                                    </p:set>
                                    <p:animEffect transition="in" filter="circle(in)">
                                      <p:cBhvr>
                                        <p:cTn id="48" dur="2000"/>
                                        <p:tgtEl>
                                          <p:spTgt spid="3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67234" y="331974"/>
            <a:ext cx="11860307" cy="1259803"/>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51318" y="2075611"/>
            <a:ext cx="9916364" cy="688433"/>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3243822" y="3165383"/>
            <a:ext cx="4128104" cy="909077"/>
          </a:xfrm>
          <a:prstGeom prst="rect">
            <a:avLst/>
          </a:prstGeom>
          <a:noFill/>
          <a:ln w="9525">
            <a:noFill/>
            <a:miter lim="800000"/>
            <a:headEnd/>
            <a:tailEnd/>
          </a:ln>
        </p:spPr>
      </p:pic>
      <p:pic>
        <p:nvPicPr>
          <p:cNvPr id="1029" name="Picture 5"/>
          <p:cNvPicPr>
            <a:picLocks noChangeAspect="1" noChangeArrowheads="1"/>
          </p:cNvPicPr>
          <p:nvPr/>
        </p:nvPicPr>
        <p:blipFill>
          <a:blip r:embed="rId5" cstate="print"/>
          <a:srcRect/>
          <a:stretch>
            <a:fillRect/>
          </a:stretch>
        </p:blipFill>
        <p:spPr bwMode="auto">
          <a:xfrm>
            <a:off x="1423706" y="4586848"/>
            <a:ext cx="9641319" cy="92644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circle(in)">
                                      <p:cBhvr>
                                        <p:cTn id="7" dur="20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box(in)">
                                      <p:cBhvr>
                                        <p:cTn id="12" dur="500"/>
                                        <p:tgtEl>
                                          <p:spTgt spid="102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9"/>
                                        </p:tgtEl>
                                        <p:attrNameLst>
                                          <p:attrName>style.visibility</p:attrName>
                                        </p:attrNameLst>
                                      </p:cBhvr>
                                      <p:to>
                                        <p:strVal val="visible"/>
                                      </p:to>
                                    </p:set>
                                    <p:animEffect transition="in" filter="blinds(horizontal)">
                                      <p:cBhvr>
                                        <p:cTn id="17" dur="5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07576" y="245129"/>
            <a:ext cx="11956935" cy="1166812"/>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505106" y="1493464"/>
            <a:ext cx="11073105" cy="644618"/>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887505" y="2148449"/>
            <a:ext cx="9696048" cy="604246"/>
          </a:xfrm>
          <a:prstGeom prst="rect">
            <a:avLst/>
          </a:prstGeom>
          <a:noFill/>
          <a:ln w="9525">
            <a:noFill/>
            <a:miter lim="800000"/>
            <a:headEnd/>
            <a:tailEnd/>
          </a:ln>
        </p:spPr>
      </p:pic>
      <p:pic>
        <p:nvPicPr>
          <p:cNvPr id="2054" name="Picture 6"/>
          <p:cNvPicPr>
            <a:picLocks noChangeAspect="1" noChangeArrowheads="1"/>
          </p:cNvPicPr>
          <p:nvPr/>
        </p:nvPicPr>
        <p:blipFill>
          <a:blip r:embed="rId5" cstate="print"/>
          <a:srcRect/>
          <a:stretch>
            <a:fillRect/>
          </a:stretch>
        </p:blipFill>
        <p:spPr bwMode="auto">
          <a:xfrm>
            <a:off x="921965" y="2872908"/>
            <a:ext cx="9382421" cy="730904"/>
          </a:xfrm>
          <a:prstGeom prst="rect">
            <a:avLst/>
          </a:prstGeom>
          <a:noFill/>
          <a:ln w="9525">
            <a:noFill/>
            <a:miter lim="800000"/>
            <a:headEnd/>
            <a:tailEnd/>
          </a:ln>
        </p:spPr>
      </p:pic>
      <p:pic>
        <p:nvPicPr>
          <p:cNvPr id="2055" name="Picture 7"/>
          <p:cNvPicPr>
            <a:picLocks noChangeAspect="1" noChangeArrowheads="1"/>
          </p:cNvPicPr>
          <p:nvPr/>
        </p:nvPicPr>
        <p:blipFill>
          <a:blip r:embed="rId6" cstate="print"/>
          <a:srcRect/>
          <a:stretch>
            <a:fillRect/>
          </a:stretch>
        </p:blipFill>
        <p:spPr bwMode="auto">
          <a:xfrm>
            <a:off x="1048030" y="3729598"/>
            <a:ext cx="6078911" cy="681883"/>
          </a:xfrm>
          <a:prstGeom prst="rect">
            <a:avLst/>
          </a:prstGeom>
          <a:noFill/>
          <a:ln w="9525">
            <a:noFill/>
            <a:miter lim="800000"/>
            <a:headEnd/>
            <a:tailEnd/>
          </a:ln>
        </p:spPr>
      </p:pic>
      <p:pic>
        <p:nvPicPr>
          <p:cNvPr id="2056" name="Picture 8"/>
          <p:cNvPicPr>
            <a:picLocks noChangeAspect="1" noChangeArrowheads="1"/>
          </p:cNvPicPr>
          <p:nvPr/>
        </p:nvPicPr>
        <p:blipFill>
          <a:blip r:embed="rId7" cstate="print"/>
          <a:srcRect/>
          <a:stretch>
            <a:fillRect/>
          </a:stretch>
        </p:blipFill>
        <p:spPr bwMode="auto">
          <a:xfrm>
            <a:off x="1021975" y="4530537"/>
            <a:ext cx="9756767" cy="942415"/>
          </a:xfrm>
          <a:prstGeom prst="rect">
            <a:avLst/>
          </a:prstGeom>
          <a:noFill/>
          <a:ln w="9525">
            <a:noFill/>
            <a:miter lim="800000"/>
            <a:headEnd/>
            <a:tailEnd/>
          </a:ln>
        </p:spPr>
      </p:pic>
      <p:sp>
        <p:nvSpPr>
          <p:cNvPr id="2058" name="Rectangle 10"/>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57" name="Object 9"/>
          <p:cNvGraphicFramePr>
            <a:graphicFrameLocks noChangeAspect="1"/>
          </p:cNvGraphicFramePr>
          <p:nvPr/>
        </p:nvGraphicFramePr>
        <p:xfrm>
          <a:off x="1425388" y="5768788"/>
          <a:ext cx="7952060" cy="564777"/>
        </p:xfrm>
        <a:graphic>
          <a:graphicData uri="http://schemas.openxmlformats.org/presentationml/2006/ole">
            <mc:AlternateContent xmlns:mc="http://schemas.openxmlformats.org/markup-compatibility/2006">
              <mc:Choice xmlns:v="urn:schemas-microsoft-com:vml" Requires="v">
                <p:oleObj name="Equation" r:id="rId8" imgW="3352800" imgH="241300" progId="Equation.DSMT4">
                  <p:embed/>
                </p:oleObj>
              </mc:Choice>
              <mc:Fallback>
                <p:oleObj name="Equation" r:id="rId8" imgW="3352800" imgH="241300" progId="Equation.DSMT4">
                  <p:embed/>
                  <p:pic>
                    <p:nvPicPr>
                      <p:cNvPr id="2057"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5388" y="5768788"/>
                        <a:ext cx="7952060" cy="5647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checkerboard(across)">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box(in)">
                                      <p:cBhvr>
                                        <p:cTn id="12" dur="500"/>
                                        <p:tgtEl>
                                          <p:spTgt spid="2052"/>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054"/>
                                        </p:tgtEl>
                                        <p:attrNameLst>
                                          <p:attrName>style.visibility</p:attrName>
                                        </p:attrNameLst>
                                      </p:cBhvr>
                                      <p:to>
                                        <p:strVal val="visible"/>
                                      </p:to>
                                    </p:set>
                                    <p:animEffect transition="in" filter="circle(in)">
                                      <p:cBhvr>
                                        <p:cTn id="17" dur="2000"/>
                                        <p:tgtEl>
                                          <p:spTgt spid="205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55"/>
                                        </p:tgtEl>
                                        <p:attrNameLst>
                                          <p:attrName>style.visibility</p:attrName>
                                        </p:attrNameLst>
                                      </p:cBhvr>
                                      <p:to>
                                        <p:strVal val="visible"/>
                                      </p:to>
                                    </p:set>
                                    <p:animEffect transition="in" filter="blinds(horizontal)">
                                      <p:cBhvr>
                                        <p:cTn id="22" dur="500"/>
                                        <p:tgtEl>
                                          <p:spTgt spid="2055"/>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056"/>
                                        </p:tgtEl>
                                        <p:attrNameLst>
                                          <p:attrName>style.visibility</p:attrName>
                                        </p:attrNameLst>
                                      </p:cBhvr>
                                      <p:to>
                                        <p:strVal val="visible"/>
                                      </p:to>
                                    </p:set>
                                    <p:animEffect transition="in" filter="checkerboard(across)">
                                      <p:cBhvr>
                                        <p:cTn id="27" dur="500"/>
                                        <p:tgtEl>
                                          <p:spTgt spid="2056"/>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057"/>
                                        </p:tgtEl>
                                        <p:attrNameLst>
                                          <p:attrName>style.visibility</p:attrName>
                                        </p:attrNameLst>
                                      </p:cBhvr>
                                      <p:to>
                                        <p:strVal val="visible"/>
                                      </p:to>
                                    </p:set>
                                    <p:animEffect transition="in" filter="checkerboard(across)">
                                      <p:cBhvr>
                                        <p:cTn id="32"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p:cNvPicPr>
            <a:picLocks noChangeAspect="1" noChangeArrowheads="1"/>
          </p:cNvPicPr>
          <p:nvPr/>
        </p:nvPicPr>
        <p:blipFill>
          <a:blip r:embed="rId2" cstate="print"/>
          <a:srcRect/>
          <a:stretch>
            <a:fillRect/>
          </a:stretch>
        </p:blipFill>
        <p:spPr bwMode="auto">
          <a:xfrm>
            <a:off x="238965" y="310684"/>
            <a:ext cx="11822998" cy="1222281"/>
          </a:xfrm>
          <a:prstGeom prst="rect">
            <a:avLst/>
          </a:prstGeom>
          <a:noFill/>
          <a:ln w="9525">
            <a:noFill/>
            <a:miter lim="800000"/>
            <a:headEnd/>
            <a:tailEnd/>
          </a:ln>
        </p:spPr>
      </p:pic>
      <p:pic>
        <p:nvPicPr>
          <p:cNvPr id="114691" name="Picture 3"/>
          <p:cNvPicPr>
            <a:picLocks noChangeAspect="1" noChangeArrowheads="1"/>
          </p:cNvPicPr>
          <p:nvPr/>
        </p:nvPicPr>
        <p:blipFill>
          <a:blip r:embed="rId3" cstate="print"/>
          <a:srcRect/>
          <a:stretch>
            <a:fillRect/>
          </a:stretch>
        </p:blipFill>
        <p:spPr bwMode="auto">
          <a:xfrm>
            <a:off x="199877" y="2433078"/>
            <a:ext cx="11992123" cy="164138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p:cNvPicPr>
            <a:picLocks noChangeAspect="1" noChangeArrowheads="1"/>
          </p:cNvPicPr>
          <p:nvPr/>
        </p:nvPicPr>
        <p:blipFill>
          <a:blip r:embed="rId2" cstate="print"/>
          <a:srcRect/>
          <a:stretch>
            <a:fillRect/>
          </a:stretch>
        </p:blipFill>
        <p:spPr bwMode="auto">
          <a:xfrm>
            <a:off x="296955" y="640697"/>
            <a:ext cx="11516553" cy="2721068"/>
          </a:xfrm>
          <a:prstGeom prst="rect">
            <a:avLst/>
          </a:prstGeom>
          <a:noFill/>
          <a:ln w="9525">
            <a:noFill/>
            <a:miter lim="800000"/>
            <a:headEnd/>
            <a:tailEnd/>
          </a:ln>
        </p:spPr>
      </p:pic>
      <p:pic>
        <p:nvPicPr>
          <p:cNvPr id="115715" name="Picture 3"/>
          <p:cNvPicPr>
            <a:picLocks noChangeAspect="1" noChangeArrowheads="1"/>
          </p:cNvPicPr>
          <p:nvPr/>
        </p:nvPicPr>
        <p:blipFill>
          <a:blip r:embed="rId3" cstate="print"/>
          <a:srcRect/>
          <a:stretch>
            <a:fillRect/>
          </a:stretch>
        </p:blipFill>
        <p:spPr bwMode="auto">
          <a:xfrm>
            <a:off x="258295" y="3755933"/>
            <a:ext cx="11719305" cy="2147326"/>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p:cNvPicPr>
            <a:picLocks noChangeAspect="1" noChangeArrowheads="1"/>
          </p:cNvPicPr>
          <p:nvPr/>
        </p:nvPicPr>
        <p:blipFill>
          <a:blip r:embed="rId2" cstate="print"/>
          <a:srcRect/>
          <a:stretch>
            <a:fillRect/>
          </a:stretch>
        </p:blipFill>
        <p:spPr bwMode="auto">
          <a:xfrm>
            <a:off x="303118" y="213471"/>
            <a:ext cx="11830609" cy="2825563"/>
          </a:xfrm>
          <a:prstGeom prst="rect">
            <a:avLst/>
          </a:prstGeom>
          <a:noFill/>
          <a:ln w="9525">
            <a:noFill/>
            <a:miter lim="800000"/>
            <a:headEnd/>
            <a:tailEnd/>
          </a:ln>
        </p:spPr>
      </p:pic>
      <p:graphicFrame>
        <p:nvGraphicFramePr>
          <p:cNvPr id="116739" name="Object 3"/>
          <p:cNvGraphicFramePr>
            <a:graphicFrameLocks noChangeAspect="1"/>
          </p:cNvGraphicFramePr>
          <p:nvPr/>
        </p:nvGraphicFramePr>
        <p:xfrm>
          <a:off x="3587376" y="4167784"/>
          <a:ext cx="2100729" cy="565581"/>
        </p:xfrm>
        <a:graphic>
          <a:graphicData uri="http://schemas.openxmlformats.org/presentationml/2006/ole">
            <mc:AlternateContent xmlns:mc="http://schemas.openxmlformats.org/markup-compatibility/2006">
              <mc:Choice xmlns:v="urn:schemas-microsoft-com:vml" Requires="v">
                <p:oleObj name="Equation" r:id="rId3" imgW="660240" imgH="177480" progId="Equation.DSMT4">
                  <p:embed/>
                </p:oleObj>
              </mc:Choice>
              <mc:Fallback>
                <p:oleObj name="Equation" r:id="rId3" imgW="660240" imgH="177480" progId="Equation.DSMT4">
                  <p:embed/>
                  <p:pic>
                    <p:nvPicPr>
                      <p:cNvPr id="11673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7376" y="4167784"/>
                        <a:ext cx="2100729" cy="56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6740" name="Object 4"/>
          <p:cNvGraphicFramePr>
            <a:graphicFrameLocks noChangeAspect="1"/>
          </p:cNvGraphicFramePr>
          <p:nvPr/>
        </p:nvGraphicFramePr>
        <p:xfrm>
          <a:off x="3085353" y="4921623"/>
          <a:ext cx="3430917" cy="632011"/>
        </p:xfrm>
        <a:graphic>
          <a:graphicData uri="http://schemas.openxmlformats.org/presentationml/2006/ole">
            <mc:AlternateContent xmlns:mc="http://schemas.openxmlformats.org/markup-compatibility/2006">
              <mc:Choice xmlns:v="urn:schemas-microsoft-com:vml" Requires="v">
                <p:oleObj name="Equation" r:id="rId5" imgW="965160" imgH="177480" progId="Equation.DSMT4">
                  <p:embed/>
                </p:oleObj>
              </mc:Choice>
              <mc:Fallback>
                <p:oleObj name="Equation" r:id="rId5" imgW="965160" imgH="177480" progId="Equation.DSMT4">
                  <p:embed/>
                  <p:pic>
                    <p:nvPicPr>
                      <p:cNvPr id="11674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5353" y="4921623"/>
                        <a:ext cx="3430917" cy="632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6"/>
          <p:cNvSpPr/>
          <p:nvPr/>
        </p:nvSpPr>
        <p:spPr>
          <a:xfrm>
            <a:off x="2592756" y="3244334"/>
            <a:ext cx="4124847" cy="584775"/>
          </a:xfrm>
          <a:prstGeom prst="rect">
            <a:avLst/>
          </a:prstGeom>
        </p:spPr>
        <p:txBody>
          <a:bodyPr wrap="none">
            <a:spAutoFit/>
          </a:bodyPr>
          <a:lstStyle/>
          <a:p>
            <a:r>
              <a:rPr lang="en-US" sz="3200" dirty="0">
                <a:solidFill>
                  <a:srgbClr val="0404EC"/>
                </a:solidFill>
                <a:latin typeface="Arial" pitchFamily="34" charset="0"/>
                <a:cs typeface="Arial" pitchFamily="34" charset="0"/>
              </a:rPr>
              <a:t>Sampling rate 200Hz </a:t>
            </a:r>
          </a:p>
        </p:txBody>
      </p:sp>
      <p:sp>
        <p:nvSpPr>
          <p:cNvPr id="8" name="Rectangle 7"/>
          <p:cNvSpPr/>
          <p:nvPr/>
        </p:nvSpPr>
        <p:spPr>
          <a:xfrm>
            <a:off x="376519" y="5835588"/>
            <a:ext cx="10757646" cy="523220"/>
          </a:xfrm>
          <a:prstGeom prst="rect">
            <a:avLst/>
          </a:prstGeom>
        </p:spPr>
        <p:txBody>
          <a:bodyPr wrap="square">
            <a:spAutoFit/>
          </a:bodyPr>
          <a:lstStyle/>
          <a:p>
            <a:r>
              <a:rPr lang="en-US" sz="2800" dirty="0">
                <a:latin typeface="Arial" pitchFamily="34" charset="0"/>
                <a:cs typeface="Arial" pitchFamily="34" charset="0"/>
              </a:rPr>
              <a:t>Min.bit rate = (</a:t>
            </a:r>
            <a:r>
              <a:rPr lang="en-US" sz="2800" dirty="0" err="1">
                <a:latin typeface="Arial" pitchFamily="34" charset="0"/>
                <a:cs typeface="Arial" pitchFamily="34" charset="0"/>
              </a:rPr>
              <a:t>No.of</a:t>
            </a:r>
            <a:r>
              <a:rPr lang="en-US" sz="2800" dirty="0">
                <a:latin typeface="Arial" pitchFamily="34" charset="0"/>
                <a:cs typeface="Arial" pitchFamily="34" charset="0"/>
              </a:rPr>
              <a:t> bits)*(sampling rate) = 14*200 = 2800 bits/sec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heckerboard(across)">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6739"/>
                                        </p:tgtEl>
                                        <p:attrNameLst>
                                          <p:attrName>style.visibility</p:attrName>
                                        </p:attrNameLst>
                                      </p:cBhvr>
                                      <p:to>
                                        <p:strVal val="visible"/>
                                      </p:to>
                                    </p:set>
                                    <p:animEffect transition="in" filter="checkerboard(across)">
                                      <p:cBhvr>
                                        <p:cTn id="12" dur="500"/>
                                        <p:tgtEl>
                                          <p:spTgt spid="116739"/>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116740"/>
                                        </p:tgtEl>
                                        <p:attrNameLst>
                                          <p:attrName>style.visibility</p:attrName>
                                        </p:attrNameLst>
                                      </p:cBhvr>
                                      <p:to>
                                        <p:strVal val="visible"/>
                                      </p:to>
                                    </p:set>
                                    <p:animEffect transition="in" filter="diamond(in)">
                                      <p:cBhvr>
                                        <p:cTn id="17" dur="2000"/>
                                        <p:tgtEl>
                                          <p:spTgt spid="116740"/>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p:cNvPicPr>
            <a:picLocks noChangeAspect="1" noChangeArrowheads="1"/>
          </p:cNvPicPr>
          <p:nvPr/>
        </p:nvPicPr>
        <p:blipFill>
          <a:blip r:embed="rId2" cstate="print"/>
          <a:srcRect/>
          <a:stretch>
            <a:fillRect/>
          </a:stretch>
        </p:blipFill>
        <p:spPr bwMode="auto">
          <a:xfrm>
            <a:off x="0" y="287430"/>
            <a:ext cx="12021686" cy="1460687"/>
          </a:xfrm>
          <a:prstGeom prst="rect">
            <a:avLst/>
          </a:prstGeom>
          <a:noFill/>
          <a:ln w="9525">
            <a:noFill/>
            <a:miter lim="800000"/>
            <a:headEnd/>
            <a:tailEnd/>
          </a:ln>
        </p:spPr>
      </p:pic>
      <p:pic>
        <p:nvPicPr>
          <p:cNvPr id="117763" name="Picture 3"/>
          <p:cNvPicPr>
            <a:picLocks noChangeAspect="1" noChangeArrowheads="1"/>
          </p:cNvPicPr>
          <p:nvPr/>
        </p:nvPicPr>
        <p:blipFill>
          <a:blip r:embed="rId3" cstate="print"/>
          <a:srcRect/>
          <a:stretch>
            <a:fillRect/>
          </a:stretch>
        </p:blipFill>
        <p:spPr bwMode="auto">
          <a:xfrm>
            <a:off x="0" y="2494710"/>
            <a:ext cx="11968717" cy="1741114"/>
          </a:xfrm>
          <a:prstGeom prst="rect">
            <a:avLst/>
          </a:prstGeom>
          <a:noFill/>
          <a:ln w="9525">
            <a:noFill/>
            <a:miter lim="800000"/>
            <a:headEnd/>
            <a:tailEnd/>
          </a:ln>
        </p:spPr>
      </p:pic>
      <p:pic>
        <p:nvPicPr>
          <p:cNvPr id="117764" name="Picture 4"/>
          <p:cNvPicPr>
            <a:picLocks noChangeAspect="1" noChangeArrowheads="1"/>
          </p:cNvPicPr>
          <p:nvPr/>
        </p:nvPicPr>
        <p:blipFill>
          <a:blip r:embed="rId4" cstate="print"/>
          <a:srcRect/>
          <a:stretch>
            <a:fillRect/>
          </a:stretch>
        </p:blipFill>
        <p:spPr bwMode="auto">
          <a:xfrm>
            <a:off x="4343400" y="4143374"/>
            <a:ext cx="2108948" cy="55708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7763"/>
                                        </p:tgtEl>
                                        <p:attrNameLst>
                                          <p:attrName>style.visibility</p:attrName>
                                        </p:attrNameLst>
                                      </p:cBhvr>
                                      <p:to>
                                        <p:strVal val="visible"/>
                                      </p:to>
                                    </p:set>
                                    <p:animEffect transition="in" filter="circle(in)">
                                      <p:cBhvr>
                                        <p:cTn id="7" dur="2000"/>
                                        <p:tgtEl>
                                          <p:spTgt spid="11776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7764"/>
                                        </p:tgtEl>
                                        <p:attrNameLst>
                                          <p:attrName>style.visibility</p:attrName>
                                        </p:attrNameLst>
                                      </p:cBhvr>
                                      <p:to>
                                        <p:strVal val="visible"/>
                                      </p:to>
                                    </p:set>
                                    <p:animEffect transition="in" filter="checkerboard(across)">
                                      <p:cBhvr>
                                        <p:cTn id="12" dur="500"/>
                                        <p:tgtEl>
                                          <p:spTgt spid="117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8942"/>
            <a:ext cx="10515600" cy="783736"/>
          </a:xfrm>
        </p:spPr>
        <p:txBody>
          <a:bodyPr>
            <a:normAutofit/>
          </a:bodyPr>
          <a:lstStyle/>
          <a:p>
            <a:pPr algn="ctr"/>
            <a:r>
              <a:rPr lang="en-US" sz="3600" b="1" dirty="0">
                <a:solidFill>
                  <a:srgbClr val="00B050"/>
                </a:solidFill>
                <a:latin typeface="Arial" panose="020B0604020202020204" pitchFamily="34" charset="0"/>
                <a:cs typeface="Arial" panose="020B0604020202020204" pitchFamily="34" charset="0"/>
              </a:rPr>
              <a:t>Noise consideration in PCM system</a:t>
            </a:r>
            <a:endParaRPr lang="en-US" sz="3600" dirty="0">
              <a:solidFill>
                <a:srgbClr val="00B05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97877" y="902678"/>
            <a:ext cx="11136923" cy="5274285"/>
          </a:xfrm>
        </p:spPr>
        <p:txBody>
          <a:bodyPr/>
          <a:lstStyle/>
          <a:p>
            <a:pPr marL="0" indent="0">
              <a:lnSpc>
                <a:spcPct val="100000"/>
              </a:lnSpc>
              <a:buNone/>
            </a:pPr>
            <a:r>
              <a:rPr lang="en-US" sz="3200" dirty="0">
                <a:latin typeface="Arial" panose="020B0604020202020204" pitchFamily="34" charset="0"/>
                <a:cs typeface="Arial" panose="020B0604020202020204" pitchFamily="34" charset="0"/>
              </a:rPr>
              <a:t>The performance of a PCM system is influenced by two major sources of noise.</a:t>
            </a:r>
          </a:p>
          <a:p>
            <a:pPr marL="514350" indent="-514350">
              <a:buAutoNum type="arabicPeriod"/>
            </a:pPr>
            <a:r>
              <a:rPr lang="en-US" sz="3200" b="1" dirty="0">
                <a:solidFill>
                  <a:srgbClr val="FF0000"/>
                </a:solidFill>
                <a:latin typeface="Arial" panose="020B0604020202020204" pitchFamily="34" charset="0"/>
                <a:cs typeface="Arial" panose="020B0604020202020204" pitchFamily="34" charset="0"/>
              </a:rPr>
              <a:t>Channel noise: </a:t>
            </a:r>
            <a:r>
              <a:rPr lang="en-US" sz="3200" dirty="0">
                <a:solidFill>
                  <a:srgbClr val="FF0000"/>
                </a:solidFill>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which is introduced anywhere between the transmitter output and the receiver input, channel noise is always present, once the equipment is switched on.</a:t>
            </a:r>
          </a:p>
          <a:p>
            <a:pPr marL="0" indent="0">
              <a:buNone/>
            </a:pPr>
            <a:endParaRPr lang="en-US" sz="3200" dirty="0">
              <a:latin typeface="Arial" panose="020B0604020202020204" pitchFamily="34" charset="0"/>
              <a:cs typeface="Arial" panose="020B0604020202020204" pitchFamily="34" charset="0"/>
            </a:endParaRPr>
          </a:p>
          <a:p>
            <a:pPr marL="0" indent="0">
              <a:buNone/>
            </a:pPr>
            <a:r>
              <a:rPr lang="en-US" sz="3200" dirty="0">
                <a:latin typeface="Arial" panose="020B0604020202020204" pitchFamily="34" charset="0"/>
                <a:cs typeface="Arial" panose="020B0604020202020204" pitchFamily="34" charset="0"/>
              </a:rPr>
              <a:t>2. </a:t>
            </a:r>
            <a:r>
              <a:rPr lang="en-US" sz="3200" b="1" dirty="0">
                <a:solidFill>
                  <a:srgbClr val="FF0000"/>
                </a:solidFill>
                <a:latin typeface="Arial" panose="020B0604020202020204" pitchFamily="34" charset="0"/>
                <a:cs typeface="Arial" panose="020B0604020202020204" pitchFamily="34" charset="0"/>
              </a:rPr>
              <a:t>Quantization noise</a:t>
            </a:r>
            <a:r>
              <a:rPr lang="en-US" sz="3200" dirty="0">
                <a:latin typeface="Arial" panose="020B0604020202020204" pitchFamily="34" charset="0"/>
                <a:cs typeface="Arial" panose="020B0604020202020204" pitchFamily="34" charset="0"/>
              </a:rPr>
              <a:t>, which is introduced in the transmitter </a:t>
            </a:r>
          </a:p>
          <a:p>
            <a:pPr marL="0" indent="0">
              <a:buNone/>
            </a:pPr>
            <a:r>
              <a:rPr lang="en-US" sz="3200" dirty="0">
                <a:latin typeface="Arial" panose="020B0604020202020204" pitchFamily="34" charset="0"/>
                <a:cs typeface="Arial" panose="020B0604020202020204" pitchFamily="34" charset="0"/>
              </a:rPr>
              <a:t>    and is carried all the way along to the receiver output.</a:t>
            </a:r>
          </a:p>
          <a:p>
            <a:endParaRPr lang="en-US" dirty="0"/>
          </a:p>
        </p:txBody>
      </p:sp>
    </p:spTree>
    <p:extLst>
      <p:ext uri="{BB962C8B-B14F-4D97-AF65-F5344CB8AC3E}">
        <p14:creationId xmlns:p14="http://schemas.microsoft.com/office/powerpoint/2010/main" val="20756331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9279"/>
            <a:ext cx="10515600" cy="748567"/>
          </a:xfrm>
        </p:spPr>
        <p:txBody>
          <a:bodyPr>
            <a:normAutofit/>
          </a:bodyPr>
          <a:lstStyle/>
          <a:p>
            <a:pPr algn="ctr"/>
            <a:r>
              <a:rPr lang="en-US" sz="3600" dirty="0">
                <a:solidFill>
                  <a:srgbClr val="FF0000"/>
                </a:solidFill>
                <a:latin typeface="Arial" panose="020B0604020202020204" pitchFamily="34" charset="0"/>
                <a:cs typeface="Arial" panose="020B0604020202020204" pitchFamily="34" charset="0"/>
              </a:rPr>
              <a:t>Quantization Error and Noise Power</a:t>
            </a:r>
          </a:p>
        </p:txBody>
      </p:sp>
      <p:pic>
        <p:nvPicPr>
          <p:cNvPr id="5" name="Picture 4"/>
          <p:cNvPicPr>
            <a:picLocks noChangeAspect="1"/>
          </p:cNvPicPr>
          <p:nvPr/>
        </p:nvPicPr>
        <p:blipFill>
          <a:blip r:embed="rId2" cstate="print"/>
          <a:stretch>
            <a:fillRect/>
          </a:stretch>
        </p:blipFill>
        <p:spPr>
          <a:xfrm>
            <a:off x="146904" y="937846"/>
            <a:ext cx="11960052" cy="4044462"/>
          </a:xfrm>
          <a:prstGeom prst="rect">
            <a:avLst/>
          </a:prstGeom>
        </p:spPr>
      </p:pic>
      <p:pic>
        <p:nvPicPr>
          <p:cNvPr id="7" name="Picture 6"/>
          <p:cNvPicPr>
            <a:picLocks noChangeAspect="1"/>
          </p:cNvPicPr>
          <p:nvPr/>
        </p:nvPicPr>
        <p:blipFill>
          <a:blip r:embed="rId3" cstate="print"/>
          <a:stretch>
            <a:fillRect/>
          </a:stretch>
        </p:blipFill>
        <p:spPr>
          <a:xfrm>
            <a:off x="733058" y="4968875"/>
            <a:ext cx="10345250" cy="1782963"/>
          </a:xfrm>
          <a:prstGeom prst="rect">
            <a:avLst/>
          </a:prstGeom>
        </p:spPr>
      </p:pic>
    </p:spTree>
    <p:extLst>
      <p:ext uri="{BB962C8B-B14F-4D97-AF65-F5344CB8AC3E}">
        <p14:creationId xmlns:p14="http://schemas.microsoft.com/office/powerpoint/2010/main" val="37174903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003"/>
            <a:ext cx="9982200" cy="408597"/>
          </a:xfrm>
        </p:spPr>
        <p:txBody>
          <a:bodyPr>
            <a:noAutofit/>
          </a:bodyPr>
          <a:lstStyle/>
          <a:p>
            <a:pPr algn="ctr"/>
            <a:r>
              <a:rPr lang="en-US" sz="3600" dirty="0">
                <a:solidFill>
                  <a:srgbClr val="FF0000"/>
                </a:solidFill>
                <a:latin typeface="Arial" panose="020B0604020202020204" pitchFamily="34" charset="0"/>
                <a:cs typeface="Arial" panose="020B0604020202020204" pitchFamily="34" charset="0"/>
              </a:rPr>
              <a:t>Signal to Quantization Noise Ratio</a:t>
            </a:r>
          </a:p>
        </p:txBody>
      </p:sp>
      <p:sp>
        <p:nvSpPr>
          <p:cNvPr id="7" name="Rectangle 2"/>
          <p:cNvSpPr>
            <a:spLocks noChangeArrowheads="1"/>
          </p:cNvSpPr>
          <p:nvPr/>
        </p:nvSpPr>
        <p:spPr bwMode="auto">
          <a:xfrm>
            <a:off x="2297723" y="449643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p:cNvPicPr>
            <a:picLocks noChangeAspect="1"/>
          </p:cNvPicPr>
          <p:nvPr/>
        </p:nvPicPr>
        <p:blipFill>
          <a:blip r:embed="rId3" cstate="print"/>
          <a:stretch>
            <a:fillRect/>
          </a:stretch>
        </p:blipFill>
        <p:spPr>
          <a:xfrm>
            <a:off x="164122" y="885090"/>
            <a:ext cx="10769365" cy="926028"/>
          </a:xfrm>
          <a:prstGeom prst="rect">
            <a:avLst/>
          </a:prstGeom>
        </p:spPr>
      </p:pic>
      <p:pic>
        <p:nvPicPr>
          <p:cNvPr id="11" name="Picture 10"/>
          <p:cNvPicPr>
            <a:picLocks noChangeAspect="1"/>
          </p:cNvPicPr>
          <p:nvPr/>
        </p:nvPicPr>
        <p:blipFill>
          <a:blip r:embed="rId4" cstate="print"/>
          <a:stretch>
            <a:fillRect/>
          </a:stretch>
        </p:blipFill>
        <p:spPr>
          <a:xfrm>
            <a:off x="355353" y="2033952"/>
            <a:ext cx="6250335" cy="556848"/>
          </a:xfrm>
          <a:prstGeom prst="rect">
            <a:avLst/>
          </a:prstGeom>
        </p:spPr>
      </p:pic>
      <p:pic>
        <p:nvPicPr>
          <p:cNvPr id="14" name="Picture 13"/>
          <p:cNvPicPr>
            <a:picLocks noChangeAspect="1"/>
          </p:cNvPicPr>
          <p:nvPr/>
        </p:nvPicPr>
        <p:blipFill>
          <a:blip r:embed="rId5" cstate="print"/>
          <a:stretch>
            <a:fillRect/>
          </a:stretch>
        </p:blipFill>
        <p:spPr>
          <a:xfrm>
            <a:off x="1193338" y="4783014"/>
            <a:ext cx="9099673" cy="1219201"/>
          </a:xfrm>
          <a:prstGeom prst="rect">
            <a:avLst/>
          </a:prstGeom>
        </p:spPr>
      </p:pic>
      <p:pic>
        <p:nvPicPr>
          <p:cNvPr id="3" name="Picture 2"/>
          <p:cNvPicPr>
            <a:picLocks noChangeAspect="1"/>
          </p:cNvPicPr>
          <p:nvPr/>
        </p:nvPicPr>
        <p:blipFill>
          <a:blip r:embed="rId6" cstate="print"/>
          <a:stretch>
            <a:fillRect/>
          </a:stretch>
        </p:blipFill>
        <p:spPr>
          <a:xfrm>
            <a:off x="398585" y="2887439"/>
            <a:ext cx="10093570" cy="1618936"/>
          </a:xfrm>
          <a:prstGeom prst="rect">
            <a:avLst/>
          </a:prstGeom>
        </p:spPr>
      </p:pic>
    </p:spTree>
    <p:extLst>
      <p:ext uri="{BB962C8B-B14F-4D97-AF65-F5344CB8AC3E}">
        <p14:creationId xmlns:p14="http://schemas.microsoft.com/office/powerpoint/2010/main" val="9763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2" cstate="print"/>
          <a:srcRect/>
          <a:stretch>
            <a:fillRect/>
          </a:stretch>
        </p:blipFill>
        <p:spPr bwMode="auto">
          <a:xfrm>
            <a:off x="433409" y="627760"/>
            <a:ext cx="11036932" cy="2693564"/>
          </a:xfrm>
          <a:prstGeom prst="rect">
            <a:avLst/>
          </a:prstGeom>
          <a:noFill/>
          <a:ln w="9525">
            <a:noFill/>
            <a:miter lim="800000"/>
            <a:headEnd/>
            <a:tailEnd/>
          </a:ln>
        </p:spPr>
      </p:pic>
      <p:sp>
        <p:nvSpPr>
          <p:cNvPr id="6" name="Rectangle 5"/>
          <p:cNvSpPr/>
          <p:nvPr/>
        </p:nvSpPr>
        <p:spPr>
          <a:xfrm>
            <a:off x="554480" y="339770"/>
            <a:ext cx="1624163" cy="523220"/>
          </a:xfrm>
          <a:prstGeom prst="rect">
            <a:avLst/>
          </a:prstGeom>
        </p:spPr>
        <p:txBody>
          <a:bodyPr wrap="none">
            <a:spAutoFit/>
          </a:bodyPr>
          <a:lstStyle/>
          <a:p>
            <a:r>
              <a:rPr lang="en-US" sz="2800" dirty="0">
                <a:solidFill>
                  <a:srgbClr val="FF0000"/>
                </a:solidFill>
                <a:latin typeface="Arial" pitchFamily="34" charset="0"/>
                <a:cs typeface="Arial" pitchFamily="34" charset="0"/>
              </a:rPr>
              <a:t>6 dB rule</a:t>
            </a:r>
          </a:p>
        </p:txBody>
      </p:sp>
      <p:pic>
        <p:nvPicPr>
          <p:cNvPr id="69633" name="Picture 1"/>
          <p:cNvPicPr>
            <a:picLocks noChangeAspect="1" noChangeArrowheads="1"/>
          </p:cNvPicPr>
          <p:nvPr/>
        </p:nvPicPr>
        <p:blipFill>
          <a:blip r:embed="rId3" cstate="print"/>
          <a:srcRect/>
          <a:stretch>
            <a:fillRect/>
          </a:stretch>
        </p:blipFill>
        <p:spPr bwMode="auto">
          <a:xfrm>
            <a:off x="163280" y="3751729"/>
            <a:ext cx="11818648" cy="224565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9633"/>
                                        </p:tgtEl>
                                        <p:attrNameLst>
                                          <p:attrName>style.visibility</p:attrName>
                                        </p:attrNameLst>
                                      </p:cBhvr>
                                      <p:to>
                                        <p:strVal val="visible"/>
                                      </p:to>
                                    </p:set>
                                    <p:animEffect transition="in" filter="blinds(horizontal)">
                                      <p:cBhvr>
                                        <p:cTn id="17" dur="500"/>
                                        <p:tgtEl>
                                          <p:spTgt spid="69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8941" y="470647"/>
            <a:ext cx="1963271" cy="523220"/>
          </a:xfrm>
          <a:prstGeom prst="rect">
            <a:avLst/>
          </a:prstGeom>
          <a:noFill/>
        </p:spPr>
        <p:txBody>
          <a:bodyPr wrap="square" rtlCol="0">
            <a:spAutoFit/>
          </a:bodyPr>
          <a:lstStyle/>
          <a:p>
            <a:r>
              <a:rPr lang="en-US" sz="2800" dirty="0">
                <a:solidFill>
                  <a:srgbClr val="FF0000"/>
                </a:solidFill>
                <a:latin typeface="Arial" pitchFamily="34" charset="0"/>
                <a:cs typeface="Arial" pitchFamily="34" charset="0"/>
              </a:rPr>
              <a:t>Case1:</a:t>
            </a:r>
          </a:p>
        </p:txBody>
      </p:sp>
      <p:pic>
        <p:nvPicPr>
          <p:cNvPr id="68609" name="Picture 1"/>
          <p:cNvPicPr>
            <a:picLocks noChangeAspect="1" noChangeArrowheads="1"/>
          </p:cNvPicPr>
          <p:nvPr/>
        </p:nvPicPr>
        <p:blipFill>
          <a:blip r:embed="rId2" cstate="print"/>
          <a:srcRect/>
          <a:stretch>
            <a:fillRect/>
          </a:stretch>
        </p:blipFill>
        <p:spPr bwMode="auto">
          <a:xfrm>
            <a:off x="1557338" y="447674"/>
            <a:ext cx="9764193" cy="641537"/>
          </a:xfrm>
          <a:prstGeom prst="rect">
            <a:avLst/>
          </a:prstGeom>
          <a:noFill/>
          <a:ln w="9525">
            <a:noFill/>
            <a:miter lim="800000"/>
            <a:headEnd/>
            <a:tailEnd/>
          </a:ln>
        </p:spPr>
      </p:pic>
      <p:pic>
        <p:nvPicPr>
          <p:cNvPr id="68610" name="Picture 2"/>
          <p:cNvPicPr>
            <a:picLocks noChangeAspect="1" noChangeArrowheads="1"/>
          </p:cNvPicPr>
          <p:nvPr/>
        </p:nvPicPr>
        <p:blipFill>
          <a:blip r:embed="rId3" cstate="print"/>
          <a:srcRect/>
          <a:stretch>
            <a:fillRect/>
          </a:stretch>
        </p:blipFill>
        <p:spPr bwMode="auto">
          <a:xfrm>
            <a:off x="1432953" y="1570223"/>
            <a:ext cx="5301561" cy="1240211"/>
          </a:xfrm>
          <a:prstGeom prst="rect">
            <a:avLst/>
          </a:prstGeom>
          <a:noFill/>
          <a:ln w="9525">
            <a:noFill/>
            <a:miter lim="800000"/>
            <a:headEnd/>
            <a:tailEnd/>
          </a:ln>
        </p:spPr>
      </p:pic>
      <p:pic>
        <p:nvPicPr>
          <p:cNvPr id="68611" name="Picture 3"/>
          <p:cNvPicPr>
            <a:picLocks noChangeAspect="1" noChangeArrowheads="1"/>
          </p:cNvPicPr>
          <p:nvPr/>
        </p:nvPicPr>
        <p:blipFill>
          <a:blip r:embed="rId4" cstate="print"/>
          <a:srcRect/>
          <a:stretch>
            <a:fillRect/>
          </a:stretch>
        </p:blipFill>
        <p:spPr bwMode="auto">
          <a:xfrm>
            <a:off x="232125" y="3061167"/>
            <a:ext cx="11852299" cy="690562"/>
          </a:xfrm>
          <a:prstGeom prst="rect">
            <a:avLst/>
          </a:prstGeom>
          <a:noFill/>
          <a:ln w="9525">
            <a:noFill/>
            <a:miter lim="800000"/>
            <a:headEnd/>
            <a:tailEnd/>
          </a:ln>
        </p:spPr>
      </p:pic>
      <p:pic>
        <p:nvPicPr>
          <p:cNvPr id="68612" name="Picture 4"/>
          <p:cNvPicPr>
            <a:picLocks noChangeAspect="1" noChangeArrowheads="1"/>
          </p:cNvPicPr>
          <p:nvPr/>
        </p:nvPicPr>
        <p:blipFill>
          <a:blip r:embed="rId5" cstate="print"/>
          <a:srcRect/>
          <a:stretch>
            <a:fillRect/>
          </a:stretch>
        </p:blipFill>
        <p:spPr bwMode="auto">
          <a:xfrm>
            <a:off x="1133475" y="4322949"/>
            <a:ext cx="9507296" cy="63901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blinds(horizontal)">
                                      <p:cBhvr>
                                        <p:cTn id="7" dur="500"/>
                                        <p:tgtEl>
                                          <p:spTgt spid="6861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nodeType="clickEffect">
                                  <p:stCondLst>
                                    <p:cond delay="0"/>
                                  </p:stCondLst>
                                  <p:childTnLst>
                                    <p:set>
                                      <p:cBhvr>
                                        <p:cTn id="11" dur="1" fill="hold">
                                          <p:stCondLst>
                                            <p:cond delay="0"/>
                                          </p:stCondLst>
                                        </p:cTn>
                                        <p:tgtEl>
                                          <p:spTgt spid="68611"/>
                                        </p:tgtEl>
                                        <p:attrNameLst>
                                          <p:attrName>style.visibility</p:attrName>
                                        </p:attrNameLst>
                                      </p:cBhvr>
                                      <p:to>
                                        <p:strVal val="visible"/>
                                      </p:to>
                                    </p:set>
                                    <p:anim calcmode="lin" valueType="num">
                                      <p:cBhvr>
                                        <p:cTn id="12" dur="500" fill="hold"/>
                                        <p:tgtEl>
                                          <p:spTgt spid="68611"/>
                                        </p:tgtEl>
                                        <p:attrNameLst>
                                          <p:attrName>ppt_w</p:attrName>
                                        </p:attrNameLst>
                                      </p:cBhvr>
                                      <p:tavLst>
                                        <p:tav tm="0">
                                          <p:val>
                                            <p:fltVal val="0"/>
                                          </p:val>
                                        </p:tav>
                                        <p:tav tm="100000">
                                          <p:val>
                                            <p:strVal val="#ppt_w"/>
                                          </p:val>
                                        </p:tav>
                                      </p:tavLst>
                                    </p:anim>
                                    <p:anim calcmode="lin" valueType="num">
                                      <p:cBhvr>
                                        <p:cTn id="13" dur="500" fill="hold"/>
                                        <p:tgtEl>
                                          <p:spTgt spid="68611"/>
                                        </p:tgtEl>
                                        <p:attrNameLst>
                                          <p:attrName>ppt_h</p:attrName>
                                        </p:attrNameLst>
                                      </p:cBhvr>
                                      <p:tavLst>
                                        <p:tav tm="0">
                                          <p:val>
                                            <p:fltVal val="0"/>
                                          </p:val>
                                        </p:tav>
                                        <p:tav tm="100000">
                                          <p:val>
                                            <p:strVal val="#ppt_h"/>
                                          </p:val>
                                        </p:tav>
                                      </p:tavLst>
                                    </p:anim>
                                    <p:animEffect transition="in" filter="fade">
                                      <p:cBhvr>
                                        <p:cTn id="14" dur="500"/>
                                        <p:tgtEl>
                                          <p:spTgt spid="68611"/>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68612"/>
                                        </p:tgtEl>
                                        <p:attrNameLst>
                                          <p:attrName>style.visibility</p:attrName>
                                        </p:attrNameLst>
                                      </p:cBhvr>
                                      <p:to>
                                        <p:strVal val="visible"/>
                                      </p:to>
                                    </p:set>
                                    <p:animEffect transition="in" filter="box(in)">
                                      <p:cBhvr>
                                        <p:cTn id="19" dur="500"/>
                                        <p:tgtEl>
                                          <p:spTgt spid="68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5" name="Picture 1"/>
          <p:cNvPicPr>
            <a:picLocks noChangeAspect="1" noChangeArrowheads="1"/>
          </p:cNvPicPr>
          <p:nvPr/>
        </p:nvPicPr>
        <p:blipFill>
          <a:blip r:embed="rId2" cstate="print"/>
          <a:srcRect/>
          <a:stretch>
            <a:fillRect/>
          </a:stretch>
        </p:blipFill>
        <p:spPr bwMode="auto">
          <a:xfrm>
            <a:off x="1526841" y="320208"/>
            <a:ext cx="9626934" cy="809344"/>
          </a:xfrm>
          <a:prstGeom prst="rect">
            <a:avLst/>
          </a:prstGeom>
          <a:noFill/>
          <a:ln w="9525">
            <a:noFill/>
            <a:miter lim="800000"/>
            <a:headEnd/>
            <a:tailEnd/>
          </a:ln>
        </p:spPr>
      </p:pic>
      <p:sp>
        <p:nvSpPr>
          <p:cNvPr id="5" name="TextBox 4"/>
          <p:cNvSpPr txBox="1"/>
          <p:nvPr/>
        </p:nvSpPr>
        <p:spPr>
          <a:xfrm>
            <a:off x="295835" y="470647"/>
            <a:ext cx="1680883" cy="523220"/>
          </a:xfrm>
          <a:prstGeom prst="rect">
            <a:avLst/>
          </a:prstGeom>
          <a:noFill/>
        </p:spPr>
        <p:txBody>
          <a:bodyPr wrap="square" rtlCol="0">
            <a:spAutoFit/>
          </a:bodyPr>
          <a:lstStyle/>
          <a:p>
            <a:r>
              <a:rPr lang="en-US" sz="2800" dirty="0">
                <a:solidFill>
                  <a:srgbClr val="FF0000"/>
                </a:solidFill>
                <a:latin typeface="Arial" pitchFamily="34" charset="0"/>
                <a:cs typeface="Arial" pitchFamily="34" charset="0"/>
              </a:rPr>
              <a:t>Case2:</a:t>
            </a:r>
          </a:p>
        </p:txBody>
      </p:sp>
      <p:pic>
        <p:nvPicPr>
          <p:cNvPr id="67586" name="Picture 2"/>
          <p:cNvPicPr>
            <a:picLocks noChangeAspect="1" noChangeArrowheads="1"/>
          </p:cNvPicPr>
          <p:nvPr/>
        </p:nvPicPr>
        <p:blipFill>
          <a:blip r:embed="rId3" cstate="print"/>
          <a:srcRect/>
          <a:stretch>
            <a:fillRect/>
          </a:stretch>
        </p:blipFill>
        <p:spPr bwMode="auto">
          <a:xfrm>
            <a:off x="2717427" y="1018335"/>
            <a:ext cx="3838742" cy="985277"/>
          </a:xfrm>
          <a:prstGeom prst="rect">
            <a:avLst/>
          </a:prstGeom>
          <a:noFill/>
          <a:ln w="9525">
            <a:noFill/>
            <a:miter lim="800000"/>
            <a:headEnd/>
            <a:tailEnd/>
          </a:ln>
        </p:spPr>
      </p:pic>
      <p:pic>
        <p:nvPicPr>
          <p:cNvPr id="67587" name="Picture 3"/>
          <p:cNvPicPr>
            <a:picLocks noChangeAspect="1" noChangeArrowheads="1"/>
          </p:cNvPicPr>
          <p:nvPr/>
        </p:nvPicPr>
        <p:blipFill>
          <a:blip r:embed="rId4" cstate="print"/>
          <a:srcRect/>
          <a:stretch>
            <a:fillRect/>
          </a:stretch>
        </p:blipFill>
        <p:spPr bwMode="auto">
          <a:xfrm>
            <a:off x="509306" y="2097741"/>
            <a:ext cx="10343029" cy="1398494"/>
          </a:xfrm>
          <a:prstGeom prst="rect">
            <a:avLst/>
          </a:prstGeom>
          <a:noFill/>
          <a:ln w="9525">
            <a:noFill/>
            <a:miter lim="800000"/>
            <a:headEnd/>
            <a:tailEnd/>
          </a:ln>
        </p:spPr>
      </p:pic>
      <p:pic>
        <p:nvPicPr>
          <p:cNvPr id="67588" name="Picture 4"/>
          <p:cNvPicPr>
            <a:picLocks noChangeAspect="1" noChangeArrowheads="1"/>
          </p:cNvPicPr>
          <p:nvPr/>
        </p:nvPicPr>
        <p:blipFill>
          <a:blip r:embed="rId5" cstate="print"/>
          <a:srcRect/>
          <a:stretch>
            <a:fillRect/>
          </a:stretch>
        </p:blipFill>
        <p:spPr bwMode="auto">
          <a:xfrm>
            <a:off x="589990" y="3812522"/>
            <a:ext cx="9829604" cy="880502"/>
          </a:xfrm>
          <a:prstGeom prst="rect">
            <a:avLst/>
          </a:prstGeom>
          <a:noFill/>
          <a:ln w="9525">
            <a:noFill/>
            <a:miter lim="800000"/>
            <a:headEnd/>
            <a:tailEnd/>
          </a:ln>
        </p:spPr>
      </p:pic>
      <p:pic>
        <p:nvPicPr>
          <p:cNvPr id="67589" name="Picture 5"/>
          <p:cNvPicPr>
            <a:picLocks noChangeAspect="1" noChangeArrowheads="1"/>
          </p:cNvPicPr>
          <p:nvPr/>
        </p:nvPicPr>
        <p:blipFill>
          <a:blip r:embed="rId6" cstate="print"/>
          <a:srcRect/>
          <a:stretch>
            <a:fillRect/>
          </a:stretch>
        </p:blipFill>
        <p:spPr bwMode="auto">
          <a:xfrm>
            <a:off x="910198" y="5037043"/>
            <a:ext cx="9280953" cy="839321"/>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5835" y="470647"/>
            <a:ext cx="1680883" cy="523220"/>
          </a:xfrm>
          <a:prstGeom prst="rect">
            <a:avLst/>
          </a:prstGeom>
          <a:noFill/>
        </p:spPr>
        <p:txBody>
          <a:bodyPr wrap="square" rtlCol="0">
            <a:spAutoFit/>
          </a:bodyPr>
          <a:lstStyle/>
          <a:p>
            <a:r>
              <a:rPr lang="en-US" sz="2800" dirty="0">
                <a:solidFill>
                  <a:srgbClr val="FF0000"/>
                </a:solidFill>
                <a:latin typeface="Arial" pitchFamily="34" charset="0"/>
                <a:cs typeface="Arial" pitchFamily="34" charset="0"/>
              </a:rPr>
              <a:t>Case3:</a:t>
            </a:r>
          </a:p>
        </p:txBody>
      </p:sp>
      <p:sp>
        <p:nvSpPr>
          <p:cNvPr id="11878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8785" name="Object 1"/>
          <p:cNvGraphicFramePr>
            <a:graphicFrameLocks noChangeAspect="1"/>
          </p:cNvGraphicFramePr>
          <p:nvPr/>
        </p:nvGraphicFramePr>
        <p:xfrm>
          <a:off x="591672" y="1089212"/>
          <a:ext cx="9357710" cy="1210235"/>
        </p:xfrm>
        <a:graphic>
          <a:graphicData uri="http://schemas.openxmlformats.org/presentationml/2006/ole">
            <mc:AlternateContent xmlns:mc="http://schemas.openxmlformats.org/markup-compatibility/2006">
              <mc:Choice xmlns:v="urn:schemas-microsoft-com:vml" Requires="v">
                <p:oleObj name="Equation" r:id="rId2" imgW="4127500" imgH="533400" progId="Equation.DSMT4">
                  <p:embed/>
                </p:oleObj>
              </mc:Choice>
              <mc:Fallback>
                <p:oleObj name="Equation" r:id="rId2" imgW="4127500" imgH="533400" progId="Equation.DSMT4">
                  <p:embed/>
                  <p:pic>
                    <p:nvPicPr>
                      <p:cNvPr id="11878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72" y="1089212"/>
                        <a:ext cx="9357710" cy="1210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8787" name="Picture 3"/>
          <p:cNvPicPr>
            <a:picLocks noChangeAspect="1" noChangeArrowheads="1"/>
          </p:cNvPicPr>
          <p:nvPr/>
        </p:nvPicPr>
        <p:blipFill>
          <a:blip r:embed="rId4" cstate="print"/>
          <a:srcRect/>
          <a:stretch>
            <a:fillRect/>
          </a:stretch>
        </p:blipFill>
        <p:spPr bwMode="auto">
          <a:xfrm>
            <a:off x="1707776" y="456361"/>
            <a:ext cx="7980419" cy="765041"/>
          </a:xfrm>
          <a:prstGeom prst="rect">
            <a:avLst/>
          </a:prstGeom>
          <a:noFill/>
          <a:ln w="9525">
            <a:noFill/>
            <a:miter lim="800000"/>
            <a:headEnd/>
            <a:tailEnd/>
          </a:ln>
        </p:spPr>
      </p:pic>
      <p:pic>
        <p:nvPicPr>
          <p:cNvPr id="118788" name="Picture 4"/>
          <p:cNvPicPr>
            <a:picLocks noChangeAspect="1" noChangeArrowheads="1"/>
          </p:cNvPicPr>
          <p:nvPr/>
        </p:nvPicPr>
        <p:blipFill>
          <a:blip r:embed="rId5" cstate="print"/>
          <a:srcRect/>
          <a:stretch>
            <a:fillRect/>
          </a:stretch>
        </p:blipFill>
        <p:spPr bwMode="auto">
          <a:xfrm>
            <a:off x="1071281" y="2276196"/>
            <a:ext cx="8571319" cy="897310"/>
          </a:xfrm>
          <a:prstGeom prst="rect">
            <a:avLst/>
          </a:prstGeom>
          <a:noFill/>
          <a:ln w="9525">
            <a:noFill/>
            <a:miter lim="800000"/>
            <a:headEnd/>
            <a:tailEnd/>
          </a:ln>
        </p:spPr>
      </p:pic>
      <p:pic>
        <p:nvPicPr>
          <p:cNvPr id="118789" name="Picture 5"/>
          <p:cNvPicPr>
            <a:picLocks noChangeAspect="1" noChangeArrowheads="1"/>
          </p:cNvPicPr>
          <p:nvPr/>
        </p:nvPicPr>
        <p:blipFill>
          <a:blip r:embed="rId6" cstate="print"/>
          <a:srcRect/>
          <a:stretch>
            <a:fillRect/>
          </a:stretch>
        </p:blipFill>
        <p:spPr bwMode="auto">
          <a:xfrm>
            <a:off x="1492624" y="3641072"/>
            <a:ext cx="7084508" cy="604432"/>
          </a:xfrm>
          <a:prstGeom prst="rect">
            <a:avLst/>
          </a:prstGeom>
          <a:noFill/>
          <a:ln w="9525">
            <a:noFill/>
            <a:miter lim="800000"/>
            <a:headEnd/>
            <a:tailEnd/>
          </a:ln>
        </p:spPr>
      </p:pic>
      <p:sp>
        <p:nvSpPr>
          <p:cNvPr id="10" name="TextBox 9"/>
          <p:cNvSpPr txBox="1"/>
          <p:nvPr/>
        </p:nvSpPr>
        <p:spPr>
          <a:xfrm>
            <a:off x="192741" y="3621741"/>
            <a:ext cx="1680883" cy="523220"/>
          </a:xfrm>
          <a:prstGeom prst="rect">
            <a:avLst/>
          </a:prstGeom>
          <a:noFill/>
        </p:spPr>
        <p:txBody>
          <a:bodyPr wrap="square" rtlCol="0">
            <a:spAutoFit/>
          </a:bodyPr>
          <a:lstStyle/>
          <a:p>
            <a:r>
              <a:rPr lang="en-US" sz="2800" dirty="0">
                <a:solidFill>
                  <a:srgbClr val="FF0000"/>
                </a:solidFill>
                <a:latin typeface="Arial" pitchFamily="34" charset="0"/>
                <a:cs typeface="Arial" pitchFamily="34" charset="0"/>
              </a:rPr>
              <a:t>Case4:</a:t>
            </a:r>
          </a:p>
        </p:txBody>
      </p:sp>
      <p:pic>
        <p:nvPicPr>
          <p:cNvPr id="118790" name="Picture 6"/>
          <p:cNvPicPr>
            <a:picLocks noChangeAspect="1" noChangeArrowheads="1"/>
          </p:cNvPicPr>
          <p:nvPr/>
        </p:nvPicPr>
        <p:blipFill>
          <a:blip r:embed="rId7" cstate="print"/>
          <a:srcRect/>
          <a:stretch>
            <a:fillRect/>
          </a:stretch>
        </p:blipFill>
        <p:spPr bwMode="auto">
          <a:xfrm>
            <a:off x="1943332" y="4204168"/>
            <a:ext cx="6172809" cy="636774"/>
          </a:xfrm>
          <a:prstGeom prst="rect">
            <a:avLst/>
          </a:prstGeom>
          <a:noFill/>
          <a:ln w="9525">
            <a:noFill/>
            <a:miter lim="800000"/>
            <a:headEnd/>
            <a:tailEnd/>
          </a:ln>
        </p:spPr>
      </p:pic>
      <p:pic>
        <p:nvPicPr>
          <p:cNvPr id="118791" name="Picture 7"/>
          <p:cNvPicPr>
            <a:picLocks noChangeAspect="1" noChangeArrowheads="1"/>
          </p:cNvPicPr>
          <p:nvPr/>
        </p:nvPicPr>
        <p:blipFill>
          <a:blip r:embed="rId8" cstate="print"/>
          <a:srcRect/>
          <a:stretch>
            <a:fillRect/>
          </a:stretch>
        </p:blipFill>
        <p:spPr bwMode="auto">
          <a:xfrm>
            <a:off x="1897436" y="4909857"/>
            <a:ext cx="7230485" cy="161196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8787"/>
                                        </p:tgtEl>
                                        <p:attrNameLst>
                                          <p:attrName>style.visibility</p:attrName>
                                        </p:attrNameLst>
                                      </p:cBhvr>
                                      <p:to>
                                        <p:strVal val="visible"/>
                                      </p:to>
                                    </p:set>
                                    <p:animEffect transition="in" filter="circle(in)">
                                      <p:cBhvr>
                                        <p:cTn id="7" dur="2000"/>
                                        <p:tgtEl>
                                          <p:spTgt spid="11878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18785"/>
                                        </p:tgtEl>
                                        <p:attrNameLst>
                                          <p:attrName>style.visibility</p:attrName>
                                        </p:attrNameLst>
                                      </p:cBhvr>
                                      <p:to>
                                        <p:strVal val="visible"/>
                                      </p:to>
                                    </p:set>
                                    <p:animEffect transition="in" filter="diamond(in)">
                                      <p:cBhvr>
                                        <p:cTn id="12" dur="2000"/>
                                        <p:tgtEl>
                                          <p:spTgt spid="118785"/>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0" fill="hold" nodeType="clickEffect">
                                  <p:stCondLst>
                                    <p:cond delay="0"/>
                                  </p:stCondLst>
                                  <p:childTnLst>
                                    <p:set>
                                      <p:cBhvr>
                                        <p:cTn id="16" dur="1" fill="hold">
                                          <p:stCondLst>
                                            <p:cond delay="0"/>
                                          </p:stCondLst>
                                        </p:cTn>
                                        <p:tgtEl>
                                          <p:spTgt spid="118788"/>
                                        </p:tgtEl>
                                        <p:attrNameLst>
                                          <p:attrName>style.visibility</p:attrName>
                                        </p:attrNameLst>
                                      </p:cBhvr>
                                      <p:to>
                                        <p:strVal val="visible"/>
                                      </p:to>
                                    </p:set>
                                    <p:anim calcmode="lin" valueType="num">
                                      <p:cBhvr>
                                        <p:cTn id="17" dur="500" fill="hold"/>
                                        <p:tgtEl>
                                          <p:spTgt spid="118788"/>
                                        </p:tgtEl>
                                        <p:attrNameLst>
                                          <p:attrName>ppt_w</p:attrName>
                                        </p:attrNameLst>
                                      </p:cBhvr>
                                      <p:tavLst>
                                        <p:tav tm="0">
                                          <p:val>
                                            <p:fltVal val="0"/>
                                          </p:val>
                                        </p:tav>
                                        <p:tav tm="100000">
                                          <p:val>
                                            <p:strVal val="#ppt_w"/>
                                          </p:val>
                                        </p:tav>
                                      </p:tavLst>
                                    </p:anim>
                                    <p:anim calcmode="lin" valueType="num">
                                      <p:cBhvr>
                                        <p:cTn id="18" dur="500" fill="hold"/>
                                        <p:tgtEl>
                                          <p:spTgt spid="118788"/>
                                        </p:tgtEl>
                                        <p:attrNameLst>
                                          <p:attrName>ppt_h</p:attrName>
                                        </p:attrNameLst>
                                      </p:cBhvr>
                                      <p:tavLst>
                                        <p:tav tm="0">
                                          <p:val>
                                            <p:fltVal val="0"/>
                                          </p:val>
                                        </p:tav>
                                        <p:tav tm="100000">
                                          <p:val>
                                            <p:strVal val="#ppt_h"/>
                                          </p:val>
                                        </p:tav>
                                      </p:tavLst>
                                    </p:anim>
                                    <p:animEffect transition="in" filter="fade">
                                      <p:cBhvr>
                                        <p:cTn id="19" dur="500"/>
                                        <p:tgtEl>
                                          <p:spTgt spid="118788"/>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118789"/>
                                        </p:tgtEl>
                                        <p:attrNameLst>
                                          <p:attrName>style.visibility</p:attrName>
                                        </p:attrNameLst>
                                      </p:cBhvr>
                                      <p:to>
                                        <p:strVal val="visible"/>
                                      </p:to>
                                    </p:set>
                                    <p:animEffect transition="in" filter="circle(in)">
                                      <p:cBhvr>
                                        <p:cTn id="24" dur="2000"/>
                                        <p:tgtEl>
                                          <p:spTgt spid="11878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18790"/>
                                        </p:tgtEl>
                                        <p:attrNameLst>
                                          <p:attrName>style.visibility</p:attrName>
                                        </p:attrNameLst>
                                      </p:cBhvr>
                                      <p:to>
                                        <p:strVal val="visible"/>
                                      </p:to>
                                    </p:set>
                                    <p:animEffect transition="in" filter="blinds(horizontal)">
                                      <p:cBhvr>
                                        <p:cTn id="29" dur="500"/>
                                        <p:tgtEl>
                                          <p:spTgt spid="118790"/>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18791"/>
                                        </p:tgtEl>
                                        <p:attrNameLst>
                                          <p:attrName>style.visibility</p:attrName>
                                        </p:attrNameLst>
                                      </p:cBhvr>
                                      <p:to>
                                        <p:strVal val="visible"/>
                                      </p:to>
                                    </p:set>
                                    <p:anim calcmode="lin" valueType="num">
                                      <p:cBhvr additive="base">
                                        <p:cTn id="34" dur="500" fill="hold"/>
                                        <p:tgtEl>
                                          <p:spTgt spid="118791"/>
                                        </p:tgtEl>
                                        <p:attrNameLst>
                                          <p:attrName>ppt_x</p:attrName>
                                        </p:attrNameLst>
                                      </p:cBhvr>
                                      <p:tavLst>
                                        <p:tav tm="0">
                                          <p:val>
                                            <p:strVal val="#ppt_x"/>
                                          </p:val>
                                        </p:tav>
                                        <p:tav tm="100000">
                                          <p:val>
                                            <p:strVal val="#ppt_x"/>
                                          </p:val>
                                        </p:tav>
                                      </p:tavLst>
                                    </p:anim>
                                    <p:anim calcmode="lin" valueType="num">
                                      <p:cBhvr additive="base">
                                        <p:cTn id="35" dur="500" fill="hold"/>
                                        <p:tgtEl>
                                          <p:spTgt spid="1187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027" name="Object 3"/>
          <p:cNvGraphicFramePr>
            <a:graphicFrameLocks noChangeAspect="1"/>
          </p:cNvGraphicFramePr>
          <p:nvPr/>
        </p:nvGraphicFramePr>
        <p:xfrm>
          <a:off x="2263000" y="1707036"/>
          <a:ext cx="4988427" cy="1166884"/>
        </p:xfrm>
        <a:graphic>
          <a:graphicData uri="http://schemas.openxmlformats.org/presentationml/2006/ole">
            <mc:AlternateContent xmlns:mc="http://schemas.openxmlformats.org/markup-compatibility/2006">
              <mc:Choice xmlns:v="urn:schemas-microsoft-com:vml" Requires="v">
                <p:oleObj name="Equation" r:id="rId2" imgW="2171520" imgH="507960" progId="Equation.DSMT4">
                  <p:embed/>
                </p:oleObj>
              </mc:Choice>
              <mc:Fallback>
                <p:oleObj name="Equation" r:id="rId2" imgW="2171520" imgH="507960" progId="Equation.DSMT4">
                  <p:embed/>
                  <p:pic>
                    <p:nvPicPr>
                      <p:cNvPr id="12902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3000" y="1707036"/>
                        <a:ext cx="4988427" cy="1166884"/>
                      </a:xfrm>
                      <a:prstGeom prst="rect">
                        <a:avLst/>
                      </a:prstGeom>
                      <a:noFill/>
                      <a:ln>
                        <a:noFill/>
                      </a:ln>
                      <a:effectLst/>
                    </p:spPr>
                  </p:pic>
                </p:oleObj>
              </mc:Fallback>
            </mc:AlternateContent>
          </a:graphicData>
        </a:graphic>
      </p:graphicFrame>
      <p:sp>
        <p:nvSpPr>
          <p:cNvPr id="6" name="TextBox 5"/>
          <p:cNvSpPr txBox="1"/>
          <p:nvPr/>
        </p:nvSpPr>
        <p:spPr>
          <a:xfrm>
            <a:off x="0" y="2041075"/>
            <a:ext cx="3092073" cy="461665"/>
          </a:xfrm>
          <a:prstGeom prst="rect">
            <a:avLst/>
          </a:prstGeom>
          <a:noFill/>
        </p:spPr>
        <p:txBody>
          <a:bodyPr wrap="square" rtlCol="0">
            <a:spAutoFit/>
          </a:bodyPr>
          <a:lstStyle/>
          <a:p>
            <a:r>
              <a:rPr lang="en-US" sz="2400" dirty="0">
                <a:solidFill>
                  <a:srgbClr val="FF0000"/>
                </a:solidFill>
                <a:latin typeface="Arial" pitchFamily="34" charset="0"/>
                <a:cs typeface="Arial" pitchFamily="34" charset="0"/>
              </a:rPr>
              <a:t>(</a:t>
            </a:r>
            <a:r>
              <a:rPr lang="en-US" sz="2400" dirty="0" err="1">
                <a:solidFill>
                  <a:srgbClr val="FF0000"/>
                </a:solidFill>
                <a:latin typeface="Arial" pitchFamily="34" charset="0"/>
                <a:cs typeface="Arial" pitchFamily="34" charset="0"/>
              </a:rPr>
              <a:t>i</a:t>
            </a:r>
            <a:r>
              <a:rPr lang="en-US" sz="2400" dirty="0">
                <a:solidFill>
                  <a:srgbClr val="FF0000"/>
                </a:solidFill>
                <a:latin typeface="Arial" pitchFamily="34" charset="0"/>
                <a:cs typeface="Arial" pitchFamily="34" charset="0"/>
              </a:rPr>
              <a:t>) Signal Power</a:t>
            </a:r>
          </a:p>
        </p:txBody>
      </p:sp>
      <p:graphicFrame>
        <p:nvGraphicFramePr>
          <p:cNvPr id="129028" name="Object 4"/>
          <p:cNvGraphicFramePr>
            <a:graphicFrameLocks noChangeAspect="1"/>
          </p:cNvGraphicFramePr>
          <p:nvPr/>
        </p:nvGraphicFramePr>
        <p:xfrm>
          <a:off x="7746100" y="1734185"/>
          <a:ext cx="4110125" cy="1005355"/>
        </p:xfrm>
        <a:graphic>
          <a:graphicData uri="http://schemas.openxmlformats.org/presentationml/2006/ole">
            <mc:AlternateContent xmlns:mc="http://schemas.openxmlformats.org/markup-compatibility/2006">
              <mc:Choice xmlns:v="urn:schemas-microsoft-com:vml" Requires="v">
                <p:oleObj name="Equation" r:id="rId4" imgW="1765080" imgH="431640" progId="Equation.DSMT4">
                  <p:embed/>
                </p:oleObj>
              </mc:Choice>
              <mc:Fallback>
                <p:oleObj name="Equation" r:id="rId4" imgW="1765080" imgH="431640" progId="Equation.DSMT4">
                  <p:embed/>
                  <p:pic>
                    <p:nvPicPr>
                      <p:cNvPr id="12902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6100" y="1734185"/>
                        <a:ext cx="4110125" cy="1005355"/>
                      </a:xfrm>
                      <a:prstGeom prst="rect">
                        <a:avLst/>
                      </a:prstGeom>
                      <a:noFill/>
                      <a:ln>
                        <a:noFill/>
                      </a:ln>
                      <a:effectLst/>
                    </p:spPr>
                  </p:pic>
                </p:oleObj>
              </mc:Fallback>
            </mc:AlternateContent>
          </a:graphicData>
        </a:graphic>
      </p:graphicFrame>
      <p:pic>
        <p:nvPicPr>
          <p:cNvPr id="2" name="Picture 1"/>
          <p:cNvPicPr>
            <a:picLocks noChangeAspect="1"/>
          </p:cNvPicPr>
          <p:nvPr/>
        </p:nvPicPr>
        <p:blipFill>
          <a:blip r:embed="rId6"/>
          <a:stretch>
            <a:fillRect/>
          </a:stretch>
        </p:blipFill>
        <p:spPr>
          <a:xfrm>
            <a:off x="1546036" y="107368"/>
            <a:ext cx="10070123" cy="1684024"/>
          </a:xfrm>
          <a:prstGeom prst="rect">
            <a:avLst/>
          </a:prstGeom>
        </p:spPr>
      </p:pic>
      <p:sp>
        <p:nvSpPr>
          <p:cNvPr id="3" name="TextBox 2"/>
          <p:cNvSpPr txBox="1"/>
          <p:nvPr/>
        </p:nvSpPr>
        <p:spPr>
          <a:xfrm>
            <a:off x="117230" y="3266364"/>
            <a:ext cx="2297723" cy="461665"/>
          </a:xfrm>
          <a:prstGeom prst="rect">
            <a:avLst/>
          </a:prstGeom>
          <a:noFill/>
        </p:spPr>
        <p:txBody>
          <a:bodyPr wrap="square" rtlCol="0">
            <a:spAutoFit/>
          </a:bodyPr>
          <a:lstStyle/>
          <a:p>
            <a:r>
              <a:rPr lang="en-US" sz="2400" dirty="0">
                <a:solidFill>
                  <a:srgbClr val="FF0000"/>
                </a:solidFill>
                <a:latin typeface="Arial" panose="020B0604020202020204" pitchFamily="34" charset="0"/>
                <a:cs typeface="Arial" panose="020B0604020202020204" pitchFamily="34" charset="0"/>
              </a:rPr>
              <a:t>Noise Power</a:t>
            </a:r>
          </a:p>
        </p:txBody>
      </p:sp>
      <p:sp>
        <p:nvSpPr>
          <p:cNvPr id="5" name="Rectangle 8"/>
          <p:cNvSpPr>
            <a:spLocks noChangeArrowheads="1"/>
          </p:cNvSpPr>
          <p:nvPr/>
        </p:nvSpPr>
        <p:spPr bwMode="auto">
          <a:xfrm>
            <a:off x="1852247" y="39695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p:cNvGraphicFramePr>
            <a:graphicFrameLocks noChangeAspect="1"/>
          </p:cNvGraphicFramePr>
          <p:nvPr/>
        </p:nvGraphicFramePr>
        <p:xfrm>
          <a:off x="2263001" y="3025226"/>
          <a:ext cx="6519592" cy="870672"/>
        </p:xfrm>
        <a:graphic>
          <a:graphicData uri="http://schemas.openxmlformats.org/presentationml/2006/ole">
            <mc:AlternateContent xmlns:mc="http://schemas.openxmlformats.org/markup-compatibility/2006">
              <mc:Choice xmlns:v="urn:schemas-microsoft-com:vml" Requires="v">
                <p:oleObj name="Equation" r:id="rId7" imgW="2971800" imgH="393700" progId="Equation.DSMT4">
                  <p:embed/>
                </p:oleObj>
              </mc:Choice>
              <mc:Fallback>
                <p:oleObj name="Equation" r:id="rId7" imgW="2971800" imgH="393700" progId="Equation.DSMT4">
                  <p:embed/>
                  <p:pic>
                    <p:nvPicPr>
                      <p:cNvPr id="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3001" y="3025226"/>
                        <a:ext cx="6519592" cy="870672"/>
                      </a:xfrm>
                      <a:prstGeom prst="rect">
                        <a:avLst/>
                      </a:prstGeom>
                      <a:noFill/>
                    </p:spPr>
                  </p:pic>
                </p:oleObj>
              </mc:Fallback>
            </mc:AlternateContent>
          </a:graphicData>
        </a:graphic>
      </p:graphicFrame>
      <p:sp>
        <p:nvSpPr>
          <p:cNvPr id="9"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16"/>
          <p:cNvSpPr>
            <a:spLocks noChangeArrowheads="1"/>
          </p:cNvSpPr>
          <p:nvPr/>
        </p:nvSpPr>
        <p:spPr bwMode="auto">
          <a:xfrm>
            <a:off x="510809" y="38324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 name="Object 11"/>
          <p:cNvGraphicFramePr>
            <a:graphicFrameLocks noChangeAspect="1"/>
          </p:cNvGraphicFramePr>
          <p:nvPr/>
        </p:nvGraphicFramePr>
        <p:xfrm>
          <a:off x="637467" y="4043105"/>
          <a:ext cx="6378906" cy="1049311"/>
        </p:xfrm>
        <a:graphic>
          <a:graphicData uri="http://schemas.openxmlformats.org/presentationml/2006/ole">
            <mc:AlternateContent xmlns:mc="http://schemas.openxmlformats.org/markup-compatibility/2006">
              <mc:Choice xmlns:v="urn:schemas-microsoft-com:vml" Requires="v">
                <p:oleObj name="Equation" r:id="rId9" imgW="2679700" imgH="444500" progId="Equation.DSMT4">
                  <p:embed/>
                </p:oleObj>
              </mc:Choice>
              <mc:Fallback>
                <p:oleObj name="Equation" r:id="rId9" imgW="2679700" imgH="444500" progId="Equation.DSMT4">
                  <p:embed/>
                  <p:pic>
                    <p:nvPicPr>
                      <p:cNvPr id="12"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7467" y="4043105"/>
                        <a:ext cx="6378906" cy="1049311"/>
                      </a:xfrm>
                      <a:prstGeom prst="rect">
                        <a:avLst/>
                      </a:prstGeom>
                      <a:noFill/>
                    </p:spPr>
                  </p:pic>
                </p:oleObj>
              </mc:Fallback>
            </mc:AlternateContent>
          </a:graphicData>
        </a:graphic>
      </p:graphicFrame>
      <p:sp>
        <p:nvSpPr>
          <p:cNvPr id="13" name="Rectangle 18"/>
          <p:cNvSpPr>
            <a:spLocks noChangeArrowheads="1"/>
          </p:cNvSpPr>
          <p:nvPr/>
        </p:nvSpPr>
        <p:spPr bwMode="auto">
          <a:xfrm>
            <a:off x="920373" y="480672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20"/>
          <p:cNvSpPr>
            <a:spLocks noChangeArrowheads="1"/>
          </p:cNvSpPr>
          <p:nvPr/>
        </p:nvSpPr>
        <p:spPr bwMode="auto">
          <a:xfrm>
            <a:off x="1008185" y="51660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7" name="Object 16"/>
          <p:cNvGraphicFramePr>
            <a:graphicFrameLocks noChangeAspect="1"/>
          </p:cNvGraphicFramePr>
          <p:nvPr/>
        </p:nvGraphicFramePr>
        <p:xfrm>
          <a:off x="1008184" y="5166019"/>
          <a:ext cx="8734051" cy="1169186"/>
        </p:xfrm>
        <a:graphic>
          <a:graphicData uri="http://schemas.openxmlformats.org/presentationml/2006/ole">
            <mc:AlternateContent xmlns:mc="http://schemas.openxmlformats.org/markup-compatibility/2006">
              <mc:Choice xmlns:v="urn:schemas-microsoft-com:vml" Requires="v">
                <p:oleObj name="Equation" r:id="rId11" imgW="3581400" imgH="482600" progId="Equation.DSMT4">
                  <p:embed/>
                </p:oleObj>
              </mc:Choice>
              <mc:Fallback>
                <p:oleObj name="Equation" r:id="rId11" imgW="3581400" imgH="482600" progId="Equation.DSMT4">
                  <p:embed/>
                  <p:pic>
                    <p:nvPicPr>
                      <p:cNvPr id="17"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8184" y="5166019"/>
                        <a:ext cx="8734051" cy="1169186"/>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29027"/>
                                        </p:tgtEl>
                                        <p:attrNameLst>
                                          <p:attrName>style.visibility</p:attrName>
                                        </p:attrNameLst>
                                      </p:cBhvr>
                                      <p:to>
                                        <p:strVal val="visible"/>
                                      </p:to>
                                    </p:set>
                                    <p:animEffect transition="in" filter="fade">
                                      <p:cBhvr>
                                        <p:cTn id="14" dur="500"/>
                                        <p:tgtEl>
                                          <p:spTgt spid="129027"/>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129028"/>
                                        </p:tgtEl>
                                        <p:attrNameLst>
                                          <p:attrName>style.visibility</p:attrName>
                                        </p:attrNameLst>
                                      </p:cBhvr>
                                      <p:to>
                                        <p:strVal val="visible"/>
                                      </p:to>
                                    </p:set>
                                    <p:animEffect transition="in" filter="circle(in)">
                                      <p:cBhvr>
                                        <p:cTn id="19" dur="2000"/>
                                        <p:tgtEl>
                                          <p:spTgt spid="12902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anim calcmode="lin" valueType="num">
                                      <p:cBhvr>
                                        <p:cTn id="31" dur="1000" fill="hold"/>
                                        <p:tgtEl>
                                          <p:spTgt spid="7"/>
                                        </p:tgtEl>
                                        <p:attrNameLst>
                                          <p:attrName>ppt_x</p:attrName>
                                        </p:attrNameLst>
                                      </p:cBhvr>
                                      <p:tavLst>
                                        <p:tav tm="0">
                                          <p:val>
                                            <p:strVal val="#ppt_x"/>
                                          </p:val>
                                        </p:tav>
                                        <p:tav tm="100000">
                                          <p:val>
                                            <p:strVal val="#ppt_x"/>
                                          </p:val>
                                        </p:tav>
                                      </p:tavLst>
                                    </p:anim>
                                    <p:anim calcmode="lin" valueType="num">
                                      <p:cBhvr>
                                        <p:cTn id="3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arn(inVertical)">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5477" y="550985"/>
            <a:ext cx="937846" cy="523220"/>
          </a:xfrm>
          <a:prstGeom prst="rect">
            <a:avLst/>
          </a:prstGeom>
          <a:noFill/>
        </p:spPr>
        <p:txBody>
          <a:bodyPr wrap="square" rtlCol="0">
            <a:spAutoFit/>
          </a:bodyPr>
          <a:lstStyle/>
          <a:p>
            <a:r>
              <a:rPr lang="en-US" sz="2800" dirty="0">
                <a:solidFill>
                  <a:srgbClr val="FF0000"/>
                </a:solidFill>
                <a:latin typeface="Arial" panose="020B0604020202020204" pitchFamily="34" charset="0"/>
                <a:cs typeface="Arial" panose="020B0604020202020204" pitchFamily="34" charset="0"/>
              </a:rPr>
              <a:t>(ii) </a:t>
            </a:r>
          </a:p>
        </p:txBody>
      </p:sp>
      <p:sp>
        <p:nvSpPr>
          <p:cNvPr id="6" name="Rectangle 2"/>
          <p:cNvSpPr>
            <a:spLocks noChangeArrowheads="1"/>
          </p:cNvSpPr>
          <p:nvPr/>
        </p:nvSpPr>
        <p:spPr bwMode="auto">
          <a:xfrm>
            <a:off x="1570893" y="31886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p:cNvGraphicFramePr>
            <a:graphicFrameLocks noChangeAspect="1"/>
          </p:cNvGraphicFramePr>
          <p:nvPr/>
        </p:nvGraphicFramePr>
        <p:xfrm>
          <a:off x="1125416" y="550985"/>
          <a:ext cx="5059553" cy="1148861"/>
        </p:xfrm>
        <a:graphic>
          <a:graphicData uri="http://schemas.openxmlformats.org/presentationml/2006/ole">
            <mc:AlternateContent xmlns:mc="http://schemas.openxmlformats.org/markup-compatibility/2006">
              <mc:Choice xmlns:v="urn:schemas-microsoft-com:vml" Requires="v">
                <p:oleObj name="Equation" r:id="rId2" imgW="2108200" imgH="482600" progId="Equation.DSMT4">
                  <p:embed/>
                </p:oleObj>
              </mc:Choice>
              <mc:Fallback>
                <p:oleObj name="Equation" r:id="rId2" imgW="2108200" imgH="482600" progId="Equation.DSMT4">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416" y="550985"/>
                        <a:ext cx="5059553" cy="1148861"/>
                      </a:xfrm>
                      <a:prstGeom prst="rect">
                        <a:avLst/>
                      </a:prstGeom>
                      <a:noFill/>
                    </p:spPr>
                  </p:pic>
                </p:oleObj>
              </mc:Fallback>
            </mc:AlternateContent>
          </a:graphicData>
        </a:graphic>
      </p:graphicFrame>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Object 9"/>
          <p:cNvGraphicFramePr>
            <a:graphicFrameLocks noChangeAspect="1"/>
          </p:cNvGraphicFramePr>
          <p:nvPr/>
        </p:nvGraphicFramePr>
        <p:xfrm>
          <a:off x="6985945" y="550985"/>
          <a:ext cx="1566960" cy="644692"/>
        </p:xfrm>
        <a:graphic>
          <a:graphicData uri="http://schemas.openxmlformats.org/presentationml/2006/ole">
            <mc:AlternateContent xmlns:mc="http://schemas.openxmlformats.org/markup-compatibility/2006">
              <mc:Choice xmlns:v="urn:schemas-microsoft-com:vml" Requires="v">
                <p:oleObj name="Equation" r:id="rId4" imgW="558800" imgH="228600" progId="Equation.DSMT4">
                  <p:embed/>
                </p:oleObj>
              </mc:Choice>
              <mc:Fallback>
                <p:oleObj name="Equation" r:id="rId4" imgW="558800" imgH="228600" progId="Equation.DSMT4">
                  <p:embed/>
                  <p:pic>
                    <p:nvPicPr>
                      <p:cNvPr id="1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5945" y="550985"/>
                        <a:ext cx="1566960" cy="644692"/>
                      </a:xfrm>
                      <a:prstGeom prst="rect">
                        <a:avLst/>
                      </a:prstGeom>
                      <a:noFill/>
                    </p:spPr>
                  </p:pic>
                </p:oleObj>
              </mc:Fallback>
            </mc:AlternateContent>
          </a:graphicData>
        </a:graphic>
      </p:graphicFrame>
      <p:sp>
        <p:nvSpPr>
          <p:cNvPr id="11"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 name="Object 11"/>
          <p:cNvGraphicFramePr>
            <a:graphicFrameLocks noChangeAspect="1"/>
          </p:cNvGraphicFramePr>
          <p:nvPr/>
        </p:nvGraphicFramePr>
        <p:xfrm>
          <a:off x="1383323" y="1817076"/>
          <a:ext cx="2450123" cy="1100547"/>
        </p:xfrm>
        <a:graphic>
          <a:graphicData uri="http://schemas.openxmlformats.org/presentationml/2006/ole">
            <mc:AlternateContent xmlns:mc="http://schemas.openxmlformats.org/markup-compatibility/2006">
              <mc:Choice xmlns:v="urn:schemas-microsoft-com:vml" Requires="v">
                <p:oleObj name="Equation" r:id="rId6" imgW="965200" imgH="431800" progId="Equation.DSMT4">
                  <p:embed/>
                </p:oleObj>
              </mc:Choice>
              <mc:Fallback>
                <p:oleObj name="Equation" r:id="rId6" imgW="965200" imgH="431800" progId="Equation.DSMT4">
                  <p:embed/>
                  <p:pic>
                    <p:nvPicPr>
                      <p:cNvPr id="12"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3323" y="1817076"/>
                        <a:ext cx="2450123" cy="1100547"/>
                      </a:xfrm>
                      <a:prstGeom prst="rect">
                        <a:avLst/>
                      </a:prstGeom>
                      <a:noFill/>
                    </p:spPr>
                  </p:pic>
                </p:oleObj>
              </mc:Fallback>
            </mc:AlternateContent>
          </a:graphicData>
        </a:graphic>
      </p:graphicFrame>
      <p:sp>
        <p:nvSpPr>
          <p:cNvPr id="13"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 name="Object 13"/>
          <p:cNvGraphicFramePr>
            <a:graphicFrameLocks noChangeAspect="1"/>
          </p:cNvGraphicFramePr>
          <p:nvPr/>
        </p:nvGraphicFramePr>
        <p:xfrm>
          <a:off x="8804030" y="382928"/>
          <a:ext cx="1594703" cy="898975"/>
        </p:xfrm>
        <a:graphic>
          <a:graphicData uri="http://schemas.openxmlformats.org/presentationml/2006/ole">
            <mc:AlternateContent xmlns:mc="http://schemas.openxmlformats.org/markup-compatibility/2006">
              <mc:Choice xmlns:v="urn:schemas-microsoft-com:vml" Requires="v">
                <p:oleObj name="Equation" r:id="rId8" imgW="647700" imgH="368300" progId="Equation.DSMT4">
                  <p:embed/>
                </p:oleObj>
              </mc:Choice>
              <mc:Fallback>
                <p:oleObj name="Equation" r:id="rId8" imgW="647700" imgH="368300" progId="Equation.DSMT4">
                  <p:embed/>
                  <p:pic>
                    <p:nvPicPr>
                      <p:cNvPr id="14"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04030" y="382928"/>
                        <a:ext cx="1594703" cy="898975"/>
                      </a:xfrm>
                      <a:prstGeom prst="rect">
                        <a:avLst/>
                      </a:prstGeom>
                      <a:noFill/>
                    </p:spPr>
                  </p:pic>
                </p:oleObj>
              </mc:Fallback>
            </mc:AlternateContent>
          </a:graphicData>
        </a:graphic>
      </p:graphicFrame>
      <p:sp>
        <p:nvSpPr>
          <p:cNvPr id="15"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 name="Object 15"/>
          <p:cNvGraphicFramePr>
            <a:graphicFrameLocks noChangeAspect="1"/>
          </p:cNvGraphicFramePr>
          <p:nvPr/>
        </p:nvGraphicFramePr>
        <p:xfrm>
          <a:off x="2631326" y="3459732"/>
          <a:ext cx="1535422" cy="502668"/>
        </p:xfrm>
        <a:graphic>
          <a:graphicData uri="http://schemas.openxmlformats.org/presentationml/2006/ole">
            <mc:AlternateContent xmlns:mc="http://schemas.openxmlformats.org/markup-compatibility/2006">
              <mc:Choice xmlns:v="urn:schemas-microsoft-com:vml" Requires="v">
                <p:oleObj name="Equation" r:id="rId10" imgW="532937" imgH="177646" progId="Equation.DSMT4">
                  <p:embed/>
                </p:oleObj>
              </mc:Choice>
              <mc:Fallback>
                <p:oleObj name="Equation" r:id="rId10" imgW="532937" imgH="177646" progId="Equation.DSMT4">
                  <p:embed/>
                  <p:pic>
                    <p:nvPicPr>
                      <p:cNvPr id="16"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31326" y="3459732"/>
                        <a:ext cx="1535422" cy="502668"/>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arn(inVertical)">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612069" y="1389237"/>
            <a:ext cx="9667875" cy="5363255"/>
          </a:xfrm>
          <a:prstGeom prst="rect">
            <a:avLst/>
          </a:prstGeom>
        </p:spPr>
      </p:pic>
      <p:sp>
        <p:nvSpPr>
          <p:cNvPr id="3" name="Content Placeholder 2"/>
          <p:cNvSpPr>
            <a:spLocks noGrp="1"/>
          </p:cNvSpPr>
          <p:nvPr>
            <p:ph idx="1"/>
          </p:nvPr>
        </p:nvSpPr>
        <p:spPr>
          <a:xfrm>
            <a:off x="105507" y="105508"/>
            <a:ext cx="11945815" cy="6611815"/>
          </a:xfrm>
        </p:spPr>
        <p:txBody>
          <a:bodyPr/>
          <a:lstStyle/>
          <a:p>
            <a:pPr marL="0" indent="0">
              <a:buNone/>
            </a:pPr>
            <a:r>
              <a:rPr lang="en-US" dirty="0">
                <a:solidFill>
                  <a:srgbClr val="FF0000"/>
                </a:solidFill>
                <a:latin typeface="Arial" panose="020B0604020202020204" pitchFamily="34" charset="0"/>
                <a:cs typeface="Arial" panose="020B0604020202020204" pitchFamily="34" charset="0"/>
              </a:rPr>
              <a:t>Ex: </a:t>
            </a:r>
            <a:r>
              <a:rPr lang="en-US" dirty="0">
                <a:solidFill>
                  <a:srgbClr val="0404EC"/>
                </a:solidFill>
                <a:latin typeface="Arial" panose="020B0604020202020204" pitchFamily="34" charset="0"/>
                <a:cs typeface="Arial" panose="020B0604020202020204" pitchFamily="34" charset="0"/>
              </a:rPr>
              <a:t>In a binary PCM system, the output SQNR is to be held to a minimum of 40 </a:t>
            </a:r>
            <a:r>
              <a:rPr lang="en-US" dirty="0" err="1">
                <a:solidFill>
                  <a:srgbClr val="0404EC"/>
                </a:solidFill>
                <a:latin typeface="Arial" panose="020B0604020202020204" pitchFamily="34" charset="0"/>
                <a:cs typeface="Arial" panose="020B0604020202020204" pitchFamily="34" charset="0"/>
              </a:rPr>
              <a:t>dB.</a:t>
            </a:r>
            <a:r>
              <a:rPr lang="en-US" dirty="0">
                <a:solidFill>
                  <a:srgbClr val="0404EC"/>
                </a:solidFill>
                <a:latin typeface="Arial" panose="020B0604020202020204" pitchFamily="34" charset="0"/>
                <a:cs typeface="Arial" panose="020B0604020202020204" pitchFamily="34" charset="0"/>
              </a:rPr>
              <a:t> Determine the of required levels, and find the corresponding output SQNR.</a:t>
            </a:r>
          </a:p>
          <a:p>
            <a:pPr marL="0" indent="0">
              <a:buNone/>
            </a:pPr>
            <a:r>
              <a:rPr lang="en-US" dirty="0">
                <a:solidFill>
                  <a:srgbClr val="0404EC"/>
                </a:solidFill>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Ans</a:t>
            </a:r>
            <a:r>
              <a:rPr lang="en-US" dirty="0">
                <a:solidFill>
                  <a:srgbClr val="FF0000"/>
                </a:solidFill>
                <a:latin typeface="Arial" panose="020B0604020202020204" pitchFamily="34" charset="0"/>
                <a:cs typeface="Arial" panose="020B0604020202020204" pitchFamily="34" charset="0"/>
              </a:rPr>
              <a:t>:</a:t>
            </a:r>
          </a:p>
          <a:p>
            <a:pPr marL="0" indent="0">
              <a:buNone/>
            </a:pPr>
            <a:endParaRPr lang="en-US" dirty="0"/>
          </a:p>
        </p:txBody>
      </p:sp>
    </p:spTree>
    <p:extLst>
      <p:ext uri="{BB962C8B-B14F-4D97-AF65-F5344CB8AC3E}">
        <p14:creationId xmlns:p14="http://schemas.microsoft.com/office/powerpoint/2010/main" val="40776355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954" y="175845"/>
            <a:ext cx="11992709" cy="6799385"/>
          </a:xfrm>
        </p:spPr>
        <p:txBody>
          <a:bodyPr>
            <a:normAutofit/>
          </a:bodyPr>
          <a:lstStyle/>
          <a:p>
            <a:pPr marL="0" indent="0" algn="just">
              <a:lnSpc>
                <a:spcPct val="150000"/>
              </a:lnSpc>
              <a:buNone/>
            </a:pPr>
            <a:r>
              <a:rPr lang="en-US" b="1" dirty="0">
                <a:solidFill>
                  <a:srgbClr val="0404EC"/>
                </a:solidFill>
                <a:latin typeface="Arial" panose="020B0604020202020204" pitchFamily="34" charset="0"/>
                <a:cs typeface="Arial" panose="020B0604020202020204" pitchFamily="34" charset="0"/>
              </a:rPr>
              <a:t>Ex1:</a:t>
            </a:r>
            <a:r>
              <a:rPr lang="en-US" dirty="0">
                <a:solidFill>
                  <a:srgbClr val="0404EC"/>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Quantize a sequence </a:t>
            </a:r>
            <a:r>
              <a:rPr lang="en-US" dirty="0">
                <a:latin typeface="Arial" panose="020B0604020202020204" pitchFamily="34" charset="0"/>
                <a:cs typeface="Arial" panose="020B0604020202020204" pitchFamily="34" charset="0"/>
              </a:rPr>
              <a:t>{1.2, -0.2, -0.5. 0.4, 0.89, 1.3} </a:t>
            </a:r>
            <a:r>
              <a:rPr lang="en-US" dirty="0">
                <a:solidFill>
                  <a:srgbClr val="FF0000"/>
                </a:solidFill>
                <a:latin typeface="Arial" panose="020B0604020202020204" pitchFamily="34" charset="0"/>
                <a:cs typeface="Arial" panose="020B0604020202020204" pitchFamily="34" charset="0"/>
              </a:rPr>
              <a:t>using a uniform </a:t>
            </a:r>
            <a:r>
              <a:rPr lang="en-US" dirty="0" err="1">
                <a:solidFill>
                  <a:srgbClr val="FF0000"/>
                </a:solidFill>
                <a:latin typeface="Arial" panose="020B0604020202020204" pitchFamily="34" charset="0"/>
                <a:cs typeface="Arial" panose="020B0604020202020204" pitchFamily="34" charset="0"/>
              </a:rPr>
              <a:t>quantizer</a:t>
            </a:r>
            <a:r>
              <a:rPr lang="en-US" dirty="0">
                <a:solidFill>
                  <a:srgbClr val="FF0000"/>
                </a:solidFill>
                <a:latin typeface="Arial" panose="020B0604020202020204" pitchFamily="34" charset="0"/>
                <a:cs typeface="Arial" panose="020B0604020202020204" pitchFamily="34" charset="0"/>
              </a:rPr>
              <a:t> in the range of </a:t>
            </a:r>
            <a:r>
              <a:rPr lang="en-US" dirty="0">
                <a:latin typeface="Arial" panose="020B0604020202020204" pitchFamily="34" charset="0"/>
                <a:cs typeface="Arial" panose="020B0604020202020204" pitchFamily="34" charset="0"/>
              </a:rPr>
              <a:t>(-1.5. 1.5) </a:t>
            </a:r>
            <a:r>
              <a:rPr lang="en-US" dirty="0">
                <a:solidFill>
                  <a:srgbClr val="FF0000"/>
                </a:solidFill>
                <a:latin typeface="Arial" panose="020B0604020202020204" pitchFamily="34" charset="0"/>
                <a:cs typeface="Arial" panose="020B0604020202020204" pitchFamily="34" charset="0"/>
              </a:rPr>
              <a:t>with (</a:t>
            </a:r>
            <a:r>
              <a:rPr lang="en-US" dirty="0" err="1">
                <a:solidFill>
                  <a:srgbClr val="FF0000"/>
                </a:solidFill>
                <a:latin typeface="Arial" panose="020B0604020202020204" pitchFamily="34" charset="0"/>
                <a:cs typeface="Arial" panose="020B0604020202020204" pitchFamily="34" charset="0"/>
              </a:rPr>
              <a:t>i</a:t>
            </a:r>
            <a:r>
              <a:rPr lang="en-US" dirty="0">
                <a:solidFill>
                  <a:srgbClr val="FF0000"/>
                </a:solidFill>
                <a:latin typeface="Arial" panose="020B0604020202020204" pitchFamily="34" charset="0"/>
                <a:cs typeface="Arial" panose="020B0604020202020204" pitchFamily="34" charset="0"/>
              </a:rPr>
              <a:t>) </a:t>
            </a:r>
            <a:r>
              <a:rPr lang="en-US" dirty="0">
                <a:solidFill>
                  <a:srgbClr val="0404EC"/>
                </a:solidFill>
                <a:latin typeface="Arial" panose="020B0604020202020204" pitchFamily="34" charset="0"/>
                <a:cs typeface="Arial" panose="020B0604020202020204" pitchFamily="34" charset="0"/>
              </a:rPr>
              <a:t>Four levels </a:t>
            </a:r>
            <a:r>
              <a:rPr lang="en-US" dirty="0">
                <a:solidFill>
                  <a:srgbClr val="FF0000"/>
                </a:solidFill>
                <a:latin typeface="Arial" panose="020B0604020202020204" pitchFamily="34" charset="0"/>
                <a:cs typeface="Arial" panose="020B0604020202020204" pitchFamily="34" charset="0"/>
              </a:rPr>
              <a:t>(ii) </a:t>
            </a:r>
            <a:r>
              <a:rPr lang="en-US" dirty="0">
                <a:solidFill>
                  <a:srgbClr val="0404EC"/>
                </a:solidFill>
                <a:latin typeface="Arial" panose="020B0604020202020204" pitchFamily="34" charset="0"/>
                <a:cs typeface="Arial" panose="020B0604020202020204" pitchFamily="34" charset="0"/>
              </a:rPr>
              <a:t>Eight levels</a:t>
            </a:r>
            <a:r>
              <a:rPr lang="en-US" dirty="0">
                <a:solidFill>
                  <a:srgbClr val="FF0000"/>
                </a:solidFill>
                <a:latin typeface="Arial" panose="020B0604020202020204" pitchFamily="34" charset="0"/>
                <a:cs typeface="Arial" panose="020B0604020202020204" pitchFamily="34" charset="0"/>
              </a:rPr>
              <a:t>, and write the quantized sequences.</a:t>
            </a:r>
            <a:r>
              <a:rPr lang="en-US" dirty="0"/>
              <a:t> </a:t>
            </a:r>
            <a:r>
              <a:rPr lang="en-US" dirty="0">
                <a:solidFill>
                  <a:srgbClr val="FF0000"/>
                </a:solidFill>
                <a:latin typeface="Arial" panose="020B0604020202020204" pitchFamily="34" charset="0"/>
                <a:cs typeface="Arial" panose="020B0604020202020204" pitchFamily="34" charset="0"/>
              </a:rPr>
              <a:t>Determine the quantization error in each case. Write the encoded sequence. Find the full scale accuracy. </a:t>
            </a:r>
            <a:r>
              <a:rPr lang="en-US" dirty="0">
                <a:solidFill>
                  <a:srgbClr val="0404EC"/>
                </a:solidFill>
                <a:latin typeface="Arial" panose="020B0604020202020204" pitchFamily="34" charset="0"/>
                <a:cs typeface="Arial" panose="020B0604020202020204" pitchFamily="34" charset="0"/>
              </a:rPr>
              <a:t>Find the percentage accuracy</a:t>
            </a:r>
          </a:p>
          <a:p>
            <a:pPr marL="0" indent="0" algn="just">
              <a:lnSpc>
                <a:spcPct val="150000"/>
              </a:lnSpc>
              <a:buNone/>
            </a:pPr>
            <a:r>
              <a:rPr lang="en-US" sz="2600" dirty="0">
                <a:solidFill>
                  <a:srgbClr val="0404EC"/>
                </a:solidFill>
                <a:latin typeface="Arial" panose="020B0604020202020204" pitchFamily="34" charset="0"/>
                <a:cs typeface="Arial" panose="020B0604020202020204" pitchFamily="34" charset="0"/>
              </a:rPr>
              <a:t> </a:t>
            </a:r>
            <a:endParaRPr lang="en-US" dirty="0">
              <a:solidFill>
                <a:srgbClr val="0404E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25235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stretch>
            <a:fillRect/>
          </a:stretch>
        </p:blipFill>
        <p:spPr>
          <a:xfrm>
            <a:off x="3974122" y="-70339"/>
            <a:ext cx="7965097" cy="5322277"/>
          </a:xfrm>
          <a:prstGeom prst="rect">
            <a:avLst/>
          </a:prstGeom>
        </p:spPr>
      </p:pic>
      <p:sp>
        <p:nvSpPr>
          <p:cNvPr id="13" name="TextBox 12"/>
          <p:cNvSpPr txBox="1"/>
          <p:nvPr/>
        </p:nvSpPr>
        <p:spPr>
          <a:xfrm>
            <a:off x="4999891" y="451583"/>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1.125</a:t>
            </a:r>
          </a:p>
        </p:txBody>
      </p:sp>
      <p:sp>
        <p:nvSpPr>
          <p:cNvPr id="14" name="TextBox 13"/>
          <p:cNvSpPr txBox="1"/>
          <p:nvPr/>
        </p:nvSpPr>
        <p:spPr>
          <a:xfrm>
            <a:off x="9365944" y="651638"/>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0.125</a:t>
            </a:r>
          </a:p>
        </p:txBody>
      </p:sp>
      <p:sp>
        <p:nvSpPr>
          <p:cNvPr id="15" name="TextBox 14"/>
          <p:cNvSpPr txBox="1"/>
          <p:nvPr/>
        </p:nvSpPr>
        <p:spPr>
          <a:xfrm>
            <a:off x="11123368" y="388112"/>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1.125</a:t>
            </a:r>
          </a:p>
        </p:txBody>
      </p:sp>
      <p:sp>
        <p:nvSpPr>
          <p:cNvPr id="16" name="TextBox 15"/>
          <p:cNvSpPr txBox="1"/>
          <p:nvPr/>
        </p:nvSpPr>
        <p:spPr>
          <a:xfrm>
            <a:off x="7994771" y="1832859"/>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0.375</a:t>
            </a:r>
          </a:p>
        </p:txBody>
      </p:sp>
      <p:sp>
        <p:nvSpPr>
          <p:cNvPr id="17" name="TextBox 16"/>
          <p:cNvSpPr txBox="1"/>
          <p:nvPr/>
        </p:nvSpPr>
        <p:spPr>
          <a:xfrm>
            <a:off x="6166099" y="3218506"/>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-0.375</a:t>
            </a:r>
          </a:p>
        </p:txBody>
      </p:sp>
      <p:sp>
        <p:nvSpPr>
          <p:cNvPr id="18" name="TextBox 17"/>
          <p:cNvSpPr txBox="1"/>
          <p:nvPr/>
        </p:nvSpPr>
        <p:spPr>
          <a:xfrm>
            <a:off x="8009305" y="3257332"/>
            <a:ext cx="1043354" cy="400110"/>
          </a:xfrm>
          <a:prstGeom prst="rect">
            <a:avLst/>
          </a:prstGeom>
          <a:noFill/>
        </p:spPr>
        <p:txBody>
          <a:bodyPr wrap="square" rtlCol="0">
            <a:spAutoFit/>
          </a:bodyPr>
          <a:lstStyle/>
          <a:p>
            <a:r>
              <a:rPr lang="en-US" sz="2000" b="1" dirty="0">
                <a:solidFill>
                  <a:srgbClr val="00B050"/>
                </a:solidFill>
                <a:latin typeface="Arial" panose="020B0604020202020204" pitchFamily="34" charset="0"/>
                <a:cs typeface="Arial" panose="020B0604020202020204" pitchFamily="34" charset="0"/>
              </a:rPr>
              <a:t>-0.375</a:t>
            </a:r>
          </a:p>
        </p:txBody>
      </p:sp>
      <p:sp>
        <p:nvSpPr>
          <p:cNvPr id="3" name="Rectangle 2"/>
          <p:cNvSpPr/>
          <p:nvPr/>
        </p:nvSpPr>
        <p:spPr>
          <a:xfrm>
            <a:off x="84929" y="82061"/>
            <a:ext cx="3339376" cy="923330"/>
          </a:xfrm>
          <a:prstGeom prst="rect">
            <a:avLst/>
          </a:prstGeom>
        </p:spPr>
        <p:txBody>
          <a:bodyPr wrap="none">
            <a:spAutoFit/>
          </a:bodyPr>
          <a:lstStyle/>
          <a:p>
            <a:pPr algn="just">
              <a:lnSpc>
                <a:spcPct val="150000"/>
              </a:lnSpc>
            </a:pPr>
            <a:r>
              <a:rPr lang="en-US" dirty="0">
                <a:solidFill>
                  <a:srgbClr val="FF0000"/>
                </a:solidFill>
                <a:latin typeface="Arial" panose="020B0604020202020204" pitchFamily="34" charset="0"/>
                <a:cs typeface="Arial" panose="020B0604020202020204" pitchFamily="34" charset="0"/>
              </a:rPr>
              <a:t>Given Sequence</a:t>
            </a:r>
          </a:p>
          <a:p>
            <a:pPr algn="just">
              <a:lnSpc>
                <a:spcPct val="150000"/>
              </a:lnSpc>
            </a:pPr>
            <a:r>
              <a:rPr lang="en-US" dirty="0">
                <a:solidFill>
                  <a:srgbClr val="0404EC"/>
                </a:solidFill>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{1.2, -0.2, -0.5, 0.4, 0.89, 1.3} </a:t>
            </a:r>
            <a:endParaRPr lang="en-US" b="1" dirty="0">
              <a:solidFill>
                <a:srgbClr val="FF0000"/>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3" cstate="print"/>
          <a:stretch>
            <a:fillRect/>
          </a:stretch>
        </p:blipFill>
        <p:spPr>
          <a:xfrm>
            <a:off x="1355116" y="1241150"/>
            <a:ext cx="1019175" cy="809625"/>
          </a:xfrm>
          <a:prstGeom prst="rect">
            <a:avLst/>
          </a:prstGeom>
        </p:spPr>
      </p:pic>
      <p:pic>
        <p:nvPicPr>
          <p:cNvPr id="19" name="Picture 18"/>
          <p:cNvPicPr>
            <a:picLocks noChangeAspect="1"/>
          </p:cNvPicPr>
          <p:nvPr/>
        </p:nvPicPr>
        <p:blipFill>
          <a:blip r:embed="rId4" cstate="print"/>
          <a:stretch>
            <a:fillRect/>
          </a:stretch>
        </p:blipFill>
        <p:spPr>
          <a:xfrm>
            <a:off x="144892" y="2232969"/>
            <a:ext cx="3219450" cy="704850"/>
          </a:xfrm>
          <a:prstGeom prst="rect">
            <a:avLst/>
          </a:prstGeom>
        </p:spPr>
      </p:pic>
      <p:pic>
        <p:nvPicPr>
          <p:cNvPr id="20" name="Picture 19"/>
          <p:cNvPicPr>
            <a:picLocks noChangeAspect="1"/>
          </p:cNvPicPr>
          <p:nvPr/>
        </p:nvPicPr>
        <p:blipFill>
          <a:blip r:embed="rId5" cstate="print"/>
          <a:stretch>
            <a:fillRect/>
          </a:stretch>
        </p:blipFill>
        <p:spPr>
          <a:xfrm>
            <a:off x="84929" y="1398846"/>
            <a:ext cx="1152525" cy="447675"/>
          </a:xfrm>
          <a:prstGeom prst="rect">
            <a:avLst/>
          </a:prstGeom>
        </p:spPr>
      </p:pic>
      <p:pic>
        <p:nvPicPr>
          <p:cNvPr id="5" name="Picture 4"/>
          <p:cNvPicPr>
            <a:picLocks noChangeAspect="1"/>
          </p:cNvPicPr>
          <p:nvPr/>
        </p:nvPicPr>
        <p:blipFill>
          <a:blip r:embed="rId6" cstate="print"/>
          <a:stretch>
            <a:fillRect/>
          </a:stretch>
        </p:blipFill>
        <p:spPr>
          <a:xfrm>
            <a:off x="989044" y="5438934"/>
            <a:ext cx="9439275" cy="923925"/>
          </a:xfrm>
          <a:prstGeom prst="rect">
            <a:avLst/>
          </a:prstGeom>
        </p:spPr>
      </p:pic>
      <p:sp>
        <p:nvSpPr>
          <p:cNvPr id="6" name="Rectangle 5"/>
          <p:cNvSpPr/>
          <p:nvPr/>
        </p:nvSpPr>
        <p:spPr>
          <a:xfrm>
            <a:off x="1534811" y="6291968"/>
            <a:ext cx="9684174" cy="507831"/>
          </a:xfrm>
          <a:prstGeom prst="rect">
            <a:avLst/>
          </a:prstGeom>
        </p:spPr>
        <p:txBody>
          <a:bodyPr wrap="square">
            <a:spAutoFit/>
          </a:bodyPr>
          <a:lstStyle/>
          <a:p>
            <a:pPr algn="just">
              <a:lnSpc>
                <a:spcPct val="150000"/>
              </a:lnSpc>
            </a:pPr>
            <a:r>
              <a:rPr lang="en-US" dirty="0">
                <a:latin typeface="Arial" panose="020B0604020202020204" pitchFamily="34" charset="0"/>
                <a:cs typeface="Arial" panose="020B0604020202020204" pitchFamily="34" charset="0"/>
              </a:rPr>
              <a:t>Bit stream representing  Encoding:</a:t>
            </a:r>
            <a:r>
              <a:rPr lang="fr-FR" dirty="0">
                <a:solidFill>
                  <a:srgbClr val="FF0000"/>
                </a:solidFill>
                <a:latin typeface="Arial" panose="020B0604020202020204" pitchFamily="34" charset="0"/>
                <a:cs typeface="Arial" panose="020B0604020202020204" pitchFamily="34" charset="0"/>
              </a:rPr>
              <a:t>         </a:t>
            </a:r>
            <a:r>
              <a:rPr lang="fr-FR" dirty="0">
                <a:solidFill>
                  <a:srgbClr val="0404EC"/>
                </a:solidFill>
                <a:latin typeface="Arial" panose="020B0604020202020204" pitchFamily="34" charset="0"/>
                <a:cs typeface="Arial" panose="020B0604020202020204" pitchFamily="34" charset="0"/>
              </a:rPr>
              <a:t>11         01           01         10        11          11</a:t>
            </a:r>
            <a:endParaRPr lang="en-US" dirty="0">
              <a:solidFill>
                <a:srgbClr val="0404EC"/>
              </a:solidFill>
              <a:latin typeface="Arial" panose="020B0604020202020204" pitchFamily="34" charset="0"/>
              <a:cs typeface="Arial" panose="020B0604020202020204" pitchFamily="34" charset="0"/>
            </a:endParaRPr>
          </a:p>
        </p:txBody>
      </p:sp>
      <p:sp>
        <p:nvSpPr>
          <p:cNvPr id="7" name="Rectangle 6"/>
          <p:cNvSpPr/>
          <p:nvPr/>
        </p:nvSpPr>
        <p:spPr>
          <a:xfrm>
            <a:off x="3589335" y="4335614"/>
            <a:ext cx="441146" cy="369332"/>
          </a:xfrm>
          <a:prstGeom prst="rect">
            <a:avLst/>
          </a:prstGeom>
        </p:spPr>
        <p:txBody>
          <a:bodyPr wrap="none">
            <a:spAutoFit/>
          </a:bodyPr>
          <a:lstStyle/>
          <a:p>
            <a:r>
              <a:rPr lang="fr-FR" dirty="0">
                <a:solidFill>
                  <a:srgbClr val="FF0000"/>
                </a:solidFill>
                <a:latin typeface="Arial" panose="020B0604020202020204" pitchFamily="34" charset="0"/>
                <a:cs typeface="Arial" panose="020B0604020202020204" pitchFamily="34" charset="0"/>
              </a:rPr>
              <a:t>00</a:t>
            </a:r>
            <a:endParaRPr lang="en-US" dirty="0">
              <a:solidFill>
                <a:srgbClr val="FF0000"/>
              </a:solidFill>
            </a:endParaRPr>
          </a:p>
        </p:txBody>
      </p:sp>
      <p:sp>
        <p:nvSpPr>
          <p:cNvPr id="8" name="Rectangle 7"/>
          <p:cNvSpPr/>
          <p:nvPr/>
        </p:nvSpPr>
        <p:spPr>
          <a:xfrm>
            <a:off x="3615037" y="3072666"/>
            <a:ext cx="441146" cy="369332"/>
          </a:xfrm>
          <a:prstGeom prst="rect">
            <a:avLst/>
          </a:prstGeom>
        </p:spPr>
        <p:txBody>
          <a:bodyPr wrap="none">
            <a:spAutoFit/>
          </a:bodyPr>
          <a:lstStyle/>
          <a:p>
            <a:r>
              <a:rPr lang="fr-FR" dirty="0">
                <a:solidFill>
                  <a:srgbClr val="FF0000"/>
                </a:solidFill>
                <a:latin typeface="Arial" panose="020B0604020202020204" pitchFamily="34" charset="0"/>
                <a:cs typeface="Arial" panose="020B0604020202020204" pitchFamily="34" charset="0"/>
              </a:rPr>
              <a:t>01</a:t>
            </a:r>
            <a:endParaRPr lang="en-US" dirty="0">
              <a:solidFill>
                <a:srgbClr val="FF0000"/>
              </a:solidFill>
            </a:endParaRPr>
          </a:p>
        </p:txBody>
      </p:sp>
      <p:sp>
        <p:nvSpPr>
          <p:cNvPr id="9" name="Rectangle 8"/>
          <p:cNvSpPr/>
          <p:nvPr/>
        </p:nvSpPr>
        <p:spPr>
          <a:xfrm>
            <a:off x="3589335" y="1848248"/>
            <a:ext cx="441146" cy="369332"/>
          </a:xfrm>
          <a:prstGeom prst="rect">
            <a:avLst/>
          </a:prstGeom>
        </p:spPr>
        <p:txBody>
          <a:bodyPr wrap="none">
            <a:spAutoFit/>
          </a:bodyPr>
          <a:lstStyle/>
          <a:p>
            <a:r>
              <a:rPr lang="fr-FR" dirty="0">
                <a:solidFill>
                  <a:srgbClr val="FF0000"/>
                </a:solidFill>
                <a:latin typeface="Arial" panose="020B0604020202020204" pitchFamily="34" charset="0"/>
                <a:cs typeface="Arial" panose="020B0604020202020204" pitchFamily="34" charset="0"/>
              </a:rPr>
              <a:t>10</a:t>
            </a:r>
            <a:endParaRPr lang="en-US" dirty="0">
              <a:solidFill>
                <a:srgbClr val="FF0000"/>
              </a:solidFill>
            </a:endParaRPr>
          </a:p>
        </p:txBody>
      </p:sp>
      <p:sp>
        <p:nvSpPr>
          <p:cNvPr id="10" name="Rectangle 9"/>
          <p:cNvSpPr/>
          <p:nvPr/>
        </p:nvSpPr>
        <p:spPr>
          <a:xfrm>
            <a:off x="3634945" y="586421"/>
            <a:ext cx="441146" cy="369332"/>
          </a:xfrm>
          <a:prstGeom prst="rect">
            <a:avLst/>
          </a:prstGeom>
        </p:spPr>
        <p:txBody>
          <a:bodyPr wrap="none">
            <a:spAutoFit/>
          </a:bodyPr>
          <a:lstStyle/>
          <a:p>
            <a:r>
              <a:rPr lang="fr-FR" dirty="0">
                <a:solidFill>
                  <a:srgbClr val="FF0000"/>
                </a:solidFill>
                <a:latin typeface="Arial" panose="020B0604020202020204" pitchFamily="34" charset="0"/>
                <a:cs typeface="Arial" panose="020B0604020202020204" pitchFamily="34" charset="0"/>
              </a:rPr>
              <a:t>01</a:t>
            </a:r>
            <a:endParaRPr lang="en-US" dirty="0">
              <a:solidFill>
                <a:srgbClr val="FF0000"/>
              </a:solidFill>
            </a:endParaRPr>
          </a:p>
        </p:txBody>
      </p:sp>
    </p:spTree>
    <p:extLst>
      <p:ext uri="{BB962C8B-B14F-4D97-AF65-F5344CB8AC3E}">
        <p14:creationId xmlns:p14="http://schemas.microsoft.com/office/powerpoint/2010/main" val="17267209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barn(inVertical)">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circle(in)">
                                      <p:cBhvr>
                                        <p:cTn id="29" dur="20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circle(in)">
                                      <p:cBhvr>
                                        <p:cTn id="44" dur="20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1000"/>
                                        <p:tgtEl>
                                          <p:spTgt spid="13"/>
                                        </p:tgtEl>
                                      </p:cBhvr>
                                    </p:animEffect>
                                    <p:anim calcmode="lin" valueType="num">
                                      <p:cBhvr>
                                        <p:cTn id="54" dur="1000" fill="hold"/>
                                        <p:tgtEl>
                                          <p:spTgt spid="13"/>
                                        </p:tgtEl>
                                        <p:attrNameLst>
                                          <p:attrName>ppt_x</p:attrName>
                                        </p:attrNameLst>
                                      </p:cBhvr>
                                      <p:tavLst>
                                        <p:tav tm="0">
                                          <p:val>
                                            <p:strVal val="#ppt_x"/>
                                          </p:val>
                                        </p:tav>
                                        <p:tav tm="100000">
                                          <p:val>
                                            <p:strVal val="#ppt_x"/>
                                          </p:val>
                                        </p:tav>
                                      </p:tavLst>
                                    </p:anim>
                                    <p:anim calcmode="lin" valueType="num">
                                      <p:cBhvr>
                                        <p:cTn id="5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down)">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barn(inVertical)">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ppt_x</p:attrName>
                                        </p:attrNameLst>
                                      </p:cBhvr>
                                      <p:tavLst>
                                        <p:tav tm="0">
                                          <p:val>
                                            <p:strVal val="#ppt_x"/>
                                          </p:val>
                                        </p:tav>
                                        <p:tav tm="100000">
                                          <p:val>
                                            <p:strVal val="#ppt_x"/>
                                          </p:val>
                                        </p:tav>
                                      </p:tavLst>
                                    </p:anim>
                                    <p:anim calcmode="lin" valueType="num">
                                      <p:cBhvr additive="base">
                                        <p:cTn id="7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 calcmode="lin" valueType="num">
                                      <p:cBhvr additive="base">
                                        <p:cTn id="76" dur="500" fill="hold"/>
                                        <p:tgtEl>
                                          <p:spTgt spid="14"/>
                                        </p:tgtEl>
                                        <p:attrNameLst>
                                          <p:attrName>ppt_x</p:attrName>
                                        </p:attrNameLst>
                                      </p:cBhvr>
                                      <p:tavLst>
                                        <p:tav tm="0">
                                          <p:val>
                                            <p:strVal val="#ppt_x"/>
                                          </p:val>
                                        </p:tav>
                                        <p:tav tm="100000">
                                          <p:val>
                                            <p:strVal val="#ppt_x"/>
                                          </p:val>
                                        </p:tav>
                                      </p:tavLst>
                                    </p:anim>
                                    <p:anim calcmode="lin" valueType="num">
                                      <p:cBhvr additive="base">
                                        <p:cTn id="7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6" presetClass="entr" presetSubtype="16" fill="hold" grpId="0"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circle(in)">
                                      <p:cBhvr>
                                        <p:cTn id="82" dur="20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fade">
                                      <p:cBhvr>
                                        <p:cTn id="87" dur="500"/>
                                        <p:tgtEl>
                                          <p:spTgt spid="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6">
                                            <p:txEl>
                                              <p:pRg st="0" end="0"/>
                                            </p:txEl>
                                          </p:spTgt>
                                        </p:tgtEl>
                                        <p:attrNameLst>
                                          <p:attrName>style.visibility</p:attrName>
                                        </p:attrNameLst>
                                      </p:cBhvr>
                                      <p:to>
                                        <p:strVal val="visible"/>
                                      </p:to>
                                    </p:set>
                                    <p:animEffect transition="in" filter="wipe(down)">
                                      <p:cBhvr>
                                        <p:cTn id="9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3" grpId="0"/>
      <p:bldP spid="7" grpId="0"/>
      <p:bldP spid="8" grpId="0"/>
      <p:bldP spid="9" grpId="0"/>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954" y="175845"/>
            <a:ext cx="11992709" cy="6799385"/>
          </a:xfrm>
        </p:spPr>
        <p:txBody>
          <a:bodyPr>
            <a:normAutofit fontScale="92500" lnSpcReduction="10000"/>
          </a:bodyPr>
          <a:lstStyle/>
          <a:p>
            <a:pPr marL="0" indent="0" algn="just">
              <a:lnSpc>
                <a:spcPct val="150000"/>
              </a:lnSpc>
              <a:buNone/>
            </a:pPr>
            <a:r>
              <a:rPr lang="en-US" b="1" dirty="0">
                <a:solidFill>
                  <a:srgbClr val="0404EC"/>
                </a:solidFill>
                <a:latin typeface="Arial" panose="020B0604020202020204" pitchFamily="34" charset="0"/>
                <a:cs typeface="Arial" panose="020B0604020202020204" pitchFamily="34" charset="0"/>
              </a:rPr>
              <a:t>Ex1:</a:t>
            </a:r>
            <a:r>
              <a:rPr lang="en-US" dirty="0">
                <a:solidFill>
                  <a:srgbClr val="0404EC"/>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Quantize a sequence </a:t>
            </a:r>
            <a:r>
              <a:rPr lang="en-US" dirty="0">
                <a:latin typeface="Arial" panose="020B0604020202020204" pitchFamily="34" charset="0"/>
                <a:cs typeface="Arial" panose="020B0604020202020204" pitchFamily="34" charset="0"/>
              </a:rPr>
              <a:t>{1.2, -0.2, -0.5. 0.4, 0.89, 1.3} </a:t>
            </a:r>
            <a:r>
              <a:rPr lang="en-US" dirty="0">
                <a:solidFill>
                  <a:srgbClr val="FF0000"/>
                </a:solidFill>
                <a:latin typeface="Arial" panose="020B0604020202020204" pitchFamily="34" charset="0"/>
                <a:cs typeface="Arial" panose="020B0604020202020204" pitchFamily="34" charset="0"/>
              </a:rPr>
              <a:t>using a uniform </a:t>
            </a:r>
            <a:r>
              <a:rPr lang="en-US" dirty="0" err="1">
                <a:solidFill>
                  <a:srgbClr val="FF0000"/>
                </a:solidFill>
                <a:latin typeface="Arial" panose="020B0604020202020204" pitchFamily="34" charset="0"/>
                <a:cs typeface="Arial" panose="020B0604020202020204" pitchFamily="34" charset="0"/>
              </a:rPr>
              <a:t>quantizer</a:t>
            </a:r>
            <a:r>
              <a:rPr lang="en-US" dirty="0">
                <a:solidFill>
                  <a:srgbClr val="FF0000"/>
                </a:solidFill>
                <a:latin typeface="Arial" panose="020B0604020202020204" pitchFamily="34" charset="0"/>
                <a:cs typeface="Arial" panose="020B0604020202020204" pitchFamily="34" charset="0"/>
              </a:rPr>
              <a:t> in the range of </a:t>
            </a:r>
            <a:r>
              <a:rPr lang="en-US" dirty="0">
                <a:latin typeface="Arial" panose="020B0604020202020204" pitchFamily="34" charset="0"/>
                <a:cs typeface="Arial" panose="020B0604020202020204" pitchFamily="34" charset="0"/>
              </a:rPr>
              <a:t>(-1.5. 1.5) </a:t>
            </a:r>
            <a:r>
              <a:rPr lang="en-US" dirty="0">
                <a:solidFill>
                  <a:srgbClr val="FF0000"/>
                </a:solidFill>
                <a:latin typeface="Arial" panose="020B0604020202020204" pitchFamily="34" charset="0"/>
                <a:cs typeface="Arial" panose="020B0604020202020204" pitchFamily="34" charset="0"/>
              </a:rPr>
              <a:t>with (</a:t>
            </a:r>
            <a:r>
              <a:rPr lang="en-US" dirty="0" err="1">
                <a:solidFill>
                  <a:srgbClr val="FF0000"/>
                </a:solidFill>
                <a:latin typeface="Arial" panose="020B0604020202020204" pitchFamily="34" charset="0"/>
                <a:cs typeface="Arial" panose="020B0604020202020204" pitchFamily="34" charset="0"/>
              </a:rPr>
              <a:t>i</a:t>
            </a:r>
            <a:r>
              <a:rPr lang="en-US" dirty="0">
                <a:solidFill>
                  <a:srgbClr val="FF0000"/>
                </a:solidFill>
                <a:latin typeface="Arial" panose="020B0604020202020204" pitchFamily="34" charset="0"/>
                <a:cs typeface="Arial" panose="020B0604020202020204" pitchFamily="34" charset="0"/>
              </a:rPr>
              <a:t>) Four levels (ii) </a:t>
            </a:r>
            <a:r>
              <a:rPr lang="en-US" dirty="0">
                <a:solidFill>
                  <a:srgbClr val="0404EC"/>
                </a:solidFill>
                <a:latin typeface="Arial" panose="020B0604020202020204" pitchFamily="34" charset="0"/>
                <a:cs typeface="Arial" panose="020B0604020202020204" pitchFamily="34" charset="0"/>
              </a:rPr>
              <a:t>Eight levels</a:t>
            </a:r>
            <a:r>
              <a:rPr lang="en-US" dirty="0">
                <a:solidFill>
                  <a:srgbClr val="FF0000"/>
                </a:solidFill>
                <a:latin typeface="Arial" panose="020B0604020202020204" pitchFamily="34" charset="0"/>
                <a:cs typeface="Arial" panose="020B0604020202020204" pitchFamily="34" charset="0"/>
              </a:rPr>
              <a:t>, and write the quantized sequences.</a:t>
            </a:r>
            <a:r>
              <a:rPr lang="en-US" dirty="0"/>
              <a:t> </a:t>
            </a:r>
            <a:r>
              <a:rPr lang="en-US" dirty="0">
                <a:solidFill>
                  <a:srgbClr val="FF0000"/>
                </a:solidFill>
                <a:latin typeface="Arial" panose="020B0604020202020204" pitchFamily="34" charset="0"/>
                <a:cs typeface="Arial" panose="020B0604020202020204" pitchFamily="34" charset="0"/>
              </a:rPr>
              <a:t>Determine the quantization error in each case. Write the encoded sequence</a:t>
            </a:r>
          </a:p>
          <a:p>
            <a:pPr marL="0" indent="0" algn="just">
              <a:lnSpc>
                <a:spcPct val="150000"/>
              </a:lnSpc>
              <a:buNone/>
            </a:pPr>
            <a:r>
              <a:rPr lang="en-US" sz="2600" dirty="0">
                <a:solidFill>
                  <a:srgbClr val="0404EC"/>
                </a:solidFill>
                <a:latin typeface="Arial" panose="020B0604020202020204" pitchFamily="34" charset="0"/>
                <a:cs typeface="Arial" panose="020B0604020202020204" pitchFamily="34" charset="0"/>
              </a:rPr>
              <a:t> </a:t>
            </a:r>
            <a:r>
              <a:rPr lang="en-US" sz="2600" dirty="0">
                <a:solidFill>
                  <a:srgbClr val="00B050"/>
                </a:solidFill>
                <a:latin typeface="Arial" panose="020B0604020202020204" pitchFamily="34" charset="0"/>
                <a:cs typeface="Arial" panose="020B0604020202020204" pitchFamily="34" charset="0"/>
              </a:rPr>
              <a:t>(</a:t>
            </a:r>
            <a:r>
              <a:rPr lang="en-US" sz="2600" dirty="0" err="1">
                <a:solidFill>
                  <a:srgbClr val="00B050"/>
                </a:solidFill>
                <a:latin typeface="Arial" panose="020B0604020202020204" pitchFamily="34" charset="0"/>
                <a:cs typeface="Arial" panose="020B0604020202020204" pitchFamily="34" charset="0"/>
              </a:rPr>
              <a:t>i</a:t>
            </a:r>
            <a:r>
              <a:rPr lang="en-US" sz="2600" dirty="0">
                <a:solidFill>
                  <a:srgbClr val="00B050"/>
                </a:solidFill>
                <a:latin typeface="Arial" panose="020B0604020202020204" pitchFamily="34" charset="0"/>
                <a:cs typeface="Arial" panose="020B0604020202020204" pitchFamily="34" charset="0"/>
              </a:rPr>
              <a:t>) For L = 4</a:t>
            </a:r>
            <a:r>
              <a:rPr lang="en-US" sz="2600" dirty="0">
                <a:solidFill>
                  <a:srgbClr val="0404EC"/>
                </a:solidFill>
                <a:latin typeface="Arial" panose="020B0604020202020204" pitchFamily="34" charset="0"/>
                <a:cs typeface="Arial" panose="020B0604020202020204" pitchFamily="34" charset="0"/>
              </a:rPr>
              <a:t>;                                </a:t>
            </a:r>
          </a:p>
          <a:p>
            <a:pPr marL="0" indent="0" algn="just">
              <a:lnSpc>
                <a:spcPct val="160000"/>
              </a:lnSpc>
              <a:buNone/>
            </a:pPr>
            <a:r>
              <a:rPr lang="en-US" sz="2600" dirty="0">
                <a:solidFill>
                  <a:srgbClr val="0404EC"/>
                </a:solidFill>
                <a:latin typeface="Arial" panose="020B0604020202020204" pitchFamily="34" charset="0"/>
                <a:cs typeface="Arial" panose="020B0604020202020204" pitchFamily="34" charset="0"/>
              </a:rPr>
              <a:t>Therefore the quantization error </a:t>
            </a:r>
          </a:p>
          <a:p>
            <a:pPr marL="0" indent="0" algn="just">
              <a:lnSpc>
                <a:spcPct val="150000"/>
              </a:lnSpc>
              <a:buNone/>
            </a:pPr>
            <a:r>
              <a:rPr lang="fr-FR" sz="3000" dirty="0">
                <a:solidFill>
                  <a:srgbClr val="FF0000"/>
                </a:solidFill>
                <a:latin typeface="Arial" panose="020B0604020202020204" pitchFamily="34" charset="0"/>
                <a:cs typeface="Arial" panose="020B0604020202020204" pitchFamily="34" charset="0"/>
              </a:rPr>
              <a:t>               </a:t>
            </a:r>
            <a:r>
              <a:rPr lang="fr-FR" sz="3000" dirty="0" err="1">
                <a:solidFill>
                  <a:srgbClr val="FF0000"/>
                </a:solidFill>
                <a:latin typeface="Arial" panose="020B0604020202020204" pitchFamily="34" charset="0"/>
                <a:cs typeface="Arial" panose="020B0604020202020204" pitchFamily="34" charset="0"/>
              </a:rPr>
              <a:t>codewords</a:t>
            </a:r>
            <a:r>
              <a:rPr lang="fr-FR" sz="3000" dirty="0">
                <a:solidFill>
                  <a:srgbClr val="FF0000"/>
                </a:solidFill>
                <a:latin typeface="Arial" panose="020B0604020202020204" pitchFamily="34" charset="0"/>
                <a:cs typeface="Arial" panose="020B0604020202020204" pitchFamily="34" charset="0"/>
              </a:rPr>
              <a:t>          00               01        10              11</a:t>
            </a:r>
            <a:endParaRPr lang="en-US" sz="3000" dirty="0">
              <a:solidFill>
                <a:srgbClr val="FF0000"/>
              </a:solidFill>
              <a:latin typeface="Arial" panose="020B0604020202020204" pitchFamily="34" charset="0"/>
              <a:cs typeface="Arial" panose="020B0604020202020204" pitchFamily="34" charset="0"/>
            </a:endParaRPr>
          </a:p>
          <a:p>
            <a:pPr marL="0" indent="0" algn="just">
              <a:lnSpc>
                <a:spcPct val="150000"/>
              </a:lnSpc>
              <a:spcBef>
                <a:spcPts val="0"/>
              </a:spcBef>
              <a:buNone/>
            </a:pPr>
            <a:r>
              <a:rPr lang="en-US" sz="2600" dirty="0">
                <a:solidFill>
                  <a:srgbClr val="0404EC"/>
                </a:solidFill>
                <a:latin typeface="Arial" panose="020B0604020202020204" pitchFamily="34" charset="0"/>
                <a:cs typeface="Arial" panose="020B0604020202020204" pitchFamily="34" charset="0"/>
              </a:rPr>
              <a:t>Quantization levels = </a:t>
            </a:r>
            <a:r>
              <a:rPr lang="en-US" sz="2600" b="1" dirty="0">
                <a:solidFill>
                  <a:srgbClr val="0404EC"/>
                </a:solidFill>
                <a:latin typeface="Arial" panose="020B0604020202020204" pitchFamily="34" charset="0"/>
                <a:cs typeface="Arial" panose="020B0604020202020204" pitchFamily="34" charset="0"/>
              </a:rPr>
              <a:t>{ -1.5, </a:t>
            </a:r>
            <a:r>
              <a:rPr lang="en-US" sz="2600" b="1" dirty="0">
                <a:solidFill>
                  <a:srgbClr val="00B050"/>
                </a:solidFill>
                <a:latin typeface="Arial" panose="020B0604020202020204" pitchFamily="34" charset="0"/>
                <a:cs typeface="Arial" panose="020B0604020202020204" pitchFamily="34" charset="0"/>
              </a:rPr>
              <a:t>-1.125</a:t>
            </a:r>
            <a:r>
              <a:rPr lang="en-US" sz="2600" b="1" dirty="0">
                <a:solidFill>
                  <a:srgbClr val="0404EC"/>
                </a:solidFill>
                <a:latin typeface="Arial" panose="020B0604020202020204" pitchFamily="34" charset="0"/>
                <a:cs typeface="Arial" panose="020B0604020202020204" pitchFamily="34" charset="0"/>
              </a:rPr>
              <a:t>, -0.75,  </a:t>
            </a:r>
            <a:r>
              <a:rPr lang="en-US" sz="2600" b="1" dirty="0">
                <a:solidFill>
                  <a:srgbClr val="00B050"/>
                </a:solidFill>
                <a:latin typeface="Arial" panose="020B0604020202020204" pitchFamily="34" charset="0"/>
                <a:cs typeface="Arial" panose="020B0604020202020204" pitchFamily="34" charset="0"/>
              </a:rPr>
              <a:t>-0.375</a:t>
            </a:r>
            <a:r>
              <a:rPr lang="en-US" sz="2600" b="1" dirty="0">
                <a:solidFill>
                  <a:srgbClr val="0404EC"/>
                </a:solidFill>
                <a:latin typeface="Arial" panose="020B0604020202020204" pitchFamily="34" charset="0"/>
                <a:cs typeface="Arial" panose="020B0604020202020204" pitchFamily="34" charset="0"/>
              </a:rPr>
              <a:t>, 0, </a:t>
            </a:r>
            <a:r>
              <a:rPr lang="en-US" sz="2600" b="1" dirty="0">
                <a:solidFill>
                  <a:srgbClr val="00B050"/>
                </a:solidFill>
                <a:latin typeface="Arial" panose="020B0604020202020204" pitchFamily="34" charset="0"/>
                <a:cs typeface="Arial" panose="020B0604020202020204" pitchFamily="34" charset="0"/>
              </a:rPr>
              <a:t>0.375</a:t>
            </a:r>
            <a:r>
              <a:rPr lang="en-US" sz="2600" b="1" dirty="0">
                <a:solidFill>
                  <a:srgbClr val="0404EC"/>
                </a:solidFill>
                <a:latin typeface="Arial" panose="020B0604020202020204" pitchFamily="34" charset="0"/>
                <a:cs typeface="Arial" panose="020B0604020202020204" pitchFamily="34" charset="0"/>
              </a:rPr>
              <a:t>, 0.75, </a:t>
            </a:r>
            <a:r>
              <a:rPr lang="en-US" sz="2600" b="1" dirty="0">
                <a:solidFill>
                  <a:srgbClr val="00B050"/>
                </a:solidFill>
                <a:latin typeface="Arial" panose="020B0604020202020204" pitchFamily="34" charset="0"/>
                <a:cs typeface="Arial" panose="020B0604020202020204" pitchFamily="34" charset="0"/>
              </a:rPr>
              <a:t>1.125</a:t>
            </a:r>
            <a:r>
              <a:rPr lang="en-US" sz="2600" b="1" dirty="0">
                <a:solidFill>
                  <a:srgbClr val="0404EC"/>
                </a:solidFill>
                <a:latin typeface="Arial" panose="020B0604020202020204" pitchFamily="34" charset="0"/>
                <a:cs typeface="Arial" panose="020B0604020202020204" pitchFamily="34" charset="0"/>
              </a:rPr>
              <a:t>, 1.5 }</a:t>
            </a:r>
          </a:p>
          <a:p>
            <a:pPr marL="0" indent="0" algn="just">
              <a:lnSpc>
                <a:spcPct val="150000"/>
              </a:lnSpc>
              <a:buNone/>
            </a:pPr>
            <a:r>
              <a:rPr lang="en-US" sz="2600" dirty="0">
                <a:solidFill>
                  <a:srgbClr val="0404EC"/>
                </a:solidFill>
                <a:latin typeface="Arial" panose="020B0604020202020204" pitchFamily="34" charset="0"/>
                <a:cs typeface="Arial" panose="020B0604020202020204" pitchFamily="34" charset="0"/>
              </a:rPr>
              <a:t>        Given Sequence  </a:t>
            </a:r>
            <a:r>
              <a:rPr lang="en-US" b="1" dirty="0">
                <a:latin typeface="Arial" panose="020B0604020202020204" pitchFamily="34" charset="0"/>
                <a:cs typeface="Arial" panose="020B0604020202020204" pitchFamily="34" charset="0"/>
              </a:rPr>
              <a:t>{1.2,   -0.2,   -0.5.   0.4,   0.89,  1.3} </a:t>
            </a:r>
            <a:endParaRPr lang="en-US" b="1" dirty="0">
              <a:solidFill>
                <a:srgbClr val="FF0000"/>
              </a:solidFill>
              <a:latin typeface="Arial" panose="020B0604020202020204" pitchFamily="34" charset="0"/>
              <a:cs typeface="Arial" panose="020B0604020202020204" pitchFamily="34" charset="0"/>
            </a:endParaRPr>
          </a:p>
          <a:p>
            <a:pPr marL="0" indent="0" algn="just">
              <a:lnSpc>
                <a:spcPct val="150000"/>
              </a:lnSpc>
              <a:buNone/>
            </a:pPr>
            <a:r>
              <a:rPr lang="en-US" dirty="0">
                <a:solidFill>
                  <a:srgbClr val="FF0000"/>
                </a:solidFill>
                <a:latin typeface="Arial" panose="020B0604020202020204" pitchFamily="34" charset="0"/>
                <a:cs typeface="Arial" panose="020B0604020202020204" pitchFamily="34" charset="0"/>
              </a:rPr>
              <a:t>  </a:t>
            </a:r>
            <a:r>
              <a:rPr lang="en-US" dirty="0">
                <a:solidFill>
                  <a:srgbClr val="0404EC"/>
                </a:solidFill>
                <a:latin typeface="Arial" panose="020B0604020202020204" pitchFamily="34" charset="0"/>
                <a:cs typeface="Arial" panose="020B0604020202020204" pitchFamily="34" charset="0"/>
              </a:rPr>
              <a:t>Therefore the quantized sequence  </a:t>
            </a:r>
            <a:r>
              <a:rPr lang="en-US" dirty="0">
                <a:solidFill>
                  <a:srgbClr val="FF0000"/>
                </a:solidFill>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1.125, -0.375, -0.375, 0.375, 0.125, 1.125}</a:t>
            </a:r>
            <a:endParaRPr lang="en-US" dirty="0">
              <a:solidFill>
                <a:srgbClr val="FF0000"/>
              </a:solidFill>
              <a:latin typeface="Arial" panose="020B0604020202020204" pitchFamily="34" charset="0"/>
              <a:cs typeface="Arial" panose="020B0604020202020204" pitchFamily="34" charset="0"/>
            </a:endParaRPr>
          </a:p>
          <a:p>
            <a:pPr marL="0" indent="0" algn="just">
              <a:lnSpc>
                <a:spcPct val="150000"/>
              </a:lnSpc>
              <a:spcBef>
                <a:spcPts val="0"/>
              </a:spcBef>
              <a:buNone/>
            </a:pPr>
            <a:r>
              <a:rPr lang="en-US" dirty="0">
                <a:latin typeface="Arial" panose="020B0604020202020204" pitchFamily="34" charset="0"/>
                <a:cs typeface="Arial" panose="020B0604020202020204" pitchFamily="34" charset="0"/>
              </a:rPr>
              <a:t>Bit stream representing  Encoding:</a:t>
            </a:r>
            <a:r>
              <a:rPr lang="fr-FR" dirty="0">
                <a:solidFill>
                  <a:srgbClr val="FF0000"/>
                </a:solidFill>
                <a:latin typeface="Arial" panose="020B0604020202020204" pitchFamily="34" charset="0"/>
                <a:cs typeface="Arial" panose="020B0604020202020204" pitchFamily="34" charset="0"/>
              </a:rPr>
              <a:t>         </a:t>
            </a:r>
            <a:r>
              <a:rPr lang="fr-FR" dirty="0">
                <a:solidFill>
                  <a:srgbClr val="0404EC"/>
                </a:solidFill>
                <a:latin typeface="Arial" panose="020B0604020202020204" pitchFamily="34" charset="0"/>
                <a:cs typeface="Arial" panose="020B0604020202020204" pitchFamily="34" charset="0"/>
              </a:rPr>
              <a:t>11       01        01         10      11        11</a:t>
            </a:r>
            <a:endParaRPr lang="en-US" dirty="0">
              <a:solidFill>
                <a:srgbClr val="0404EC"/>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cstate="print"/>
          <a:stretch>
            <a:fillRect/>
          </a:stretch>
        </p:blipFill>
        <p:spPr>
          <a:xfrm>
            <a:off x="2054289" y="2558922"/>
            <a:ext cx="685800" cy="676275"/>
          </a:xfrm>
          <a:prstGeom prst="rect">
            <a:avLst/>
          </a:prstGeom>
        </p:spPr>
      </p:pic>
      <p:pic>
        <p:nvPicPr>
          <p:cNvPr id="7" name="Picture 6"/>
          <p:cNvPicPr>
            <a:picLocks noChangeAspect="1"/>
          </p:cNvPicPr>
          <p:nvPr/>
        </p:nvPicPr>
        <p:blipFill>
          <a:blip r:embed="rId3" cstate="print"/>
          <a:stretch>
            <a:fillRect/>
          </a:stretch>
        </p:blipFill>
        <p:spPr>
          <a:xfrm>
            <a:off x="2918315" y="2463671"/>
            <a:ext cx="400050" cy="866775"/>
          </a:xfrm>
          <a:prstGeom prst="rect">
            <a:avLst/>
          </a:prstGeom>
        </p:spPr>
      </p:pic>
      <p:pic>
        <p:nvPicPr>
          <p:cNvPr id="8" name="Picture 7"/>
          <p:cNvPicPr>
            <a:picLocks noChangeAspect="1"/>
          </p:cNvPicPr>
          <p:nvPr/>
        </p:nvPicPr>
        <p:blipFill>
          <a:blip r:embed="rId4" cstate="print"/>
          <a:stretch>
            <a:fillRect/>
          </a:stretch>
        </p:blipFill>
        <p:spPr>
          <a:xfrm>
            <a:off x="4665424" y="2387471"/>
            <a:ext cx="2238375" cy="942975"/>
          </a:xfrm>
          <a:prstGeom prst="rect">
            <a:avLst/>
          </a:prstGeom>
        </p:spPr>
      </p:pic>
    </p:spTree>
    <p:extLst>
      <p:ext uri="{BB962C8B-B14F-4D97-AF65-F5344CB8AC3E}">
        <p14:creationId xmlns:p14="http://schemas.microsoft.com/office/powerpoint/2010/main" val="121650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animEffect transition="in" filter="fade">
                                      <p:cBhvr>
                                        <p:cTn id="53" dur="500"/>
                                        <p:tgtEl>
                                          <p:spTgt spid="3">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wipe(down)">
                                      <p:cBhvr>
                                        <p:cTn id="5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3" y="211015"/>
            <a:ext cx="11816860" cy="6482862"/>
          </a:xfrm>
        </p:spPr>
        <p:txBody>
          <a:bodyPr>
            <a:normAutofit fontScale="92500" lnSpcReduction="10000"/>
          </a:bodyPr>
          <a:lstStyle/>
          <a:p>
            <a:pPr marL="0" indent="0" algn="just">
              <a:lnSpc>
                <a:spcPct val="150000"/>
              </a:lnSpc>
              <a:buNone/>
            </a:pPr>
            <a:r>
              <a:rPr lang="en-US" dirty="0">
                <a:solidFill>
                  <a:srgbClr val="FF0000"/>
                </a:solidFill>
                <a:latin typeface="Arial" panose="020B0604020202020204" pitchFamily="34" charset="0"/>
                <a:cs typeface="Arial" panose="020B0604020202020204" pitchFamily="34" charset="0"/>
              </a:rPr>
              <a:t>(ii) L = 8.</a:t>
            </a:r>
          </a:p>
          <a:p>
            <a:pPr marL="0" indent="0" algn="just">
              <a:lnSpc>
                <a:spcPct val="150000"/>
              </a:lnSpc>
              <a:buNone/>
            </a:pPr>
            <a:endParaRPr lang="en-US" dirty="0">
              <a:solidFill>
                <a:srgbClr val="FF0000"/>
              </a:solidFill>
              <a:latin typeface="Arial" panose="020B0604020202020204" pitchFamily="34" charset="0"/>
              <a:cs typeface="Arial" panose="020B0604020202020204" pitchFamily="34" charset="0"/>
            </a:endParaRPr>
          </a:p>
          <a:p>
            <a:pPr marL="0" indent="0" algn="just">
              <a:lnSpc>
                <a:spcPct val="150000"/>
              </a:lnSpc>
              <a:buNone/>
            </a:pPr>
            <a:r>
              <a:rPr lang="en-US" sz="2600" dirty="0">
                <a:solidFill>
                  <a:srgbClr val="0404EC"/>
                </a:solidFill>
                <a:latin typeface="Arial" panose="020B0604020202020204" pitchFamily="34" charset="0"/>
                <a:cs typeface="Arial" panose="020B0604020202020204" pitchFamily="34" charset="0"/>
              </a:rPr>
              <a:t>Therefore the quantization error </a:t>
            </a:r>
          </a:p>
          <a:p>
            <a:pPr marL="0" indent="0" algn="just">
              <a:lnSpc>
                <a:spcPct val="150000"/>
              </a:lnSpc>
              <a:buNone/>
            </a:pPr>
            <a:endParaRPr lang="en-US" sz="2600" dirty="0">
              <a:solidFill>
                <a:srgbClr val="0404EC"/>
              </a:solidFill>
              <a:latin typeface="Arial" panose="020B0604020202020204" pitchFamily="34" charset="0"/>
              <a:cs typeface="Arial" panose="020B0604020202020204" pitchFamily="34" charset="0"/>
            </a:endParaRPr>
          </a:p>
          <a:p>
            <a:pPr marL="0" indent="0" algn="just">
              <a:lnSpc>
                <a:spcPct val="150000"/>
              </a:lnSpc>
              <a:buNone/>
            </a:pPr>
            <a:r>
              <a:rPr lang="en-US" sz="2600" dirty="0">
                <a:solidFill>
                  <a:srgbClr val="0404EC"/>
                </a:solidFill>
                <a:latin typeface="Arial" panose="020B0604020202020204" pitchFamily="34" charset="0"/>
                <a:cs typeface="Arial" panose="020B0604020202020204" pitchFamily="34" charset="0"/>
              </a:rPr>
              <a:t>Quantization levels = </a:t>
            </a:r>
            <a:r>
              <a:rPr lang="en-US" sz="2600" b="1" dirty="0">
                <a:solidFill>
                  <a:srgbClr val="0404EC"/>
                </a:solidFill>
                <a:latin typeface="Arial" panose="020B0604020202020204" pitchFamily="34" charset="0"/>
                <a:cs typeface="Arial" panose="020B0604020202020204" pitchFamily="34" charset="0"/>
              </a:rPr>
              <a:t>{ -1.5, </a:t>
            </a:r>
            <a:r>
              <a:rPr lang="en-US" sz="2600" b="1" dirty="0">
                <a:solidFill>
                  <a:srgbClr val="FF0000"/>
                </a:solidFill>
                <a:latin typeface="Arial" panose="020B0604020202020204" pitchFamily="34" charset="0"/>
                <a:cs typeface="Arial" panose="020B0604020202020204" pitchFamily="34" charset="0"/>
              </a:rPr>
              <a:t>-1.3125</a:t>
            </a:r>
            <a:r>
              <a:rPr lang="en-US" sz="2600" b="1" dirty="0">
                <a:solidFill>
                  <a:srgbClr val="0404EC"/>
                </a:solidFill>
                <a:latin typeface="Arial" panose="020B0604020202020204" pitchFamily="34" charset="0"/>
                <a:cs typeface="Arial" panose="020B0604020202020204" pitchFamily="34" charset="0"/>
              </a:rPr>
              <a:t>, -1.125, </a:t>
            </a:r>
            <a:r>
              <a:rPr lang="en-US" sz="2600" b="1" dirty="0">
                <a:solidFill>
                  <a:srgbClr val="FF0000"/>
                </a:solidFill>
                <a:latin typeface="Arial" panose="020B0604020202020204" pitchFamily="34" charset="0"/>
                <a:cs typeface="Arial" panose="020B0604020202020204" pitchFamily="34" charset="0"/>
              </a:rPr>
              <a:t>-0.9375</a:t>
            </a:r>
            <a:r>
              <a:rPr lang="en-US" sz="2600" b="1" dirty="0">
                <a:solidFill>
                  <a:srgbClr val="0404EC"/>
                </a:solidFill>
                <a:latin typeface="Arial" panose="020B0604020202020204" pitchFamily="34" charset="0"/>
                <a:cs typeface="Arial" panose="020B0604020202020204" pitchFamily="34" charset="0"/>
              </a:rPr>
              <a:t>, -0.75, </a:t>
            </a:r>
            <a:r>
              <a:rPr lang="en-US" sz="2600" b="1" dirty="0">
                <a:solidFill>
                  <a:srgbClr val="FF0000"/>
                </a:solidFill>
                <a:latin typeface="Arial" panose="020B0604020202020204" pitchFamily="34" charset="0"/>
                <a:cs typeface="Arial" panose="020B0604020202020204" pitchFamily="34" charset="0"/>
              </a:rPr>
              <a:t>-0.5625</a:t>
            </a:r>
            <a:r>
              <a:rPr lang="en-US" sz="2600" b="1" dirty="0">
                <a:solidFill>
                  <a:srgbClr val="0404EC"/>
                </a:solidFill>
                <a:latin typeface="Arial" panose="020B0604020202020204" pitchFamily="34" charset="0"/>
                <a:cs typeface="Arial" panose="020B0604020202020204" pitchFamily="34" charset="0"/>
              </a:rPr>
              <a:t>, -0.375, 0, 0.375, </a:t>
            </a:r>
            <a:r>
              <a:rPr lang="en-US" sz="2600" b="1" dirty="0">
                <a:solidFill>
                  <a:srgbClr val="FF0000"/>
                </a:solidFill>
                <a:latin typeface="Arial" panose="020B0604020202020204" pitchFamily="34" charset="0"/>
                <a:cs typeface="Arial" panose="020B0604020202020204" pitchFamily="34" charset="0"/>
              </a:rPr>
              <a:t>0.5625</a:t>
            </a:r>
            <a:r>
              <a:rPr lang="en-US" sz="2600" b="1" dirty="0">
                <a:solidFill>
                  <a:srgbClr val="0404EC"/>
                </a:solidFill>
                <a:latin typeface="Arial" panose="020B0604020202020204" pitchFamily="34" charset="0"/>
                <a:cs typeface="Arial" panose="020B0604020202020204" pitchFamily="34" charset="0"/>
              </a:rPr>
              <a:t>, 0.75, </a:t>
            </a:r>
            <a:r>
              <a:rPr lang="en-US" sz="2600" b="1" dirty="0">
                <a:solidFill>
                  <a:srgbClr val="FF0000"/>
                </a:solidFill>
                <a:latin typeface="Arial" panose="020B0604020202020204" pitchFamily="34" charset="0"/>
                <a:cs typeface="Arial" panose="020B0604020202020204" pitchFamily="34" charset="0"/>
              </a:rPr>
              <a:t>0.9375</a:t>
            </a:r>
            <a:r>
              <a:rPr lang="en-US" sz="2600" b="1" dirty="0">
                <a:solidFill>
                  <a:srgbClr val="0404EC"/>
                </a:solidFill>
                <a:latin typeface="Arial" panose="020B0604020202020204" pitchFamily="34" charset="0"/>
                <a:cs typeface="Arial" panose="020B0604020202020204" pitchFamily="34" charset="0"/>
              </a:rPr>
              <a:t>, 1.125, </a:t>
            </a:r>
            <a:r>
              <a:rPr lang="en-US" sz="2600" b="1" dirty="0">
                <a:solidFill>
                  <a:srgbClr val="FF0000"/>
                </a:solidFill>
                <a:latin typeface="Arial" panose="020B0604020202020204" pitchFamily="34" charset="0"/>
                <a:cs typeface="Arial" panose="020B0604020202020204" pitchFamily="34" charset="0"/>
              </a:rPr>
              <a:t>1.3125</a:t>
            </a:r>
            <a:r>
              <a:rPr lang="en-US" sz="2600" b="1" dirty="0">
                <a:solidFill>
                  <a:srgbClr val="0404EC"/>
                </a:solidFill>
                <a:latin typeface="Arial" panose="020B0604020202020204" pitchFamily="34" charset="0"/>
                <a:cs typeface="Arial" panose="020B0604020202020204" pitchFamily="34" charset="0"/>
              </a:rPr>
              <a:t>, 1.5 }</a:t>
            </a:r>
          </a:p>
          <a:p>
            <a:pPr marL="0" indent="0" algn="just">
              <a:lnSpc>
                <a:spcPct val="150000"/>
              </a:lnSpc>
              <a:buNone/>
            </a:pPr>
            <a:r>
              <a:rPr lang="en-US" sz="2600" dirty="0">
                <a:solidFill>
                  <a:srgbClr val="0404EC"/>
                </a:solidFill>
                <a:latin typeface="Arial" panose="020B0604020202020204" pitchFamily="34" charset="0"/>
                <a:cs typeface="Arial" panose="020B0604020202020204" pitchFamily="34" charset="0"/>
              </a:rPr>
              <a:t>Given Sequence  </a:t>
            </a:r>
            <a:r>
              <a:rPr lang="en-US" sz="2600" b="1" dirty="0">
                <a:latin typeface="Arial" panose="020B0604020202020204" pitchFamily="34" charset="0"/>
                <a:cs typeface="Arial" panose="020B0604020202020204" pitchFamily="34" charset="0"/>
              </a:rPr>
              <a:t>{1.2,   -0.2,   -0.5.   0.4,   0.89,  1.3} </a:t>
            </a:r>
            <a:endParaRPr lang="en-US" sz="2600" b="1" dirty="0">
              <a:solidFill>
                <a:srgbClr val="FF0000"/>
              </a:solidFill>
              <a:latin typeface="Arial" panose="020B0604020202020204" pitchFamily="34" charset="0"/>
              <a:cs typeface="Arial" panose="020B0604020202020204" pitchFamily="34" charset="0"/>
            </a:endParaRPr>
          </a:p>
          <a:p>
            <a:pPr marL="0" indent="0" algn="just">
              <a:lnSpc>
                <a:spcPct val="150000"/>
              </a:lnSpc>
              <a:buNone/>
            </a:pPr>
            <a:r>
              <a:rPr lang="en-US" dirty="0">
                <a:solidFill>
                  <a:srgbClr val="FF0000"/>
                </a:solidFill>
                <a:latin typeface="Arial" panose="020B0604020202020204" pitchFamily="34" charset="0"/>
                <a:cs typeface="Arial" panose="020B0604020202020204" pitchFamily="34" charset="0"/>
              </a:rPr>
              <a:t> </a:t>
            </a:r>
            <a:r>
              <a:rPr lang="en-US" dirty="0">
                <a:solidFill>
                  <a:srgbClr val="0404EC"/>
                </a:solidFill>
                <a:latin typeface="Arial" panose="020B0604020202020204" pitchFamily="34" charset="0"/>
                <a:cs typeface="Arial" panose="020B0604020202020204" pitchFamily="34" charset="0"/>
              </a:rPr>
              <a:t>Therefore the quantized sequence </a:t>
            </a:r>
          </a:p>
          <a:p>
            <a:pPr marL="0" indent="0" algn="just">
              <a:lnSpc>
                <a:spcPct val="150000"/>
              </a:lnSpc>
              <a:buNone/>
            </a:pPr>
            <a:r>
              <a:rPr lang="en-US" dirty="0">
                <a:solidFill>
                  <a:srgbClr val="0404EC"/>
                </a:solidFill>
                <a:latin typeface="Arial" panose="020B0604020202020204" pitchFamily="34" charset="0"/>
                <a:cs typeface="Arial" panose="020B0604020202020204" pitchFamily="34" charset="0"/>
              </a:rPr>
              <a:t>                      {</a:t>
            </a:r>
            <a:r>
              <a:rPr lang="en-US" b="1" dirty="0">
                <a:solidFill>
                  <a:srgbClr val="00B050"/>
                </a:solidFill>
                <a:latin typeface="Arial" panose="020B0604020202020204" pitchFamily="34" charset="0"/>
                <a:cs typeface="Arial" panose="020B0604020202020204" pitchFamily="34" charset="0"/>
              </a:rPr>
              <a:t>1.3125, -0.1875,</a:t>
            </a:r>
            <a:r>
              <a:rPr lang="en-US" b="1" dirty="0">
                <a:solidFill>
                  <a:srgbClr val="0404EC"/>
                </a:solidFill>
                <a:latin typeface="Arial" panose="020B0604020202020204" pitchFamily="34" charset="0"/>
                <a:cs typeface="Arial" panose="020B0604020202020204" pitchFamily="34" charset="0"/>
              </a:rPr>
              <a:t> </a:t>
            </a:r>
            <a:r>
              <a:rPr lang="en-US" b="1" dirty="0">
                <a:solidFill>
                  <a:srgbClr val="00B050"/>
                </a:solidFill>
                <a:latin typeface="Arial" panose="020B0604020202020204" pitchFamily="34" charset="0"/>
                <a:cs typeface="Arial" panose="020B0604020202020204" pitchFamily="34" charset="0"/>
              </a:rPr>
              <a:t>-0.5625, 0.5625, 0.9375, 1.3125}</a:t>
            </a:r>
            <a:endParaRPr lang="en-US" dirty="0">
              <a:solidFill>
                <a:srgbClr val="0404EC"/>
              </a:solidFill>
              <a:latin typeface="Arial" panose="020B0604020202020204" pitchFamily="34" charset="0"/>
              <a:cs typeface="Arial" panose="020B0604020202020204" pitchFamily="34" charset="0"/>
            </a:endParaRPr>
          </a:p>
          <a:p>
            <a:pPr marL="0" indent="0" algn="just">
              <a:lnSpc>
                <a:spcPct val="150000"/>
              </a:lnSpc>
              <a:buNone/>
            </a:pPr>
            <a:r>
              <a:rPr lang="en-US" b="1" dirty="0">
                <a:solidFill>
                  <a:srgbClr val="0404EC"/>
                </a:solidFill>
                <a:latin typeface="Arial" panose="020B0604020202020204" pitchFamily="34" charset="0"/>
                <a:cs typeface="Arial" panose="020B0604020202020204" pitchFamily="34" charset="0"/>
              </a:rPr>
              <a:t>     </a:t>
            </a:r>
          </a:p>
        </p:txBody>
      </p:sp>
      <p:pic>
        <p:nvPicPr>
          <p:cNvPr id="5" name="Picture 4"/>
          <p:cNvPicPr>
            <a:picLocks noChangeAspect="1"/>
          </p:cNvPicPr>
          <p:nvPr/>
        </p:nvPicPr>
        <p:blipFill>
          <a:blip r:embed="rId2" cstate="print"/>
          <a:stretch>
            <a:fillRect/>
          </a:stretch>
        </p:blipFill>
        <p:spPr>
          <a:xfrm>
            <a:off x="3352433" y="441081"/>
            <a:ext cx="962025" cy="723900"/>
          </a:xfrm>
          <a:prstGeom prst="rect">
            <a:avLst/>
          </a:prstGeom>
        </p:spPr>
      </p:pic>
      <p:pic>
        <p:nvPicPr>
          <p:cNvPr id="2" name="Picture 1"/>
          <p:cNvPicPr>
            <a:picLocks noChangeAspect="1"/>
          </p:cNvPicPr>
          <p:nvPr/>
        </p:nvPicPr>
        <p:blipFill>
          <a:blip r:embed="rId3" cstate="print"/>
          <a:stretch>
            <a:fillRect/>
          </a:stretch>
        </p:blipFill>
        <p:spPr>
          <a:xfrm>
            <a:off x="5168045" y="1618883"/>
            <a:ext cx="2676525" cy="923925"/>
          </a:xfrm>
          <a:prstGeom prst="rect">
            <a:avLst/>
          </a:prstGeom>
        </p:spPr>
      </p:pic>
    </p:spTree>
    <p:extLst>
      <p:ext uri="{BB962C8B-B14F-4D97-AF65-F5344CB8AC3E}">
        <p14:creationId xmlns:p14="http://schemas.microsoft.com/office/powerpoint/2010/main" val="1168582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ircle(in)">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down)">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490662" y="21614"/>
            <a:ext cx="9210675" cy="6791325"/>
          </a:xfrm>
          <a:prstGeom prst="rect">
            <a:avLst/>
          </a:prstGeom>
        </p:spPr>
      </p:pic>
      <p:pic>
        <p:nvPicPr>
          <p:cNvPr id="3" name="Picture 2"/>
          <p:cNvPicPr>
            <a:picLocks noChangeAspect="1"/>
          </p:cNvPicPr>
          <p:nvPr/>
        </p:nvPicPr>
        <p:blipFill>
          <a:blip r:embed="rId3" cstate="print"/>
          <a:stretch>
            <a:fillRect/>
          </a:stretch>
        </p:blipFill>
        <p:spPr>
          <a:xfrm>
            <a:off x="742947" y="345830"/>
            <a:ext cx="792773" cy="6342184"/>
          </a:xfrm>
          <a:prstGeom prst="rect">
            <a:avLst/>
          </a:prstGeom>
        </p:spPr>
      </p:pic>
    </p:spTree>
    <p:extLst>
      <p:ext uri="{BB962C8B-B14F-4D97-AF65-F5344CB8AC3E}">
        <p14:creationId xmlns:p14="http://schemas.microsoft.com/office/powerpoint/2010/main" val="24939262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5919" y="2766218"/>
            <a:ext cx="2187102" cy="1325563"/>
          </a:xfrm>
        </p:spPr>
        <p:txBody>
          <a:bodyPr>
            <a:normAutofit/>
          </a:bodyPr>
          <a:lstStyle/>
          <a:p>
            <a:r>
              <a:rPr lang="en-US" sz="3600" dirty="0">
                <a:latin typeface="Arial" panose="020B0604020202020204" pitchFamily="34" charset="0"/>
                <a:cs typeface="Arial" panose="020B0604020202020204" pitchFamily="34" charset="0"/>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1B4054966B8914981DF84CE0611BBF3" ma:contentTypeVersion="13" ma:contentTypeDescription="Create a new document." ma:contentTypeScope="" ma:versionID="8a796047917fdd02fe75b75195f00977">
  <xsd:schema xmlns:xsd="http://www.w3.org/2001/XMLSchema" xmlns:xs="http://www.w3.org/2001/XMLSchema" xmlns:p="http://schemas.microsoft.com/office/2006/metadata/properties" xmlns:ns3="9df66832-8a96-40a9-b472-27b1b671652b" xmlns:ns4="3ef07bbe-7178-465e-b37e-c96ad76c7ba2" targetNamespace="http://schemas.microsoft.com/office/2006/metadata/properties" ma:root="true" ma:fieldsID="f3a2d852074f99ffe044f5cdbc6860e7" ns3:_="" ns4:_="">
    <xsd:import namespace="9df66832-8a96-40a9-b472-27b1b671652b"/>
    <xsd:import namespace="3ef07bbe-7178-465e-b37e-c96ad76c7ba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66832-8a96-40a9-b472-27b1b6716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f07bbe-7178-465e-b37e-c96ad76c7ba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df66832-8a96-40a9-b472-27b1b671652b" xsi:nil="true"/>
  </documentManagement>
</p:properties>
</file>

<file path=customXml/itemProps1.xml><?xml version="1.0" encoding="utf-8"?>
<ds:datastoreItem xmlns:ds="http://schemas.openxmlformats.org/officeDocument/2006/customXml" ds:itemID="{44A4D56B-9EDA-4F8D-84ED-5B5B230CCC16}">
  <ds:schemaRefs>
    <ds:schemaRef ds:uri="http://schemas.microsoft.com/sharepoint/v3/contenttype/forms"/>
  </ds:schemaRefs>
</ds:datastoreItem>
</file>

<file path=customXml/itemProps2.xml><?xml version="1.0" encoding="utf-8"?>
<ds:datastoreItem xmlns:ds="http://schemas.openxmlformats.org/officeDocument/2006/customXml" ds:itemID="{30D4FFE4-B5DD-40DF-82C4-AC58AE0649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66832-8a96-40a9-b472-27b1b671652b"/>
    <ds:schemaRef ds:uri="3ef07bbe-7178-465e-b37e-c96ad76c7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942E90-F73C-42DC-BE25-1F552216703B}">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df66832-8a96-40a9-b472-27b1b671652b"/>
    <ds:schemaRef ds:uri="http://purl.org/dc/elements/1.1/"/>
    <ds:schemaRef ds:uri="3ef07bbe-7178-465e-b37e-c96ad76c7ba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1366</TotalTime>
  <Words>1587</Words>
  <Application>Microsoft Office PowerPoint</Application>
  <PresentationFormat>Widescreen</PresentationFormat>
  <Paragraphs>154</Paragraphs>
  <Slides>55</Slides>
  <Notes>2</Notes>
  <HiddenSlides>2</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4" baseType="lpstr">
      <vt:lpstr>SimSun</vt:lpstr>
      <vt:lpstr>Arial</vt:lpstr>
      <vt:lpstr>Calibri</vt:lpstr>
      <vt:lpstr>Calibri Light</vt:lpstr>
      <vt:lpstr>Cambria Math</vt:lpstr>
      <vt:lpstr>Times New Roman</vt:lpstr>
      <vt:lpstr>Wingdings</vt:lpstr>
      <vt:lpstr>Office Theme</vt:lpstr>
      <vt:lpstr>Equation</vt:lpstr>
      <vt:lpstr>Digital Communication 22EC2208</vt:lpstr>
      <vt:lpstr>PowerPoint Presentation</vt:lpstr>
      <vt:lpstr>PowerPoint Presentation</vt:lpstr>
      <vt:lpstr>PowerPoint Presentation</vt:lpstr>
      <vt:lpstr>PowerPoint Presentation</vt:lpstr>
      <vt:lpstr>Advantages of Digital Transmission</vt:lpstr>
      <vt:lpstr>PowerPoint Presentation</vt:lpstr>
      <vt:lpstr>Regeneration of PCM signal</vt:lpstr>
      <vt:lpstr>PowerPoint Presentation</vt:lpstr>
      <vt:lpstr>Pulse Code Modulation</vt:lpstr>
      <vt:lpstr>Practical Sampling Rates</vt:lpstr>
      <vt:lpstr>Regeneration of PCM signal</vt:lpstr>
      <vt:lpstr>A PCM System  </vt:lpstr>
      <vt:lpstr>Examples of PCM</vt:lpstr>
      <vt:lpstr>Sampling</vt:lpstr>
      <vt:lpstr>PowerPoint Presentation</vt:lpstr>
      <vt:lpstr>Quantization and Encoding</vt:lpstr>
      <vt:lpstr>PowerPoint Presentation</vt:lpstr>
      <vt:lpstr>Uniform Quantization</vt:lpstr>
      <vt:lpstr>PowerPoint Presentation</vt:lpstr>
      <vt:lpstr>Quantization and Encoding</vt:lpstr>
      <vt:lpstr>PowerPoint Presentation</vt:lpstr>
      <vt:lpstr>Midtread and Midrise Quantizer Characteristics</vt:lpstr>
      <vt:lpstr>PowerPoint Presentation</vt:lpstr>
      <vt:lpstr>PowerPoint Presentation</vt:lpstr>
      <vt:lpstr>PowerPoint Presentation</vt:lpstr>
      <vt:lpstr>PowerPoint Presentation</vt:lpstr>
      <vt:lpstr>PowerPoint Presentation</vt:lpstr>
      <vt:lpstr>Bandwidth of PCM</vt:lpstr>
      <vt:lpstr>Bandwidth of PCM…</vt:lpstr>
      <vt:lpstr>                          Formulas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Noise consideration in PCM system</vt:lpstr>
      <vt:lpstr>Quantization Error and Noise Power</vt:lpstr>
      <vt:lpstr>Signal to Quantization Noise Ratio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MVGR</dc:creator>
  <cp:lastModifiedBy>syam sundar pillalamarri</cp:lastModifiedBy>
  <cp:revision>15</cp:revision>
  <dcterms:created xsi:type="dcterms:W3CDTF">2023-05-08T13:48:07Z</dcterms:created>
  <dcterms:modified xsi:type="dcterms:W3CDTF">2025-01-03T09:52:46Z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0x010100F1B4054966B8914981DF84CE0611BBF3</vt:lpwstr>
  </property>
</Properties>
</file>