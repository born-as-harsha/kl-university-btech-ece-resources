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26" r:id="rId2"/>
    <p:sldId id="847" r:id="rId3"/>
    <p:sldId id="833" r:id="rId4"/>
    <p:sldId id="279" r:id="rId5"/>
    <p:sldId id="830" r:id="rId6"/>
    <p:sldId id="280" r:id="rId7"/>
    <p:sldId id="832" r:id="rId8"/>
    <p:sldId id="831" r:id="rId9"/>
    <p:sldId id="835" r:id="rId10"/>
    <p:sldId id="834" r:id="rId11"/>
    <p:sldId id="848" r:id="rId12"/>
    <p:sldId id="836" r:id="rId13"/>
    <p:sldId id="837" r:id="rId14"/>
    <p:sldId id="838" r:id="rId15"/>
    <p:sldId id="840" r:id="rId16"/>
    <p:sldId id="841" r:id="rId17"/>
    <p:sldId id="839" r:id="rId18"/>
    <p:sldId id="842" r:id="rId19"/>
    <p:sldId id="843" r:id="rId20"/>
    <p:sldId id="846" r:id="rId21"/>
    <p:sldId id="33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0FF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1" autoAdjust="0"/>
    <p:restoredTop sz="94249" autoAdjust="0"/>
  </p:normalViewPr>
  <p:slideViewPr>
    <p:cSldViewPr snapToGrid="0">
      <p:cViewPr varScale="1">
        <p:scale>
          <a:sx n="62" d="100"/>
          <a:sy n="62" d="100"/>
        </p:scale>
        <p:origin x="96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5BDBB-650D-4050-B32D-8589B2BD05DC}" type="datetimeFigureOut">
              <a:rPr lang="en-US" smtClean="0"/>
              <a:pPr/>
              <a:t>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26B768-9392-452C-87A9-0023C70AE1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22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FE7BA5-9AA7-43A8-9EE5-C23B4ED60B7B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7325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6B768-9392-452C-87A9-0023C70AE18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62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6B768-9392-452C-87A9-0023C70AE18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64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3440B-1A30-4E80-B556-BD8E8C7898B4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1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6B513-B3CF-4D12-AACD-87F32A5CB0E2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5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38A1-BC76-4BD5-ACEC-3FAA2E577601}" type="datetime1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6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2894-4BD0-4A83-A7BC-84B703816DE6}" type="datetime1">
              <a:rPr lang="en-US" smtClean="0"/>
              <a:t>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48354-C357-4BE6-9D98-8C3824126E51}" type="datetime1">
              <a:rPr lang="en-US" smtClean="0"/>
              <a:t>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08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11ED1-8DAD-4DD7-9553-EA9B94E9339B}" type="datetime1">
              <a:rPr lang="en-US" smtClean="0"/>
              <a:t>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4783-0E42-4636-ADBD-C17AFF5E681A}" type="datetime1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34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BC54-F1F3-4FF9-BD5E-13D93A28781D}" type="datetime1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3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238C5-E263-4048-B62B-A10173E0ACBE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2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D340-DE71-42C0-A2D3-3B1D9BFB6F2B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9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477CA-25B4-48E1-AF8B-D7586E5F9F32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9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10.bin"/><Relationship Id="rId26" Type="http://schemas.openxmlformats.org/officeDocument/2006/relationships/oleObject" Target="../embeddings/oleObject18.bin"/><Relationship Id="rId3" Type="http://schemas.openxmlformats.org/officeDocument/2006/relationships/image" Target="../media/image8.wmf"/><Relationship Id="rId21" Type="http://schemas.openxmlformats.org/officeDocument/2006/relationships/oleObject" Target="../embeddings/oleObject13.bin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6.bin"/><Relationship Id="rId17" Type="http://schemas.openxmlformats.org/officeDocument/2006/relationships/oleObject" Target="../embeddings/oleObject9.bin"/><Relationship Id="rId25" Type="http://schemas.openxmlformats.org/officeDocument/2006/relationships/oleObject" Target="../embeddings/oleObject17.bin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2.wmf"/><Relationship Id="rId24" Type="http://schemas.openxmlformats.org/officeDocument/2006/relationships/oleObject" Target="../embeddings/oleObject16.bin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23" Type="http://schemas.openxmlformats.org/officeDocument/2006/relationships/oleObject" Target="../embeddings/oleObject15.bin"/><Relationship Id="rId10" Type="http://schemas.openxmlformats.org/officeDocument/2006/relationships/oleObject" Target="../embeddings/oleObject5.bin"/><Relationship Id="rId19" Type="http://schemas.openxmlformats.org/officeDocument/2006/relationships/oleObject" Target="../embeddings/oleObject11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4.bin"/><Relationship Id="rId27" Type="http://schemas.openxmlformats.org/officeDocument/2006/relationships/oleObject" Target="../embeddings/oleObject19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2209800" y="191959"/>
            <a:ext cx="7772400" cy="819237"/>
          </a:xfrm>
        </p:spPr>
        <p:txBody>
          <a:bodyPr>
            <a:normAutofit fontScale="90000"/>
          </a:bodyPr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</a:t>
            </a: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>
          <a:xfrm>
            <a:off x="778476" y="2438400"/>
            <a:ext cx="10223157" cy="3295136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M. </a:t>
            </a:r>
            <a:r>
              <a:rPr lang="en-US" altLang="en-US" sz="4000" dirty="0" err="1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Venu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>
                <a:solidFill>
                  <a:srgbClr val="025A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Gopala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Rao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A.M.I.E.T.E</a:t>
            </a:r>
            <a:r>
              <a:rPr lang="en-US" altLang="en-US" sz="4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en-US" sz="4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M.Tech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Ph.D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dirty="0" err="1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Engg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eaLnBrk="1" hangingPunct="1"/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Cert. in R.S.T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 &amp; Guild’s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London</a:t>
            </a:r>
            <a:r>
              <a:rPr lang="en-US" alt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Institute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8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London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F.I.E.T.E,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L.M.I.S.T.E,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I.S.O.I.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S.S.I.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M.I.A.E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Professor,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ECE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L University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mvgr03@kluniversity.in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1524000" y="1370785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rgbClr val="FF0000"/>
                </a:solidFill>
              </a:rPr>
              <a:t>Inter Symbol Interference</a:t>
            </a:r>
            <a:endParaRPr lang="en-US" altLang="en-US" sz="40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E4DFE-ABF8-36AE-00DA-2674189E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68F00-14FC-4105-8A57-AF98313F4440}" type="datetime1">
              <a:rPr lang="en-US" smtClean="0"/>
              <a:t>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11B45B-F777-E3C4-5965-8E1B0B472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76329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7E57-2A4D-C608-0263-EE5FD717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1062080"/>
          </a:xfrm>
        </p:spPr>
        <p:txBody>
          <a:bodyPr>
            <a:normAutofit/>
          </a:bodyPr>
          <a:lstStyle/>
          <a:p>
            <a:pPr algn="ctr"/>
            <a:r>
              <a:rPr lang="en-US" sz="3600" b="1" kern="1200" dirty="0">
                <a:solidFill>
                  <a:srgbClr val="1A0FF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Binary Base-band data transmission System</a:t>
            </a:r>
            <a:endParaRPr lang="en-IN" sz="3600" dirty="0">
              <a:solidFill>
                <a:srgbClr val="1A0FFD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4A977-8504-86D0-A0B4-80E1241BE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9942A-2C44-4227-E453-F5E390788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E957D2C-3FCF-FCEE-EAB9-F7B696F0A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901"/>
            <a:ext cx="12192000" cy="244024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8F9E6E-D7E4-9C05-F4ED-B19E60DC9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512" y="4235926"/>
            <a:ext cx="7038975" cy="189547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C2B059B-AB10-E05F-9D6B-F65BEB701DE0}"/>
              </a:ext>
            </a:extLst>
          </p:cNvPr>
          <p:cNvSpPr/>
          <p:nvPr/>
        </p:nvSpPr>
        <p:spPr>
          <a:xfrm>
            <a:off x="5202198" y="1319186"/>
            <a:ext cx="1227438" cy="12386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90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1D2212-67B7-76C2-6A62-776888C45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11ED1-8DAD-4DD7-9553-EA9B94E9339B}" type="datetime1">
              <a:rPr lang="en-US" smtClean="0"/>
              <a:t>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4F3611-2261-929B-E522-33E5E3461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2443" y="6556246"/>
            <a:ext cx="4114800" cy="365125"/>
          </a:xfrm>
        </p:spPr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8A758-2159-4F42-30AE-AED597BFB294}"/>
              </a:ext>
            </a:extLst>
          </p:cNvPr>
          <p:cNvSpPr txBox="1"/>
          <p:nvPr/>
        </p:nvSpPr>
        <p:spPr>
          <a:xfrm>
            <a:off x="543697" y="285461"/>
            <a:ext cx="106638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 transmission of digital data over a </a:t>
            </a:r>
            <a:r>
              <a:rPr lang="en-US" sz="3200" b="0" i="1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baseband channel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50CFE0-574F-1A69-2C35-D3D694CDF9C3}"/>
              </a:ext>
            </a:extLst>
          </p:cNvPr>
          <p:cNvSpPr txBox="1"/>
          <p:nvPr/>
        </p:nvSpPr>
        <p:spPr>
          <a:xfrm>
            <a:off x="158578" y="1062593"/>
            <a:ext cx="1187484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Digital data have a broad spectrum with a significant low-frequency content.</a:t>
            </a: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Baseband transmission of digital data therefore requires the use of a low-pass channel with a bandwidth large enough to accommodate the essential frequency content of the data stream. </a:t>
            </a:r>
            <a:endParaRPr lang="en-US" sz="2600" dirty="0">
              <a:solidFill>
                <a:srgbClr val="1A0FF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Typically, however, the channel is </a:t>
            </a:r>
            <a:r>
              <a:rPr lang="en-US" sz="2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dispersive </a:t>
            </a:r>
            <a:r>
              <a:rPr lang="en-US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in that its frequency response deviates from that of an ideal low-pass filter. </a:t>
            </a: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result of data transmission over such a channel is that each received pulse is affected somewhat by adjacent pulses, thereby giving rise to a common form of interference called </a:t>
            </a:r>
            <a:r>
              <a:rPr lang="en-US" sz="2600" b="0" i="1" u="none" strike="noStrike" baseline="0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 Symbol interference </a:t>
            </a:r>
            <a:r>
              <a:rPr lang="en-US" sz="2600" b="0" i="0" u="none" strike="noStrike" baseline="0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(ISI).</a:t>
            </a: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 symbol interference is a major source of bit errors in the </a:t>
            </a:r>
            <a:r>
              <a:rPr lang="en-US" sz="2600" b="0" i="0" u="none" strike="noStrike" baseline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reconstrcted</a:t>
            </a:r>
            <a:r>
              <a:rPr lang="en-US" sz="26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stream at the receiver. To correct for it, control has to be exercised over the pulse shape in the overall </a:t>
            </a:r>
            <a:r>
              <a:rPr lang="en-IN" sz="26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system.</a:t>
            </a:r>
            <a:endParaRPr lang="en-IN" sz="2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18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03ED6956-C6BC-7F28-6A58-1DF4FEB248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0"/>
            <a:ext cx="8229600" cy="685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3200" dirty="0">
                <a:solidFill>
                  <a:srgbClr val="CC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 Symbol Interference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DE1A8D0-7607-11F9-8D6D-B925DF1F83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115" y="580664"/>
            <a:ext cx="11837769" cy="2100148"/>
          </a:xfrm>
        </p:spPr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  <a:buClr>
                <a:srgbClr val="0000FF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 Symbol interference (ISI)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occurs when a pulse spreads out in such a way that it interferes with adjacent pulses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at the </a:t>
            </a:r>
            <a:r>
              <a:rPr lang="en-US" altLang="en-US" sz="24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instant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100000"/>
              </a:lnSpc>
              <a:buClr>
                <a:srgbClr val="0000FF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assume polar NRZ line code. The channel outputs are shown as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spreaded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(width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becomes 2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pulses shown (Spreading due to bandlimited channel characteristics).</a:t>
            </a:r>
          </a:p>
        </p:txBody>
      </p:sp>
      <p:sp>
        <p:nvSpPr>
          <p:cNvPr id="16426" name="Line 43">
            <a:extLst>
              <a:ext uri="{FF2B5EF4-FFF2-40B4-BE49-F238E27FC236}">
                <a16:creationId xmlns:a16="http://schemas.microsoft.com/office/drawing/2014/main" id="{B640064C-5D42-50D9-8DE7-75DF0378A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5716" y="5410200"/>
            <a:ext cx="9144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dirty="0"/>
          </a:p>
        </p:txBody>
      </p:sp>
      <p:sp>
        <p:nvSpPr>
          <p:cNvPr id="16427" name="Line 44">
            <a:extLst>
              <a:ext uri="{FF2B5EF4-FFF2-40B4-BE49-F238E27FC236}">
                <a16:creationId xmlns:a16="http://schemas.microsoft.com/office/drawing/2014/main" id="{190DE5A0-D3AD-F2DB-2B78-D28CFBBCE0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1574" y="4116861"/>
            <a:ext cx="9144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7B3D82-BF91-23BE-DF77-AE6143242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552" y="2820244"/>
            <a:ext cx="3133725" cy="2154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7B3A15-C69D-4866-2880-3B87515FD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310" y="5174010"/>
            <a:ext cx="3152775" cy="1533525"/>
          </a:xfrm>
          <a:prstGeom prst="rect">
            <a:avLst/>
          </a:prstGeom>
        </p:spPr>
      </p:pic>
      <p:sp>
        <p:nvSpPr>
          <p:cNvPr id="10" name="Text Box 42">
            <a:extLst>
              <a:ext uri="{FF2B5EF4-FFF2-40B4-BE49-F238E27FC236}">
                <a16:creationId xmlns:a16="http://schemas.microsoft.com/office/drawing/2014/main" id="{AB3C2B82-9A7C-7910-0378-465BCFA8D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7514" y="2776758"/>
            <a:ext cx="2133600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55000"/>
              <a:buFont typeface="Monotype Sorts" pitchFamily="2" charset="2"/>
              <a:buNone/>
              <a:defRPr/>
            </a:pPr>
            <a:r>
              <a:rPr kumimoji="1" lang="en-US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Channel Output</a:t>
            </a:r>
          </a:p>
          <a:p>
            <a:pPr algn="ctr">
              <a:spcBef>
                <a:spcPct val="20000"/>
              </a:spcBef>
              <a:buClr>
                <a:schemeClr val="hlink"/>
              </a:buClr>
              <a:buSzPct val="55000"/>
              <a:buFont typeface="Monotype Sorts" pitchFamily="2" charset="2"/>
              <a:buNone/>
              <a:defRPr/>
            </a:pPr>
            <a:r>
              <a:rPr kumimoji="1" lang="en-US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Pulse width </a:t>
            </a:r>
            <a:r>
              <a:rPr lang="en-US" altLang="en-US" sz="2000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2000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kumimoji="1" lang="en-US" altLang="en-US" sz="20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6B66E3-8206-7282-058C-E99E03189E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290" y="3230651"/>
            <a:ext cx="3124200" cy="15335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2556A1-8328-F654-904E-377ECF98B8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02" y="4938976"/>
            <a:ext cx="3190875" cy="1304925"/>
          </a:xfrm>
          <a:prstGeom prst="rect">
            <a:avLst/>
          </a:prstGeom>
        </p:spPr>
      </p:pic>
      <p:sp>
        <p:nvSpPr>
          <p:cNvPr id="15" name="Text Box 8">
            <a:extLst>
              <a:ext uri="{FF2B5EF4-FFF2-40B4-BE49-F238E27FC236}">
                <a16:creationId xmlns:a16="http://schemas.microsoft.com/office/drawing/2014/main" id="{70ADF7D8-6E7F-6B14-AF36-2542BD9B7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61" y="3495645"/>
            <a:ext cx="10391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20000"/>
              </a:spcBef>
              <a:buClr>
                <a:schemeClr val="hlink"/>
              </a:buClr>
              <a:buSzPct val="55000"/>
              <a:buFont typeface="Monotype Sorts" pitchFamily="2" charset="2"/>
              <a:buNone/>
            </a:pPr>
            <a:r>
              <a:rPr kumimoji="1" lang="en-US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Data 1</a:t>
            </a:r>
          </a:p>
        </p:txBody>
      </p:sp>
      <p:sp>
        <p:nvSpPr>
          <p:cNvPr id="16" name="Text Box 26">
            <a:extLst>
              <a:ext uri="{FF2B5EF4-FFF2-40B4-BE49-F238E27FC236}">
                <a16:creationId xmlns:a16="http://schemas.microsoft.com/office/drawing/2014/main" id="{30D4CC6E-6404-6DBB-D3DF-F71F4B24A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32" y="5568494"/>
            <a:ext cx="9396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20000"/>
              </a:spcBef>
              <a:buClr>
                <a:schemeClr val="hlink"/>
              </a:buClr>
              <a:buSzPct val="55000"/>
              <a:buFont typeface="Monotype Sorts" pitchFamily="2" charset="2"/>
              <a:buNone/>
            </a:pPr>
            <a:r>
              <a:rPr kumimoji="1" lang="en-US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Data 0</a:t>
            </a:r>
          </a:p>
        </p:txBody>
      </p:sp>
      <p:sp>
        <p:nvSpPr>
          <p:cNvPr id="17" name="Text Box 41">
            <a:extLst>
              <a:ext uri="{FF2B5EF4-FFF2-40B4-BE49-F238E27FC236}">
                <a16:creationId xmlns:a16="http://schemas.microsoft.com/office/drawing/2014/main" id="{AFE7599F-0A6F-8D84-A891-CD03BED52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63" y="2956109"/>
            <a:ext cx="427865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55000"/>
              <a:buFont typeface="Monotype Sorts" pitchFamily="2" charset="2"/>
              <a:buNone/>
              <a:defRPr/>
            </a:pPr>
            <a:r>
              <a:rPr kumimoji="1" lang="en-US" alt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Channel Input Pulse width </a:t>
            </a:r>
            <a:r>
              <a:rPr lang="en-US" altLang="en-US" sz="2000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2400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EFFDD8B5-1FAE-7028-334B-019322A78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F86A-E3C9-42F8-B2FF-C13544F0C9EB}" type="datetime1">
              <a:rPr lang="en-US" smtClean="0"/>
              <a:t>2/7/2025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4FF119A2-0746-9147-3B18-CBAF9CDAA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/>
      <p:bldP spid="16426" grpId="0" animBg="1"/>
      <p:bldP spid="16427" grpId="0" animBg="1"/>
      <p:bldP spid="10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3">
            <a:extLst>
              <a:ext uri="{FF2B5EF4-FFF2-40B4-BE49-F238E27FC236}">
                <a16:creationId xmlns:a16="http://schemas.microsoft.com/office/drawing/2014/main" id="{8967828B-2A15-2EF5-2676-60C48FA0D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43" y="120652"/>
            <a:ext cx="101737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3600" dirty="0">
                <a:solidFill>
                  <a:srgbClr val="CC3300"/>
                </a:solidFill>
                <a:latin typeface="Comic Sans MS" panose="030F0702030302020204" pitchFamily="66" charset="0"/>
              </a:rPr>
              <a:t>ISI</a:t>
            </a:r>
            <a:endParaRPr lang="en-US" altLang="en-US" sz="3600" dirty="0">
              <a:solidFill>
                <a:srgbClr val="CC33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AAE15CA6-1DAD-9247-1516-410BF83FB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838201"/>
            <a:ext cx="807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endParaRPr lang="en-US" altLang="en-US" sz="1800"/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08567E60-2008-404B-C3EB-C8B7331DB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913" y="186533"/>
            <a:ext cx="1072154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If the rectangular multilevel pulses are filtered improperly as they pass through a communications system, they will spread in time, and the pulse for each symbol may be smeared into adjacent time slots and cause </a:t>
            </a:r>
            <a:r>
              <a:rPr lang="en-US" altLang="en-US" sz="2000" b="1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Intersymbol</a:t>
            </a:r>
            <a:r>
              <a:rPr lang="en-US" altLang="en-US" sz="20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Interference.</a:t>
            </a:r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FCDA3D5B-792B-C67C-722C-5BF0F0E29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6488110"/>
            <a:ext cx="8382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FF"/>
                </a:solidFill>
              </a:rPr>
              <a:t> How can we restrict BW and at the same time not introduce ISI?   3 Techniques</a:t>
            </a:r>
            <a:r>
              <a:rPr lang="en-US" altLang="en-US" sz="1800">
                <a:solidFill>
                  <a:srgbClr val="0000FF"/>
                </a:solidFill>
              </a:rPr>
              <a:t>.</a:t>
            </a:r>
          </a:p>
        </p:txBody>
      </p:sp>
      <p:pic>
        <p:nvPicPr>
          <p:cNvPr id="19463" name="Picture 7">
            <a:extLst>
              <a:ext uri="{FF2B5EF4-FFF2-40B4-BE49-F238E27FC236}">
                <a16:creationId xmlns:a16="http://schemas.microsoft.com/office/drawing/2014/main" id="{5A1EB5D1-876B-2053-88F7-D23EEFDBB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912" y="1274763"/>
            <a:ext cx="9961363" cy="524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FEF796-EFA6-364E-DE2C-486463BA3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4223A-9FAB-4877-B1BD-71FCFC44867A}" type="datetime1">
              <a:rPr lang="en-US" smtClean="0"/>
              <a:t>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2C6FF2-D523-2F06-AB38-130C0D32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3F43EA3A-50D5-1BBA-91AC-F093880A5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>
                <a:solidFill>
                  <a:srgbClr val="CC3300"/>
                </a:solidFill>
              </a:rPr>
              <a:t>Intersymbol Interference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EEE548C4-A354-0A22-4317-673451E68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0" y="762000"/>
            <a:ext cx="8229600" cy="2743200"/>
          </a:xfrm>
        </p:spPr>
        <p:txBody>
          <a:bodyPr/>
          <a:lstStyle/>
          <a:p>
            <a:pPr eaLnBrk="1" hangingPunct="1">
              <a:buClr>
                <a:srgbClr val="0000FF"/>
              </a:buClr>
              <a:buSzTx/>
              <a:defRPr/>
            </a:pPr>
            <a:r>
              <a:rPr lang="en-US" altLang="en-US" sz="2400"/>
              <a:t>For the input data stream:</a:t>
            </a:r>
          </a:p>
          <a:p>
            <a:pPr eaLnBrk="1" hangingPunct="1">
              <a:buClr>
                <a:srgbClr val="0000FF"/>
              </a:buClr>
              <a:buSzTx/>
              <a:defRPr/>
            </a:pPr>
            <a:endParaRPr lang="en-US" altLang="en-US" sz="2400"/>
          </a:p>
          <a:p>
            <a:pPr eaLnBrk="1" hangingPunct="1">
              <a:buClr>
                <a:srgbClr val="0000FF"/>
              </a:buClr>
              <a:buSzTx/>
              <a:defRPr/>
            </a:pPr>
            <a:endParaRPr lang="en-US" altLang="en-US"/>
          </a:p>
          <a:p>
            <a:pPr eaLnBrk="1" hangingPunct="1">
              <a:buClr>
                <a:srgbClr val="0000FF"/>
              </a:buClr>
              <a:buSzTx/>
              <a:defRPr/>
            </a:pPr>
            <a:endParaRPr lang="en-US" altLang="en-US"/>
          </a:p>
          <a:p>
            <a:pPr eaLnBrk="1" hangingPunct="1">
              <a:buClr>
                <a:srgbClr val="0000FF"/>
              </a:buClr>
              <a:buSzTx/>
              <a:defRPr/>
            </a:pPr>
            <a:r>
              <a:rPr lang="en-US" altLang="en-US" sz="2400"/>
              <a:t>The channel output is the superposition of each bit’s output:</a:t>
            </a:r>
          </a:p>
        </p:txBody>
      </p:sp>
      <p:grpSp>
        <p:nvGrpSpPr>
          <p:cNvPr id="17413" name="Group 82">
            <a:extLst>
              <a:ext uri="{FF2B5EF4-FFF2-40B4-BE49-F238E27FC236}">
                <a16:creationId xmlns:a16="http://schemas.microsoft.com/office/drawing/2014/main" id="{1F03E10B-1BAF-2011-E4EE-541284230C8F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1295400"/>
            <a:ext cx="6096000" cy="1219200"/>
            <a:chOff x="1104" y="1344"/>
            <a:chExt cx="3840" cy="768"/>
          </a:xfrm>
        </p:grpSpPr>
        <p:sp>
          <p:nvSpPr>
            <p:cNvPr id="17499" name="Line 4">
              <a:extLst>
                <a:ext uri="{FF2B5EF4-FFF2-40B4-BE49-F238E27FC236}">
                  <a16:creationId xmlns:a16="http://schemas.microsoft.com/office/drawing/2014/main" id="{AE228259-734B-5922-E89D-8650922673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824"/>
              <a:ext cx="316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0" name="Line 5">
              <a:extLst>
                <a:ext uri="{FF2B5EF4-FFF2-40B4-BE49-F238E27FC236}">
                  <a16:creationId xmlns:a16="http://schemas.microsoft.com/office/drawing/2014/main" id="{E9E4E378-6FAD-65EC-3D16-BB0FFE411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796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1" name="Line 6">
              <a:extLst>
                <a:ext uri="{FF2B5EF4-FFF2-40B4-BE49-F238E27FC236}">
                  <a16:creationId xmlns:a16="http://schemas.microsoft.com/office/drawing/2014/main" id="{479ABD3B-B8B4-30C0-D109-8350E34F5E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796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2" name="Line 7">
              <a:extLst>
                <a:ext uri="{FF2B5EF4-FFF2-40B4-BE49-F238E27FC236}">
                  <a16:creationId xmlns:a16="http://schemas.microsoft.com/office/drawing/2014/main" id="{7C17422F-2FFA-A582-A859-17831AE06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796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3" name="Line 8">
              <a:extLst>
                <a:ext uri="{FF2B5EF4-FFF2-40B4-BE49-F238E27FC236}">
                  <a16:creationId xmlns:a16="http://schemas.microsoft.com/office/drawing/2014/main" id="{FCB67164-2E50-9521-AD49-E2CFE45D9F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796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4" name="Line 9">
              <a:extLst>
                <a:ext uri="{FF2B5EF4-FFF2-40B4-BE49-F238E27FC236}">
                  <a16:creationId xmlns:a16="http://schemas.microsoft.com/office/drawing/2014/main" id="{781CBAE6-76AD-2989-266C-45A8DEA4BC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796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5" name="Line 10">
              <a:extLst>
                <a:ext uri="{FF2B5EF4-FFF2-40B4-BE49-F238E27FC236}">
                  <a16:creationId xmlns:a16="http://schemas.microsoft.com/office/drawing/2014/main" id="{3C425C73-1274-9DBA-6F4E-517993040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796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6" name="Line 11">
              <a:extLst>
                <a:ext uri="{FF2B5EF4-FFF2-40B4-BE49-F238E27FC236}">
                  <a16:creationId xmlns:a16="http://schemas.microsoft.com/office/drawing/2014/main" id="{7BAB5F80-07FC-0CC6-5D0F-1DCD98BEA8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844"/>
              <a:ext cx="4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arrow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7" name="Line 12">
              <a:extLst>
                <a:ext uri="{FF2B5EF4-FFF2-40B4-BE49-F238E27FC236}">
                  <a16:creationId xmlns:a16="http://schemas.microsoft.com/office/drawing/2014/main" id="{2C6B76C6-7F3E-F41A-DFD4-196EE538FE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1844"/>
              <a:ext cx="14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arrow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8" name="Text Box 13">
              <a:extLst>
                <a:ext uri="{FF2B5EF4-FFF2-40B4-BE49-F238E27FC236}">
                  <a16:creationId xmlns:a16="http://schemas.microsoft.com/office/drawing/2014/main" id="{1174F6C6-BF97-7603-CDC7-D15613B6D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35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509" name="Text Box 14">
              <a:extLst>
                <a:ext uri="{FF2B5EF4-FFF2-40B4-BE49-F238E27FC236}">
                  <a16:creationId xmlns:a16="http://schemas.microsoft.com/office/drawing/2014/main" id="{597466EC-54A6-11A8-3412-382CA2A1A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35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510" name="Text Box 15">
              <a:extLst>
                <a:ext uri="{FF2B5EF4-FFF2-40B4-BE49-F238E27FC236}">
                  <a16:creationId xmlns:a16="http://schemas.microsoft.com/office/drawing/2014/main" id="{B899DA2C-5635-4868-A37E-97E133ED5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35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511" name="Text Box 16">
              <a:extLst>
                <a:ext uri="{FF2B5EF4-FFF2-40B4-BE49-F238E27FC236}">
                  <a16:creationId xmlns:a16="http://schemas.microsoft.com/office/drawing/2014/main" id="{3CE50EAA-24B3-748E-AF28-F8B57CD29D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35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512" name="Text Box 17">
              <a:extLst>
                <a:ext uri="{FF2B5EF4-FFF2-40B4-BE49-F238E27FC236}">
                  <a16:creationId xmlns:a16="http://schemas.microsoft.com/office/drawing/2014/main" id="{68228FD7-5B39-7D1A-A98A-FF8850757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34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solidFill>
                    <a:srgbClr val="0000FF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7513" name="Text Box 18">
              <a:extLst>
                <a:ext uri="{FF2B5EF4-FFF2-40B4-BE49-F238E27FC236}">
                  <a16:creationId xmlns:a16="http://schemas.microsoft.com/office/drawing/2014/main" id="{5C63EB69-3450-5962-CAFD-B5812712E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36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solidFill>
                    <a:srgbClr val="0000FF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graphicFrame>
          <p:nvGraphicFramePr>
            <p:cNvPr id="17514" name="Object 19">
              <a:extLst>
                <a:ext uri="{FF2B5EF4-FFF2-40B4-BE49-F238E27FC236}">
                  <a16:creationId xmlns:a16="http://schemas.microsoft.com/office/drawing/2014/main" id="{5FF588D3-4953-082A-FFA3-492C38D7FF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8" y="1872"/>
            <a:ext cx="17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5028" imgH="228501" progId="Equation.3">
                    <p:embed/>
                  </p:oleObj>
                </mc:Choice>
                <mc:Fallback>
                  <p:oleObj name="Equation" r:id="rId2" imgW="165028" imgH="228501" progId="Equation.3">
                    <p:embed/>
                    <p:pic>
                      <p:nvPicPr>
                        <p:cNvPr id="17514" name="Object 19">
                          <a:extLst>
                            <a:ext uri="{FF2B5EF4-FFF2-40B4-BE49-F238E27FC236}">
                              <a16:creationId xmlns:a16="http://schemas.microsoft.com/office/drawing/2014/main" id="{5FF588D3-4953-082A-FFA3-492C38D7FF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8" y="1872"/>
                          <a:ext cx="17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5" name="Object 20">
              <a:extLst>
                <a:ext uri="{FF2B5EF4-FFF2-40B4-BE49-F238E27FC236}">
                  <a16:creationId xmlns:a16="http://schemas.microsoft.com/office/drawing/2014/main" id="{780067C6-709C-AB68-D124-25CE959348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2" y="1872"/>
            <a:ext cx="25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41300" imgH="228600" progId="Equation.3">
                    <p:embed/>
                  </p:oleObj>
                </mc:Choice>
                <mc:Fallback>
                  <p:oleObj name="Equation" r:id="rId4" imgW="241300" imgH="228600" progId="Equation.3">
                    <p:embed/>
                    <p:pic>
                      <p:nvPicPr>
                        <p:cNvPr id="17515" name="Object 20">
                          <a:extLst>
                            <a:ext uri="{FF2B5EF4-FFF2-40B4-BE49-F238E27FC236}">
                              <a16:creationId xmlns:a16="http://schemas.microsoft.com/office/drawing/2014/main" id="{780067C6-709C-AB68-D124-25CE959348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2" y="1872"/>
                          <a:ext cx="253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6" name="Object 21">
              <a:extLst>
                <a:ext uri="{FF2B5EF4-FFF2-40B4-BE49-F238E27FC236}">
                  <a16:creationId xmlns:a16="http://schemas.microsoft.com/office/drawing/2014/main" id="{7B6A776F-FC09-5A86-2127-1F8AEA360A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4" y="1872"/>
            <a:ext cx="24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28600" imgH="228600" progId="Equation.3">
                    <p:embed/>
                  </p:oleObj>
                </mc:Choice>
                <mc:Fallback>
                  <p:oleObj name="Equation" r:id="rId6" imgW="228600" imgH="228600" progId="Equation.3">
                    <p:embed/>
                    <p:pic>
                      <p:nvPicPr>
                        <p:cNvPr id="17516" name="Object 21">
                          <a:extLst>
                            <a:ext uri="{FF2B5EF4-FFF2-40B4-BE49-F238E27FC236}">
                              <a16:creationId xmlns:a16="http://schemas.microsoft.com/office/drawing/2014/main" id="{7B6A776F-FC09-5A86-2127-1F8AEA360A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4" y="1872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7" name="Object 22">
              <a:extLst>
                <a:ext uri="{FF2B5EF4-FFF2-40B4-BE49-F238E27FC236}">
                  <a16:creationId xmlns:a16="http://schemas.microsoft.com/office/drawing/2014/main" id="{EDF41F62-A3CD-2660-5327-A617E0382C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24" y="1872"/>
            <a:ext cx="25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41300" imgH="228600" progId="Equation.3">
                    <p:embed/>
                  </p:oleObj>
                </mc:Choice>
                <mc:Fallback>
                  <p:oleObj name="Equation" r:id="rId8" imgW="241300" imgH="228600" progId="Equation.3">
                    <p:embed/>
                    <p:pic>
                      <p:nvPicPr>
                        <p:cNvPr id="17517" name="Object 22">
                          <a:extLst>
                            <a:ext uri="{FF2B5EF4-FFF2-40B4-BE49-F238E27FC236}">
                              <a16:creationId xmlns:a16="http://schemas.microsoft.com/office/drawing/2014/main" id="{EDF41F62-A3CD-2660-5327-A617E0382C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4" y="1872"/>
                          <a:ext cx="25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8" name="Object 23">
              <a:extLst>
                <a:ext uri="{FF2B5EF4-FFF2-40B4-BE49-F238E27FC236}">
                  <a16:creationId xmlns:a16="http://schemas.microsoft.com/office/drawing/2014/main" id="{35B7A377-3514-6245-4726-05CB9433A9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0" y="1899"/>
            <a:ext cx="132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6725" imgH="177415" progId="Equation.3">
                    <p:embed/>
                  </p:oleObj>
                </mc:Choice>
                <mc:Fallback>
                  <p:oleObj name="Equation" r:id="rId10" imgW="126725" imgH="177415" progId="Equation.3">
                    <p:embed/>
                    <p:pic>
                      <p:nvPicPr>
                        <p:cNvPr id="17518" name="Object 23">
                          <a:extLst>
                            <a:ext uri="{FF2B5EF4-FFF2-40B4-BE49-F238E27FC236}">
                              <a16:creationId xmlns:a16="http://schemas.microsoft.com/office/drawing/2014/main" id="{35B7A377-3514-6245-4726-05CB9433A9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" y="1899"/>
                          <a:ext cx="132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9" name="Object 24">
              <a:extLst>
                <a:ext uri="{FF2B5EF4-FFF2-40B4-BE49-F238E27FC236}">
                  <a16:creationId xmlns:a16="http://schemas.microsoft.com/office/drawing/2014/main" id="{A82D7415-A6C3-2355-F646-A6E22E84D6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06" y="1872"/>
            <a:ext cx="24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28600" imgH="228600" progId="Equation.3">
                    <p:embed/>
                  </p:oleObj>
                </mc:Choice>
                <mc:Fallback>
                  <p:oleObj name="Equation" r:id="rId12" imgW="228600" imgH="228600" progId="Equation.3">
                    <p:embed/>
                    <p:pic>
                      <p:nvPicPr>
                        <p:cNvPr id="17519" name="Object 24">
                          <a:extLst>
                            <a:ext uri="{FF2B5EF4-FFF2-40B4-BE49-F238E27FC236}">
                              <a16:creationId xmlns:a16="http://schemas.microsoft.com/office/drawing/2014/main" id="{A82D7415-A6C3-2355-F646-A6E22E84D6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" y="1872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20" name="Object 25">
              <a:extLst>
                <a:ext uri="{FF2B5EF4-FFF2-40B4-BE49-F238E27FC236}">
                  <a16:creationId xmlns:a16="http://schemas.microsoft.com/office/drawing/2014/main" id="{140E2432-2262-10DA-B943-83B193F2AC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3" y="1532"/>
            <a:ext cx="181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2268" imgH="164957" progId="Equation.3">
                    <p:embed/>
                  </p:oleObj>
                </mc:Choice>
                <mc:Fallback>
                  <p:oleObj name="Equation" r:id="rId14" imgW="152268" imgH="164957" progId="Equation.3">
                    <p:embed/>
                    <p:pic>
                      <p:nvPicPr>
                        <p:cNvPr id="17520" name="Object 25">
                          <a:extLst>
                            <a:ext uri="{FF2B5EF4-FFF2-40B4-BE49-F238E27FC236}">
                              <a16:creationId xmlns:a16="http://schemas.microsoft.com/office/drawing/2014/main" id="{140E2432-2262-10DA-B943-83B193F2AC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3" y="1532"/>
                          <a:ext cx="181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521" name="Line 26">
              <a:extLst>
                <a:ext uri="{FF2B5EF4-FFF2-40B4-BE49-F238E27FC236}">
                  <a16:creationId xmlns:a16="http://schemas.microsoft.com/office/drawing/2014/main" id="{6BD09F68-8A66-052C-6CC8-28DED9D510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0" y="1532"/>
              <a:ext cx="0" cy="312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22" name="Line 65">
              <a:extLst>
                <a:ext uri="{FF2B5EF4-FFF2-40B4-BE49-F238E27FC236}">
                  <a16:creationId xmlns:a16="http://schemas.microsoft.com/office/drawing/2014/main" id="{8FED5754-3987-FDF2-493C-AB03BBB70A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9" y="1556"/>
              <a:ext cx="0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23" name="Line 66">
              <a:extLst>
                <a:ext uri="{FF2B5EF4-FFF2-40B4-BE49-F238E27FC236}">
                  <a16:creationId xmlns:a16="http://schemas.microsoft.com/office/drawing/2014/main" id="{36CC3F11-9E31-BB30-83F8-695B348B43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1556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24" name="Line 67">
              <a:extLst>
                <a:ext uri="{FF2B5EF4-FFF2-40B4-BE49-F238E27FC236}">
                  <a16:creationId xmlns:a16="http://schemas.microsoft.com/office/drawing/2014/main" id="{1C9662AF-B385-1273-B4C8-6CB5AA0DB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556"/>
              <a:ext cx="0" cy="55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25" name="Line 68">
              <a:extLst>
                <a:ext uri="{FF2B5EF4-FFF2-40B4-BE49-F238E27FC236}">
                  <a16:creationId xmlns:a16="http://schemas.microsoft.com/office/drawing/2014/main" id="{AF6B3C95-64D1-6E93-810E-5AD1B524D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112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526" name="Line 69">
              <a:extLst>
                <a:ext uri="{FF2B5EF4-FFF2-40B4-BE49-F238E27FC236}">
                  <a16:creationId xmlns:a16="http://schemas.microsoft.com/office/drawing/2014/main" id="{E26C4147-FC66-4A76-A1CA-FF726E883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1532"/>
              <a:ext cx="0" cy="5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27" name="Line 70">
              <a:extLst>
                <a:ext uri="{FF2B5EF4-FFF2-40B4-BE49-F238E27FC236}">
                  <a16:creationId xmlns:a16="http://schemas.microsoft.com/office/drawing/2014/main" id="{2D355B68-BAE1-2852-2361-D7821C65F1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532"/>
              <a:ext cx="115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528" name="Line 71">
              <a:extLst>
                <a:ext uri="{FF2B5EF4-FFF2-40B4-BE49-F238E27FC236}">
                  <a16:creationId xmlns:a16="http://schemas.microsoft.com/office/drawing/2014/main" id="{B91A69C2-A84A-A113-B02B-4FA1FDA1B8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532"/>
              <a:ext cx="0" cy="5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529" name="Line 72">
              <a:extLst>
                <a:ext uri="{FF2B5EF4-FFF2-40B4-BE49-F238E27FC236}">
                  <a16:creationId xmlns:a16="http://schemas.microsoft.com/office/drawing/2014/main" id="{B2795F15-2A50-CB84-3938-B448DE1FB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112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530" name="Line 73">
              <a:extLst>
                <a:ext uri="{FF2B5EF4-FFF2-40B4-BE49-F238E27FC236}">
                  <a16:creationId xmlns:a16="http://schemas.microsoft.com/office/drawing/2014/main" id="{DB59F86E-22B8-728D-AB36-87E2326E78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532"/>
              <a:ext cx="0" cy="5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531" name="Line 74">
              <a:extLst>
                <a:ext uri="{FF2B5EF4-FFF2-40B4-BE49-F238E27FC236}">
                  <a16:creationId xmlns:a16="http://schemas.microsoft.com/office/drawing/2014/main" id="{585FFE22-FB95-F9AC-FD20-7599DFB50B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532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32" name="Line 75">
              <a:extLst>
                <a:ext uri="{FF2B5EF4-FFF2-40B4-BE49-F238E27FC236}">
                  <a16:creationId xmlns:a16="http://schemas.microsoft.com/office/drawing/2014/main" id="{3AE1C5F4-8AC7-1E4C-3D9B-10CB52968C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1532"/>
              <a:ext cx="0" cy="31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grpSp>
        <p:nvGrpSpPr>
          <p:cNvPr id="17414" name="Group 84">
            <a:extLst>
              <a:ext uri="{FF2B5EF4-FFF2-40B4-BE49-F238E27FC236}">
                <a16:creationId xmlns:a16="http://schemas.microsoft.com/office/drawing/2014/main" id="{1D266B60-AAA1-6796-3D9E-6C41DFB24DAF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392487"/>
            <a:ext cx="7010400" cy="1371600"/>
            <a:chOff x="768" y="1824"/>
            <a:chExt cx="4416" cy="864"/>
          </a:xfrm>
        </p:grpSpPr>
        <p:sp>
          <p:nvSpPr>
            <p:cNvPr id="17454" name="Line 85">
              <a:extLst>
                <a:ext uri="{FF2B5EF4-FFF2-40B4-BE49-F238E27FC236}">
                  <a16:creationId xmlns:a16="http://schemas.microsoft.com/office/drawing/2014/main" id="{D1185219-BF2E-07C7-0826-C3F65EBA5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256"/>
              <a:ext cx="3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55" name="Line 86">
              <a:extLst>
                <a:ext uri="{FF2B5EF4-FFF2-40B4-BE49-F238E27FC236}">
                  <a16:creationId xmlns:a16="http://schemas.microsoft.com/office/drawing/2014/main" id="{DB29A3DE-3ED5-A60D-69C0-0534F1E3E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2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56" name="Line 87">
              <a:extLst>
                <a:ext uri="{FF2B5EF4-FFF2-40B4-BE49-F238E27FC236}">
                  <a16:creationId xmlns:a16="http://schemas.microsoft.com/office/drawing/2014/main" id="{04C13741-07D9-534B-503C-B74B637CE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2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57" name="Line 88">
              <a:extLst>
                <a:ext uri="{FF2B5EF4-FFF2-40B4-BE49-F238E27FC236}">
                  <a16:creationId xmlns:a16="http://schemas.microsoft.com/office/drawing/2014/main" id="{046F2D97-89B4-E61A-8566-7FFB11AFB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2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58" name="Line 89">
              <a:extLst>
                <a:ext uri="{FF2B5EF4-FFF2-40B4-BE49-F238E27FC236}">
                  <a16:creationId xmlns:a16="http://schemas.microsoft.com/office/drawing/2014/main" id="{AC0C08DB-3D96-C0CC-333E-58A4792E46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2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59" name="Line 90">
              <a:extLst>
                <a:ext uri="{FF2B5EF4-FFF2-40B4-BE49-F238E27FC236}">
                  <a16:creationId xmlns:a16="http://schemas.microsoft.com/office/drawing/2014/main" id="{CDA819C5-7834-91EB-ED73-213FE6424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2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60" name="Line 91">
              <a:extLst>
                <a:ext uri="{FF2B5EF4-FFF2-40B4-BE49-F238E27FC236}">
                  <a16:creationId xmlns:a16="http://schemas.microsoft.com/office/drawing/2014/main" id="{B354BA9A-0025-5F86-169D-75487E4C1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2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61" name="Line 92">
              <a:extLst>
                <a:ext uri="{FF2B5EF4-FFF2-40B4-BE49-F238E27FC236}">
                  <a16:creationId xmlns:a16="http://schemas.microsoft.com/office/drawing/2014/main" id="{A1DE2251-4BED-5DF4-64B7-8978559B77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256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graphicFrame>
          <p:nvGraphicFramePr>
            <p:cNvPr id="17462" name="Object 93">
              <a:extLst>
                <a:ext uri="{FF2B5EF4-FFF2-40B4-BE49-F238E27FC236}">
                  <a16:creationId xmlns:a16="http://schemas.microsoft.com/office/drawing/2014/main" id="{582BAB8C-922E-5783-315A-842A353891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8" y="2304"/>
            <a:ext cx="17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5028" imgH="228501" progId="Equation.3">
                    <p:embed/>
                  </p:oleObj>
                </mc:Choice>
                <mc:Fallback>
                  <p:oleObj name="Equation" r:id="rId16" imgW="165028" imgH="228501" progId="Equation.3">
                    <p:embed/>
                    <p:pic>
                      <p:nvPicPr>
                        <p:cNvPr id="17462" name="Object 93">
                          <a:extLst>
                            <a:ext uri="{FF2B5EF4-FFF2-40B4-BE49-F238E27FC236}">
                              <a16:creationId xmlns:a16="http://schemas.microsoft.com/office/drawing/2014/main" id="{582BAB8C-922E-5783-315A-842A353891F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8" y="2304"/>
                          <a:ext cx="17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3" name="Object 94">
              <a:extLst>
                <a:ext uri="{FF2B5EF4-FFF2-40B4-BE49-F238E27FC236}">
                  <a16:creationId xmlns:a16="http://schemas.microsoft.com/office/drawing/2014/main" id="{A901ED3E-B90E-EDA7-3144-55678C0673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2" y="2304"/>
            <a:ext cx="25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41300" imgH="228600" progId="Equation.3">
                    <p:embed/>
                  </p:oleObj>
                </mc:Choice>
                <mc:Fallback>
                  <p:oleObj name="Equation" r:id="rId17" imgW="241300" imgH="228600" progId="Equation.3">
                    <p:embed/>
                    <p:pic>
                      <p:nvPicPr>
                        <p:cNvPr id="17463" name="Object 94">
                          <a:extLst>
                            <a:ext uri="{FF2B5EF4-FFF2-40B4-BE49-F238E27FC236}">
                              <a16:creationId xmlns:a16="http://schemas.microsoft.com/office/drawing/2014/main" id="{A901ED3E-B90E-EDA7-3144-55678C0673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2" y="2304"/>
                          <a:ext cx="253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4" name="Object 95">
              <a:extLst>
                <a:ext uri="{FF2B5EF4-FFF2-40B4-BE49-F238E27FC236}">
                  <a16:creationId xmlns:a16="http://schemas.microsoft.com/office/drawing/2014/main" id="{3E147D89-E50D-6E4F-317E-0905361AA7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4" y="2304"/>
            <a:ext cx="24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28600" imgH="228600" progId="Equation.3">
                    <p:embed/>
                  </p:oleObj>
                </mc:Choice>
                <mc:Fallback>
                  <p:oleObj name="Equation" r:id="rId18" imgW="228600" imgH="228600" progId="Equation.3">
                    <p:embed/>
                    <p:pic>
                      <p:nvPicPr>
                        <p:cNvPr id="17464" name="Object 95">
                          <a:extLst>
                            <a:ext uri="{FF2B5EF4-FFF2-40B4-BE49-F238E27FC236}">
                              <a16:creationId xmlns:a16="http://schemas.microsoft.com/office/drawing/2014/main" id="{3E147D89-E50D-6E4F-317E-0905361AA7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4" y="2304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5" name="Object 96">
              <a:extLst>
                <a:ext uri="{FF2B5EF4-FFF2-40B4-BE49-F238E27FC236}">
                  <a16:creationId xmlns:a16="http://schemas.microsoft.com/office/drawing/2014/main" id="{B6366891-2935-141A-4377-F109D436FE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24" y="2304"/>
            <a:ext cx="25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41300" imgH="228600" progId="Equation.3">
                    <p:embed/>
                  </p:oleObj>
                </mc:Choice>
                <mc:Fallback>
                  <p:oleObj name="Equation" r:id="rId19" imgW="241300" imgH="228600" progId="Equation.3">
                    <p:embed/>
                    <p:pic>
                      <p:nvPicPr>
                        <p:cNvPr id="17465" name="Object 96">
                          <a:extLst>
                            <a:ext uri="{FF2B5EF4-FFF2-40B4-BE49-F238E27FC236}">
                              <a16:creationId xmlns:a16="http://schemas.microsoft.com/office/drawing/2014/main" id="{B6366891-2935-141A-4377-F109D436FE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4" y="2304"/>
                          <a:ext cx="25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6" name="Object 97">
              <a:extLst>
                <a:ext uri="{FF2B5EF4-FFF2-40B4-BE49-F238E27FC236}">
                  <a16:creationId xmlns:a16="http://schemas.microsoft.com/office/drawing/2014/main" id="{389DAD3E-317C-6968-9C22-4672EE36F6E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0" y="2331"/>
            <a:ext cx="132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26725" imgH="177415" progId="Equation.3">
                    <p:embed/>
                  </p:oleObj>
                </mc:Choice>
                <mc:Fallback>
                  <p:oleObj name="Equation" r:id="rId20" imgW="126725" imgH="177415" progId="Equation.3">
                    <p:embed/>
                    <p:pic>
                      <p:nvPicPr>
                        <p:cNvPr id="17466" name="Object 97">
                          <a:extLst>
                            <a:ext uri="{FF2B5EF4-FFF2-40B4-BE49-F238E27FC236}">
                              <a16:creationId xmlns:a16="http://schemas.microsoft.com/office/drawing/2014/main" id="{389DAD3E-317C-6968-9C22-4672EE36F6E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" y="2331"/>
                          <a:ext cx="132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7" name="Object 98">
              <a:extLst>
                <a:ext uri="{FF2B5EF4-FFF2-40B4-BE49-F238E27FC236}">
                  <a16:creationId xmlns:a16="http://schemas.microsoft.com/office/drawing/2014/main" id="{9FDE54A9-6BAA-CEA7-735C-47B60C5328A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06" y="2304"/>
            <a:ext cx="24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28600" imgH="228600" progId="Equation.3">
                    <p:embed/>
                  </p:oleObj>
                </mc:Choice>
                <mc:Fallback>
                  <p:oleObj name="Equation" r:id="rId21" imgW="228600" imgH="228600" progId="Equation.3">
                    <p:embed/>
                    <p:pic>
                      <p:nvPicPr>
                        <p:cNvPr id="17467" name="Object 98">
                          <a:extLst>
                            <a:ext uri="{FF2B5EF4-FFF2-40B4-BE49-F238E27FC236}">
                              <a16:creationId xmlns:a16="http://schemas.microsoft.com/office/drawing/2014/main" id="{9FDE54A9-6BAA-CEA7-735C-47B60C5328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" y="2304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468" name="Group 99">
              <a:extLst>
                <a:ext uri="{FF2B5EF4-FFF2-40B4-BE49-F238E27FC236}">
                  <a16:creationId xmlns:a16="http://schemas.microsoft.com/office/drawing/2014/main" id="{8EADE309-E755-BD4D-7B10-48729F3B26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824"/>
              <a:ext cx="1344" cy="432"/>
              <a:chOff x="2016" y="3264"/>
              <a:chExt cx="1344" cy="432"/>
            </a:xfrm>
          </p:grpSpPr>
          <p:grpSp>
            <p:nvGrpSpPr>
              <p:cNvPr id="17494" name="Group 100">
                <a:extLst>
                  <a:ext uri="{FF2B5EF4-FFF2-40B4-BE49-F238E27FC236}">
                    <a16:creationId xmlns:a16="http://schemas.microsoft.com/office/drawing/2014/main" id="{99DB6211-BF42-DC4A-AF81-FCADB561A4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3264"/>
                <a:ext cx="1344" cy="432"/>
                <a:chOff x="2016" y="3264"/>
                <a:chExt cx="1344" cy="432"/>
              </a:xfrm>
            </p:grpSpPr>
            <p:sp>
              <p:nvSpPr>
                <p:cNvPr id="17497" name="Freeform 101">
                  <a:extLst>
                    <a:ext uri="{FF2B5EF4-FFF2-40B4-BE49-F238E27FC236}">
                      <a16:creationId xmlns:a16="http://schemas.microsoft.com/office/drawing/2014/main" id="{ED949E18-1F71-386D-AF76-0E0144FECF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6" y="3264"/>
                  <a:ext cx="672" cy="432"/>
                </a:xfrm>
                <a:custGeom>
                  <a:avLst/>
                  <a:gdLst>
                    <a:gd name="T0" fmla="*/ 0 w 672"/>
                    <a:gd name="T1" fmla="*/ 432 h 432"/>
                    <a:gd name="T2" fmla="*/ 192 w 672"/>
                    <a:gd name="T3" fmla="*/ 336 h 432"/>
                    <a:gd name="T4" fmla="*/ 384 w 672"/>
                    <a:gd name="T5" fmla="*/ 144 h 432"/>
                    <a:gd name="T6" fmla="*/ 528 w 672"/>
                    <a:gd name="T7" fmla="*/ 48 h 432"/>
                    <a:gd name="T8" fmla="*/ 672 w 672"/>
                    <a:gd name="T9" fmla="*/ 0 h 4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72" h="432">
                      <a:moveTo>
                        <a:pt x="0" y="432"/>
                      </a:moveTo>
                      <a:cubicBezTo>
                        <a:pt x="64" y="408"/>
                        <a:pt x="128" y="384"/>
                        <a:pt x="192" y="336"/>
                      </a:cubicBezTo>
                      <a:cubicBezTo>
                        <a:pt x="256" y="288"/>
                        <a:pt x="328" y="192"/>
                        <a:pt x="384" y="144"/>
                      </a:cubicBezTo>
                      <a:cubicBezTo>
                        <a:pt x="440" y="96"/>
                        <a:pt x="480" y="72"/>
                        <a:pt x="528" y="48"/>
                      </a:cubicBezTo>
                      <a:cubicBezTo>
                        <a:pt x="576" y="24"/>
                        <a:pt x="624" y="12"/>
                        <a:pt x="672" y="0"/>
                      </a:cubicBez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7498" name="Freeform 102">
                  <a:extLst>
                    <a:ext uri="{FF2B5EF4-FFF2-40B4-BE49-F238E27FC236}">
                      <a16:creationId xmlns:a16="http://schemas.microsoft.com/office/drawing/2014/main" id="{A49A2BBB-4D9C-68E2-264A-965D69A613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688" y="3264"/>
                  <a:ext cx="672" cy="432"/>
                </a:xfrm>
                <a:custGeom>
                  <a:avLst/>
                  <a:gdLst>
                    <a:gd name="T0" fmla="*/ 0 w 672"/>
                    <a:gd name="T1" fmla="*/ 432 h 432"/>
                    <a:gd name="T2" fmla="*/ 192 w 672"/>
                    <a:gd name="T3" fmla="*/ 336 h 432"/>
                    <a:gd name="T4" fmla="*/ 384 w 672"/>
                    <a:gd name="T5" fmla="*/ 144 h 432"/>
                    <a:gd name="T6" fmla="*/ 528 w 672"/>
                    <a:gd name="T7" fmla="*/ 48 h 432"/>
                    <a:gd name="T8" fmla="*/ 672 w 672"/>
                    <a:gd name="T9" fmla="*/ 0 h 4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72" h="432">
                      <a:moveTo>
                        <a:pt x="0" y="432"/>
                      </a:moveTo>
                      <a:cubicBezTo>
                        <a:pt x="64" y="408"/>
                        <a:pt x="128" y="384"/>
                        <a:pt x="192" y="336"/>
                      </a:cubicBezTo>
                      <a:cubicBezTo>
                        <a:pt x="256" y="288"/>
                        <a:pt x="328" y="192"/>
                        <a:pt x="384" y="144"/>
                      </a:cubicBezTo>
                      <a:cubicBezTo>
                        <a:pt x="440" y="96"/>
                        <a:pt x="480" y="72"/>
                        <a:pt x="528" y="48"/>
                      </a:cubicBezTo>
                      <a:cubicBezTo>
                        <a:pt x="576" y="24"/>
                        <a:pt x="624" y="12"/>
                        <a:pt x="672" y="0"/>
                      </a:cubicBez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17495" name="Freeform 103">
                <a:extLst>
                  <a:ext uri="{FF2B5EF4-FFF2-40B4-BE49-F238E27FC236}">
                    <a16:creationId xmlns:a16="http://schemas.microsoft.com/office/drawing/2014/main" id="{46F44C86-16A3-7F2C-B0CC-F45994554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3264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7496" name="Freeform 104">
                <a:extLst>
                  <a:ext uri="{FF2B5EF4-FFF2-40B4-BE49-F238E27FC236}">
                    <a16:creationId xmlns:a16="http://schemas.microsoft.com/office/drawing/2014/main" id="{B7898724-7739-BB24-781D-C418D6FD9B4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688" y="3264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7469" name="Group 105">
              <a:extLst>
                <a:ext uri="{FF2B5EF4-FFF2-40B4-BE49-F238E27FC236}">
                  <a16:creationId xmlns:a16="http://schemas.microsoft.com/office/drawing/2014/main" id="{E7AB0F3D-70F3-6007-CD71-B9A6093530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824"/>
              <a:ext cx="1440" cy="432"/>
              <a:chOff x="768" y="2592"/>
              <a:chExt cx="1440" cy="432"/>
            </a:xfrm>
          </p:grpSpPr>
          <p:sp>
            <p:nvSpPr>
              <p:cNvPr id="17491" name="Line 106">
                <a:extLst>
                  <a:ext uri="{FF2B5EF4-FFF2-40B4-BE49-F238E27FC236}">
                    <a16:creationId xmlns:a16="http://schemas.microsoft.com/office/drawing/2014/main" id="{660035F7-F01A-F622-BD49-D9D08C3FC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8" y="3024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7492" name="Freeform 107">
                <a:extLst>
                  <a:ext uri="{FF2B5EF4-FFF2-40B4-BE49-F238E27FC236}">
                    <a16:creationId xmlns:a16="http://schemas.microsoft.com/office/drawing/2014/main" id="{C52E090E-E9FD-791E-7768-F630AB461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4" y="2592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7493" name="Freeform 108">
                <a:extLst>
                  <a:ext uri="{FF2B5EF4-FFF2-40B4-BE49-F238E27FC236}">
                    <a16:creationId xmlns:a16="http://schemas.microsoft.com/office/drawing/2014/main" id="{B234E4E0-8992-3C65-8889-834F22D7896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2592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7470" name="Group 109">
              <a:extLst>
                <a:ext uri="{FF2B5EF4-FFF2-40B4-BE49-F238E27FC236}">
                  <a16:creationId xmlns:a16="http://schemas.microsoft.com/office/drawing/2014/main" id="{882B4F10-F5C1-8396-F55B-73D5B50D7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1824"/>
              <a:ext cx="1344" cy="432"/>
              <a:chOff x="2016" y="3264"/>
              <a:chExt cx="1344" cy="432"/>
            </a:xfrm>
          </p:grpSpPr>
          <p:grpSp>
            <p:nvGrpSpPr>
              <p:cNvPr id="17486" name="Group 110">
                <a:extLst>
                  <a:ext uri="{FF2B5EF4-FFF2-40B4-BE49-F238E27FC236}">
                    <a16:creationId xmlns:a16="http://schemas.microsoft.com/office/drawing/2014/main" id="{F227E24B-1310-722B-BF54-681B7E15CE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3264"/>
                <a:ext cx="1344" cy="432"/>
                <a:chOff x="2016" y="3264"/>
                <a:chExt cx="1344" cy="432"/>
              </a:xfrm>
            </p:grpSpPr>
            <p:sp>
              <p:nvSpPr>
                <p:cNvPr id="17489" name="Freeform 111">
                  <a:extLst>
                    <a:ext uri="{FF2B5EF4-FFF2-40B4-BE49-F238E27FC236}">
                      <a16:creationId xmlns:a16="http://schemas.microsoft.com/office/drawing/2014/main" id="{EC052FB8-337E-58A1-6FEC-B3371319E1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6" y="3264"/>
                  <a:ext cx="672" cy="432"/>
                </a:xfrm>
                <a:custGeom>
                  <a:avLst/>
                  <a:gdLst>
                    <a:gd name="T0" fmla="*/ 0 w 672"/>
                    <a:gd name="T1" fmla="*/ 432 h 432"/>
                    <a:gd name="T2" fmla="*/ 192 w 672"/>
                    <a:gd name="T3" fmla="*/ 336 h 432"/>
                    <a:gd name="T4" fmla="*/ 384 w 672"/>
                    <a:gd name="T5" fmla="*/ 144 h 432"/>
                    <a:gd name="T6" fmla="*/ 528 w 672"/>
                    <a:gd name="T7" fmla="*/ 48 h 432"/>
                    <a:gd name="T8" fmla="*/ 672 w 672"/>
                    <a:gd name="T9" fmla="*/ 0 h 4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72" h="432">
                      <a:moveTo>
                        <a:pt x="0" y="432"/>
                      </a:moveTo>
                      <a:cubicBezTo>
                        <a:pt x="64" y="408"/>
                        <a:pt x="128" y="384"/>
                        <a:pt x="192" y="336"/>
                      </a:cubicBezTo>
                      <a:cubicBezTo>
                        <a:pt x="256" y="288"/>
                        <a:pt x="328" y="192"/>
                        <a:pt x="384" y="144"/>
                      </a:cubicBezTo>
                      <a:cubicBezTo>
                        <a:pt x="440" y="96"/>
                        <a:pt x="480" y="72"/>
                        <a:pt x="528" y="48"/>
                      </a:cubicBezTo>
                      <a:cubicBezTo>
                        <a:pt x="576" y="24"/>
                        <a:pt x="624" y="12"/>
                        <a:pt x="672" y="0"/>
                      </a:cubicBez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7490" name="Freeform 112">
                  <a:extLst>
                    <a:ext uri="{FF2B5EF4-FFF2-40B4-BE49-F238E27FC236}">
                      <a16:creationId xmlns:a16="http://schemas.microsoft.com/office/drawing/2014/main" id="{46DA5995-CF61-0333-B50B-5DFA749851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688" y="3264"/>
                  <a:ext cx="672" cy="432"/>
                </a:xfrm>
                <a:custGeom>
                  <a:avLst/>
                  <a:gdLst>
                    <a:gd name="T0" fmla="*/ 0 w 672"/>
                    <a:gd name="T1" fmla="*/ 432 h 432"/>
                    <a:gd name="T2" fmla="*/ 192 w 672"/>
                    <a:gd name="T3" fmla="*/ 336 h 432"/>
                    <a:gd name="T4" fmla="*/ 384 w 672"/>
                    <a:gd name="T5" fmla="*/ 144 h 432"/>
                    <a:gd name="T6" fmla="*/ 528 w 672"/>
                    <a:gd name="T7" fmla="*/ 48 h 432"/>
                    <a:gd name="T8" fmla="*/ 672 w 672"/>
                    <a:gd name="T9" fmla="*/ 0 h 4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72" h="432">
                      <a:moveTo>
                        <a:pt x="0" y="432"/>
                      </a:moveTo>
                      <a:cubicBezTo>
                        <a:pt x="64" y="408"/>
                        <a:pt x="128" y="384"/>
                        <a:pt x="192" y="336"/>
                      </a:cubicBezTo>
                      <a:cubicBezTo>
                        <a:pt x="256" y="288"/>
                        <a:pt x="328" y="192"/>
                        <a:pt x="384" y="144"/>
                      </a:cubicBezTo>
                      <a:cubicBezTo>
                        <a:pt x="440" y="96"/>
                        <a:pt x="480" y="72"/>
                        <a:pt x="528" y="48"/>
                      </a:cubicBezTo>
                      <a:cubicBezTo>
                        <a:pt x="576" y="24"/>
                        <a:pt x="624" y="12"/>
                        <a:pt x="672" y="0"/>
                      </a:cubicBez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17487" name="Freeform 113">
                <a:extLst>
                  <a:ext uri="{FF2B5EF4-FFF2-40B4-BE49-F238E27FC236}">
                    <a16:creationId xmlns:a16="http://schemas.microsoft.com/office/drawing/2014/main" id="{7324DA4B-4EB2-6D30-4FC5-539501F7D1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3264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7488" name="Freeform 114">
                <a:extLst>
                  <a:ext uri="{FF2B5EF4-FFF2-40B4-BE49-F238E27FC236}">
                    <a16:creationId xmlns:a16="http://schemas.microsoft.com/office/drawing/2014/main" id="{305D5C14-9CD6-9E54-2A39-FEEC19386CB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688" y="3264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7471" name="Group 115">
              <a:extLst>
                <a:ext uri="{FF2B5EF4-FFF2-40B4-BE49-F238E27FC236}">
                  <a16:creationId xmlns:a16="http://schemas.microsoft.com/office/drawing/2014/main" id="{F629E6F7-2A70-89FD-4126-EC854B12BE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1824"/>
              <a:ext cx="1344" cy="432"/>
              <a:chOff x="2016" y="3264"/>
              <a:chExt cx="1344" cy="432"/>
            </a:xfrm>
          </p:grpSpPr>
          <p:grpSp>
            <p:nvGrpSpPr>
              <p:cNvPr id="17481" name="Group 116">
                <a:extLst>
                  <a:ext uri="{FF2B5EF4-FFF2-40B4-BE49-F238E27FC236}">
                    <a16:creationId xmlns:a16="http://schemas.microsoft.com/office/drawing/2014/main" id="{052FACE3-4D3E-F348-7BD3-A32785AF4C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3264"/>
                <a:ext cx="1344" cy="432"/>
                <a:chOff x="2016" y="3264"/>
                <a:chExt cx="1344" cy="432"/>
              </a:xfrm>
            </p:grpSpPr>
            <p:sp>
              <p:nvSpPr>
                <p:cNvPr id="17484" name="Freeform 117">
                  <a:extLst>
                    <a:ext uri="{FF2B5EF4-FFF2-40B4-BE49-F238E27FC236}">
                      <a16:creationId xmlns:a16="http://schemas.microsoft.com/office/drawing/2014/main" id="{63F0AFB3-1257-1BDF-74BE-E9FF1DF8FE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6" y="3264"/>
                  <a:ext cx="672" cy="432"/>
                </a:xfrm>
                <a:custGeom>
                  <a:avLst/>
                  <a:gdLst>
                    <a:gd name="T0" fmla="*/ 0 w 672"/>
                    <a:gd name="T1" fmla="*/ 432 h 432"/>
                    <a:gd name="T2" fmla="*/ 192 w 672"/>
                    <a:gd name="T3" fmla="*/ 336 h 432"/>
                    <a:gd name="T4" fmla="*/ 384 w 672"/>
                    <a:gd name="T5" fmla="*/ 144 h 432"/>
                    <a:gd name="T6" fmla="*/ 528 w 672"/>
                    <a:gd name="T7" fmla="*/ 48 h 432"/>
                    <a:gd name="T8" fmla="*/ 672 w 672"/>
                    <a:gd name="T9" fmla="*/ 0 h 4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72" h="432">
                      <a:moveTo>
                        <a:pt x="0" y="432"/>
                      </a:moveTo>
                      <a:cubicBezTo>
                        <a:pt x="64" y="408"/>
                        <a:pt x="128" y="384"/>
                        <a:pt x="192" y="336"/>
                      </a:cubicBezTo>
                      <a:cubicBezTo>
                        <a:pt x="256" y="288"/>
                        <a:pt x="328" y="192"/>
                        <a:pt x="384" y="144"/>
                      </a:cubicBezTo>
                      <a:cubicBezTo>
                        <a:pt x="440" y="96"/>
                        <a:pt x="480" y="72"/>
                        <a:pt x="528" y="48"/>
                      </a:cubicBezTo>
                      <a:cubicBezTo>
                        <a:pt x="576" y="24"/>
                        <a:pt x="624" y="12"/>
                        <a:pt x="672" y="0"/>
                      </a:cubicBez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7485" name="Freeform 118">
                  <a:extLst>
                    <a:ext uri="{FF2B5EF4-FFF2-40B4-BE49-F238E27FC236}">
                      <a16:creationId xmlns:a16="http://schemas.microsoft.com/office/drawing/2014/main" id="{5CBA78DC-1F7F-E397-A1E9-EC9EFA92AB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688" y="3264"/>
                  <a:ext cx="672" cy="432"/>
                </a:xfrm>
                <a:custGeom>
                  <a:avLst/>
                  <a:gdLst>
                    <a:gd name="T0" fmla="*/ 0 w 672"/>
                    <a:gd name="T1" fmla="*/ 432 h 432"/>
                    <a:gd name="T2" fmla="*/ 192 w 672"/>
                    <a:gd name="T3" fmla="*/ 336 h 432"/>
                    <a:gd name="T4" fmla="*/ 384 w 672"/>
                    <a:gd name="T5" fmla="*/ 144 h 432"/>
                    <a:gd name="T6" fmla="*/ 528 w 672"/>
                    <a:gd name="T7" fmla="*/ 48 h 432"/>
                    <a:gd name="T8" fmla="*/ 672 w 672"/>
                    <a:gd name="T9" fmla="*/ 0 h 4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72" h="432">
                      <a:moveTo>
                        <a:pt x="0" y="432"/>
                      </a:moveTo>
                      <a:cubicBezTo>
                        <a:pt x="64" y="408"/>
                        <a:pt x="128" y="384"/>
                        <a:pt x="192" y="336"/>
                      </a:cubicBezTo>
                      <a:cubicBezTo>
                        <a:pt x="256" y="288"/>
                        <a:pt x="328" y="192"/>
                        <a:pt x="384" y="144"/>
                      </a:cubicBezTo>
                      <a:cubicBezTo>
                        <a:pt x="440" y="96"/>
                        <a:pt x="480" y="72"/>
                        <a:pt x="528" y="48"/>
                      </a:cubicBezTo>
                      <a:cubicBezTo>
                        <a:pt x="576" y="24"/>
                        <a:pt x="624" y="12"/>
                        <a:pt x="672" y="0"/>
                      </a:cubicBez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17482" name="Freeform 119">
                <a:extLst>
                  <a:ext uri="{FF2B5EF4-FFF2-40B4-BE49-F238E27FC236}">
                    <a16:creationId xmlns:a16="http://schemas.microsoft.com/office/drawing/2014/main" id="{6F63B729-30A0-79F3-FD7F-959876A8F4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3264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7483" name="Freeform 120">
                <a:extLst>
                  <a:ext uri="{FF2B5EF4-FFF2-40B4-BE49-F238E27FC236}">
                    <a16:creationId xmlns:a16="http://schemas.microsoft.com/office/drawing/2014/main" id="{F80E7536-70C3-6F61-F473-3DF99FAE5B7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688" y="3264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17472" name="Line 121">
              <a:extLst>
                <a:ext uri="{FF2B5EF4-FFF2-40B4-BE49-F238E27FC236}">
                  <a16:creationId xmlns:a16="http://schemas.microsoft.com/office/drawing/2014/main" id="{5776BBDF-4E78-119E-AC8D-A0C1AFE79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2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73" name="Line 122">
              <a:extLst>
                <a:ext uri="{FF2B5EF4-FFF2-40B4-BE49-F238E27FC236}">
                  <a16:creationId xmlns:a16="http://schemas.microsoft.com/office/drawing/2014/main" id="{9C137FA5-080D-FF91-2B47-A9677DC30A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2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grpSp>
          <p:nvGrpSpPr>
            <p:cNvPr id="17474" name="Group 123">
              <a:extLst>
                <a:ext uri="{FF2B5EF4-FFF2-40B4-BE49-F238E27FC236}">
                  <a16:creationId xmlns:a16="http://schemas.microsoft.com/office/drawing/2014/main" id="{8F0324D6-8A5C-E683-9719-2B648D8A7259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168" y="2256"/>
              <a:ext cx="1344" cy="432"/>
              <a:chOff x="960" y="3456"/>
              <a:chExt cx="1344" cy="432"/>
            </a:xfrm>
          </p:grpSpPr>
          <p:sp>
            <p:nvSpPr>
              <p:cNvPr id="17479" name="Freeform 124">
                <a:extLst>
                  <a:ext uri="{FF2B5EF4-FFF2-40B4-BE49-F238E27FC236}">
                    <a16:creationId xmlns:a16="http://schemas.microsoft.com/office/drawing/2014/main" id="{EE359460-24AE-82DA-F01E-0FC986F10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" y="3456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7480" name="Freeform 125">
                <a:extLst>
                  <a:ext uri="{FF2B5EF4-FFF2-40B4-BE49-F238E27FC236}">
                    <a16:creationId xmlns:a16="http://schemas.microsoft.com/office/drawing/2014/main" id="{96EE4066-F88A-0709-EC64-06D9E719AD9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632" y="3456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7475" name="Group 126">
              <a:extLst>
                <a:ext uri="{FF2B5EF4-FFF2-40B4-BE49-F238E27FC236}">
                  <a16:creationId xmlns:a16="http://schemas.microsoft.com/office/drawing/2014/main" id="{D4C03B43-7CE4-2738-AF5D-9128E390AEC6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440" y="2256"/>
              <a:ext cx="1344" cy="432"/>
              <a:chOff x="960" y="3456"/>
              <a:chExt cx="1344" cy="432"/>
            </a:xfrm>
          </p:grpSpPr>
          <p:sp>
            <p:nvSpPr>
              <p:cNvPr id="17477" name="Freeform 127">
                <a:extLst>
                  <a:ext uri="{FF2B5EF4-FFF2-40B4-BE49-F238E27FC236}">
                    <a16:creationId xmlns:a16="http://schemas.microsoft.com/office/drawing/2014/main" id="{F9F378F5-FDD7-D565-A43D-1FBBC75B8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" y="3456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7478" name="Freeform 128">
                <a:extLst>
                  <a:ext uri="{FF2B5EF4-FFF2-40B4-BE49-F238E27FC236}">
                    <a16:creationId xmlns:a16="http://schemas.microsoft.com/office/drawing/2014/main" id="{D26759FB-1DCA-22CB-6281-52477EC3A0F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632" y="3456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17476" name="Freeform 129">
              <a:extLst>
                <a:ext uri="{FF2B5EF4-FFF2-40B4-BE49-F238E27FC236}">
                  <a16:creationId xmlns:a16="http://schemas.microsoft.com/office/drawing/2014/main" id="{8DF50513-53E8-07B4-4D48-59B9C57B3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8" y="2083"/>
              <a:ext cx="116" cy="233"/>
            </a:xfrm>
            <a:custGeom>
              <a:avLst/>
              <a:gdLst>
                <a:gd name="T0" fmla="*/ 0 w 3108"/>
                <a:gd name="T1" fmla="*/ 101 h 897"/>
                <a:gd name="T2" fmla="*/ 128 w 3108"/>
                <a:gd name="T3" fmla="*/ 153 h 897"/>
                <a:gd name="T4" fmla="*/ 368 w 3108"/>
                <a:gd name="T5" fmla="*/ 497 h 897"/>
                <a:gd name="T6" fmla="*/ 672 w 3108"/>
                <a:gd name="T7" fmla="*/ 897 h 897"/>
                <a:gd name="T8" fmla="*/ 944 w 3108"/>
                <a:gd name="T9" fmla="*/ 497 h 897"/>
                <a:gd name="T10" fmla="*/ 1232 w 3108"/>
                <a:gd name="T11" fmla="*/ 121 h 897"/>
                <a:gd name="T12" fmla="*/ 1532 w 3108"/>
                <a:gd name="T13" fmla="*/ 5 h 897"/>
                <a:gd name="T14" fmla="*/ 1824 w 3108"/>
                <a:gd name="T15" fmla="*/ 149 h 897"/>
                <a:gd name="T16" fmla="*/ 2124 w 3108"/>
                <a:gd name="T17" fmla="*/ 505 h 897"/>
                <a:gd name="T18" fmla="*/ 2392 w 3108"/>
                <a:gd name="T19" fmla="*/ 857 h 897"/>
                <a:gd name="T20" fmla="*/ 2684 w 3108"/>
                <a:gd name="T21" fmla="*/ 493 h 897"/>
                <a:gd name="T22" fmla="*/ 2892 w 3108"/>
                <a:gd name="T23" fmla="*/ 161 h 897"/>
                <a:gd name="T24" fmla="*/ 3108 w 3108"/>
                <a:gd name="T25" fmla="*/ 125 h 89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108" h="897">
                  <a:moveTo>
                    <a:pt x="0" y="101"/>
                  </a:moveTo>
                  <a:cubicBezTo>
                    <a:pt x="33" y="94"/>
                    <a:pt x="67" y="87"/>
                    <a:pt x="128" y="153"/>
                  </a:cubicBezTo>
                  <a:cubicBezTo>
                    <a:pt x="189" y="219"/>
                    <a:pt x="277" y="373"/>
                    <a:pt x="368" y="497"/>
                  </a:cubicBezTo>
                  <a:cubicBezTo>
                    <a:pt x="459" y="621"/>
                    <a:pt x="576" y="897"/>
                    <a:pt x="672" y="897"/>
                  </a:cubicBezTo>
                  <a:cubicBezTo>
                    <a:pt x="768" y="897"/>
                    <a:pt x="851" y="626"/>
                    <a:pt x="944" y="497"/>
                  </a:cubicBezTo>
                  <a:cubicBezTo>
                    <a:pt x="1037" y="368"/>
                    <a:pt x="1134" y="203"/>
                    <a:pt x="1232" y="121"/>
                  </a:cubicBezTo>
                  <a:cubicBezTo>
                    <a:pt x="1330" y="39"/>
                    <a:pt x="1433" y="0"/>
                    <a:pt x="1532" y="5"/>
                  </a:cubicBezTo>
                  <a:cubicBezTo>
                    <a:pt x="1631" y="10"/>
                    <a:pt x="1725" y="66"/>
                    <a:pt x="1824" y="149"/>
                  </a:cubicBezTo>
                  <a:cubicBezTo>
                    <a:pt x="1923" y="232"/>
                    <a:pt x="2029" y="387"/>
                    <a:pt x="2124" y="505"/>
                  </a:cubicBezTo>
                  <a:cubicBezTo>
                    <a:pt x="2219" y="623"/>
                    <a:pt x="2299" y="859"/>
                    <a:pt x="2392" y="857"/>
                  </a:cubicBezTo>
                  <a:cubicBezTo>
                    <a:pt x="2485" y="855"/>
                    <a:pt x="2601" y="609"/>
                    <a:pt x="2684" y="493"/>
                  </a:cubicBezTo>
                  <a:cubicBezTo>
                    <a:pt x="2767" y="377"/>
                    <a:pt x="2821" y="222"/>
                    <a:pt x="2892" y="161"/>
                  </a:cubicBezTo>
                  <a:cubicBezTo>
                    <a:pt x="2963" y="100"/>
                    <a:pt x="3073" y="131"/>
                    <a:pt x="3108" y="125"/>
                  </a:cubicBezTo>
                </a:path>
              </a:pathLst>
            </a:custGeom>
            <a:noFill/>
            <a:ln w="15875" cap="flat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grpSp>
        <p:nvGrpSpPr>
          <p:cNvPr id="17415" name="Group 130">
            <a:extLst>
              <a:ext uri="{FF2B5EF4-FFF2-40B4-BE49-F238E27FC236}">
                <a16:creationId xmlns:a16="http://schemas.microsoft.com/office/drawing/2014/main" id="{2038403A-3510-B521-5C04-8A8EE5BCE239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4724400"/>
            <a:ext cx="7010400" cy="1689100"/>
            <a:chOff x="768" y="2784"/>
            <a:chExt cx="4416" cy="1064"/>
          </a:xfrm>
        </p:grpSpPr>
        <p:sp>
          <p:nvSpPr>
            <p:cNvPr id="17418" name="Text Box 131">
              <a:extLst>
                <a:ext uri="{FF2B5EF4-FFF2-40B4-BE49-F238E27FC236}">
                  <a16:creationId xmlns:a16="http://schemas.microsoft.com/office/drawing/2014/main" id="{A6640074-0750-9492-1E21-0E56A9EBD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419" name="Text Box 132">
              <a:extLst>
                <a:ext uri="{FF2B5EF4-FFF2-40B4-BE49-F238E27FC236}">
                  <a16:creationId xmlns:a16="http://schemas.microsoft.com/office/drawing/2014/main" id="{A407B8A0-7428-173E-9B14-33631E3E20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420" name="Text Box 133">
              <a:extLst>
                <a:ext uri="{FF2B5EF4-FFF2-40B4-BE49-F238E27FC236}">
                  <a16:creationId xmlns:a16="http://schemas.microsoft.com/office/drawing/2014/main" id="{C7C9102F-FCE8-F944-F2E8-9E8B6F960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421" name="Text Box 134">
              <a:extLst>
                <a:ext uri="{FF2B5EF4-FFF2-40B4-BE49-F238E27FC236}">
                  <a16:creationId xmlns:a16="http://schemas.microsoft.com/office/drawing/2014/main" id="{B329C6AC-53DD-1F6C-3103-FA630A07F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422" name="Text Box 135">
              <a:extLst>
                <a:ext uri="{FF2B5EF4-FFF2-40B4-BE49-F238E27FC236}">
                  <a16:creationId xmlns:a16="http://schemas.microsoft.com/office/drawing/2014/main" id="{AAACCA5E-7CFE-37CB-D684-56E9C44B24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78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7423" name="Text Box 136">
              <a:extLst>
                <a:ext uri="{FF2B5EF4-FFF2-40B4-BE49-F238E27FC236}">
                  <a16:creationId xmlns:a16="http://schemas.microsoft.com/office/drawing/2014/main" id="{46C51D5B-EB68-7653-8246-CF517D5F9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80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7424" name="Freeform 137">
              <a:extLst>
                <a:ext uri="{FF2B5EF4-FFF2-40B4-BE49-F238E27FC236}">
                  <a16:creationId xmlns:a16="http://schemas.microsoft.com/office/drawing/2014/main" id="{8460419A-F709-847E-5452-AA5B083CC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3169"/>
              <a:ext cx="645" cy="233"/>
            </a:xfrm>
            <a:custGeom>
              <a:avLst/>
              <a:gdLst>
                <a:gd name="T0" fmla="*/ 645 w 645"/>
                <a:gd name="T1" fmla="*/ 0 h 418"/>
                <a:gd name="T2" fmla="*/ 579 w 645"/>
                <a:gd name="T3" fmla="*/ 16 h 418"/>
                <a:gd name="T4" fmla="*/ 534 w 645"/>
                <a:gd name="T5" fmla="*/ 36 h 418"/>
                <a:gd name="T6" fmla="*/ 486 w 645"/>
                <a:gd name="T7" fmla="*/ 78 h 418"/>
                <a:gd name="T8" fmla="*/ 456 w 645"/>
                <a:gd name="T9" fmla="*/ 104 h 418"/>
                <a:gd name="T10" fmla="*/ 405 w 645"/>
                <a:gd name="T11" fmla="*/ 143 h 418"/>
                <a:gd name="T12" fmla="*/ 354 w 645"/>
                <a:gd name="T13" fmla="*/ 192 h 418"/>
                <a:gd name="T14" fmla="*/ 324 w 645"/>
                <a:gd name="T15" fmla="*/ 221 h 418"/>
                <a:gd name="T16" fmla="*/ 276 w 645"/>
                <a:gd name="T17" fmla="*/ 268 h 418"/>
                <a:gd name="T18" fmla="*/ 90 w 645"/>
                <a:gd name="T19" fmla="*/ 353 h 418"/>
                <a:gd name="T20" fmla="*/ 0 w 645"/>
                <a:gd name="T21" fmla="*/ 359 h 4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45" h="418">
                  <a:moveTo>
                    <a:pt x="645" y="0"/>
                  </a:moveTo>
                  <a:cubicBezTo>
                    <a:pt x="623" y="6"/>
                    <a:pt x="601" y="11"/>
                    <a:pt x="579" y="18"/>
                  </a:cubicBezTo>
                  <a:cubicBezTo>
                    <a:pt x="563" y="23"/>
                    <a:pt x="550" y="37"/>
                    <a:pt x="534" y="42"/>
                  </a:cubicBezTo>
                  <a:cubicBezTo>
                    <a:pt x="523" y="58"/>
                    <a:pt x="503" y="79"/>
                    <a:pt x="486" y="90"/>
                  </a:cubicBezTo>
                  <a:cubicBezTo>
                    <a:pt x="479" y="101"/>
                    <a:pt x="467" y="113"/>
                    <a:pt x="456" y="120"/>
                  </a:cubicBezTo>
                  <a:cubicBezTo>
                    <a:pt x="445" y="137"/>
                    <a:pt x="422" y="153"/>
                    <a:pt x="405" y="165"/>
                  </a:cubicBezTo>
                  <a:cubicBezTo>
                    <a:pt x="396" y="179"/>
                    <a:pt x="367" y="213"/>
                    <a:pt x="354" y="222"/>
                  </a:cubicBezTo>
                  <a:cubicBezTo>
                    <a:pt x="346" y="234"/>
                    <a:pt x="334" y="243"/>
                    <a:pt x="324" y="255"/>
                  </a:cubicBezTo>
                  <a:cubicBezTo>
                    <a:pt x="310" y="272"/>
                    <a:pt x="293" y="294"/>
                    <a:pt x="276" y="309"/>
                  </a:cubicBezTo>
                  <a:cubicBezTo>
                    <a:pt x="232" y="347"/>
                    <a:pt x="146" y="389"/>
                    <a:pt x="90" y="408"/>
                  </a:cubicBezTo>
                  <a:cubicBezTo>
                    <a:pt x="60" y="418"/>
                    <a:pt x="31" y="414"/>
                    <a:pt x="0" y="414"/>
                  </a:cubicBezTo>
                </a:path>
              </a:pathLst>
            </a:custGeom>
            <a:noFill/>
            <a:ln w="15875" cap="flat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25" name="Line 138">
              <a:extLst>
                <a:ext uri="{FF2B5EF4-FFF2-40B4-BE49-F238E27FC236}">
                  <a16:creationId xmlns:a16="http://schemas.microsoft.com/office/drawing/2014/main" id="{24832400-CF1F-18A4-6EB0-9043AFA0F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3456"/>
              <a:ext cx="36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26" name="Line 139">
              <a:extLst>
                <a:ext uri="{FF2B5EF4-FFF2-40B4-BE49-F238E27FC236}">
                  <a16:creationId xmlns:a16="http://schemas.microsoft.com/office/drawing/2014/main" id="{6E3DAA70-FA79-FB5D-A5C3-51C3B413B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4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27" name="Line 140">
              <a:extLst>
                <a:ext uri="{FF2B5EF4-FFF2-40B4-BE49-F238E27FC236}">
                  <a16:creationId xmlns:a16="http://schemas.microsoft.com/office/drawing/2014/main" id="{604FFA4F-0CDD-19DA-6879-8C3199373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28" name="Line 141">
              <a:extLst>
                <a:ext uri="{FF2B5EF4-FFF2-40B4-BE49-F238E27FC236}">
                  <a16:creationId xmlns:a16="http://schemas.microsoft.com/office/drawing/2014/main" id="{174A7E86-7892-2C2F-8292-21FFD97BC3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4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29" name="Line 142">
              <a:extLst>
                <a:ext uri="{FF2B5EF4-FFF2-40B4-BE49-F238E27FC236}">
                  <a16:creationId xmlns:a16="http://schemas.microsoft.com/office/drawing/2014/main" id="{9ABEFAD7-460F-C68A-DF0C-340CD6D94D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4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30" name="Line 143">
              <a:extLst>
                <a:ext uri="{FF2B5EF4-FFF2-40B4-BE49-F238E27FC236}">
                  <a16:creationId xmlns:a16="http://schemas.microsoft.com/office/drawing/2014/main" id="{4C9748F8-4786-5666-DB1F-F61A41E88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4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31" name="Line 144">
              <a:extLst>
                <a:ext uri="{FF2B5EF4-FFF2-40B4-BE49-F238E27FC236}">
                  <a16:creationId xmlns:a16="http://schemas.microsoft.com/office/drawing/2014/main" id="{30D0D17B-4693-D5EF-B964-61A0C5740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4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32" name="Line 145">
              <a:extLst>
                <a:ext uri="{FF2B5EF4-FFF2-40B4-BE49-F238E27FC236}">
                  <a16:creationId xmlns:a16="http://schemas.microsoft.com/office/drawing/2014/main" id="{279DC348-EFD8-6631-B68D-0785E00327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456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graphicFrame>
          <p:nvGraphicFramePr>
            <p:cNvPr id="17433" name="Object 146">
              <a:extLst>
                <a:ext uri="{FF2B5EF4-FFF2-40B4-BE49-F238E27FC236}">
                  <a16:creationId xmlns:a16="http://schemas.microsoft.com/office/drawing/2014/main" id="{6D0434BE-8DA2-046F-ED12-9DB98DC7FF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8" y="3504"/>
            <a:ext cx="17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65028" imgH="228501" progId="Equation.3">
                    <p:embed/>
                  </p:oleObj>
                </mc:Choice>
                <mc:Fallback>
                  <p:oleObj name="Equation" r:id="rId22" imgW="165028" imgH="228501" progId="Equation.3">
                    <p:embed/>
                    <p:pic>
                      <p:nvPicPr>
                        <p:cNvPr id="17433" name="Object 146">
                          <a:extLst>
                            <a:ext uri="{FF2B5EF4-FFF2-40B4-BE49-F238E27FC236}">
                              <a16:creationId xmlns:a16="http://schemas.microsoft.com/office/drawing/2014/main" id="{6D0434BE-8DA2-046F-ED12-9DB98DC7FF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8" y="3504"/>
                          <a:ext cx="17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4" name="Object 147">
              <a:extLst>
                <a:ext uri="{FF2B5EF4-FFF2-40B4-BE49-F238E27FC236}">
                  <a16:creationId xmlns:a16="http://schemas.microsoft.com/office/drawing/2014/main" id="{2FBFD58A-A8FC-1783-266E-E3AB6CBC37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2" y="3504"/>
            <a:ext cx="25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41300" imgH="228600" progId="Equation.3">
                    <p:embed/>
                  </p:oleObj>
                </mc:Choice>
                <mc:Fallback>
                  <p:oleObj name="Equation" r:id="rId23" imgW="241300" imgH="228600" progId="Equation.3">
                    <p:embed/>
                    <p:pic>
                      <p:nvPicPr>
                        <p:cNvPr id="17434" name="Object 147">
                          <a:extLst>
                            <a:ext uri="{FF2B5EF4-FFF2-40B4-BE49-F238E27FC236}">
                              <a16:creationId xmlns:a16="http://schemas.microsoft.com/office/drawing/2014/main" id="{2FBFD58A-A8FC-1783-266E-E3AB6CBC37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2" y="3504"/>
                          <a:ext cx="253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5" name="Object 148">
              <a:extLst>
                <a:ext uri="{FF2B5EF4-FFF2-40B4-BE49-F238E27FC236}">
                  <a16:creationId xmlns:a16="http://schemas.microsoft.com/office/drawing/2014/main" id="{1BCD66DB-705A-94EB-5FF2-AFD9BBD140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4" y="3504"/>
            <a:ext cx="24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28600" imgH="228600" progId="Equation.3">
                    <p:embed/>
                  </p:oleObj>
                </mc:Choice>
                <mc:Fallback>
                  <p:oleObj name="Equation" r:id="rId24" imgW="228600" imgH="228600" progId="Equation.3">
                    <p:embed/>
                    <p:pic>
                      <p:nvPicPr>
                        <p:cNvPr id="17435" name="Object 148">
                          <a:extLst>
                            <a:ext uri="{FF2B5EF4-FFF2-40B4-BE49-F238E27FC236}">
                              <a16:creationId xmlns:a16="http://schemas.microsoft.com/office/drawing/2014/main" id="{1BCD66DB-705A-94EB-5FF2-AFD9BBD140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4" y="3504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6" name="Object 149">
              <a:extLst>
                <a:ext uri="{FF2B5EF4-FFF2-40B4-BE49-F238E27FC236}">
                  <a16:creationId xmlns:a16="http://schemas.microsoft.com/office/drawing/2014/main" id="{19320F16-DE7B-A510-2777-5FA87D7EDA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24" y="3504"/>
            <a:ext cx="25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241300" imgH="228600" progId="Equation.3">
                    <p:embed/>
                  </p:oleObj>
                </mc:Choice>
                <mc:Fallback>
                  <p:oleObj name="Equation" r:id="rId25" imgW="241300" imgH="228600" progId="Equation.3">
                    <p:embed/>
                    <p:pic>
                      <p:nvPicPr>
                        <p:cNvPr id="17436" name="Object 149">
                          <a:extLst>
                            <a:ext uri="{FF2B5EF4-FFF2-40B4-BE49-F238E27FC236}">
                              <a16:creationId xmlns:a16="http://schemas.microsoft.com/office/drawing/2014/main" id="{19320F16-DE7B-A510-2777-5FA87D7EDA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4" y="3504"/>
                          <a:ext cx="25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7" name="Object 150">
              <a:extLst>
                <a:ext uri="{FF2B5EF4-FFF2-40B4-BE49-F238E27FC236}">
                  <a16:creationId xmlns:a16="http://schemas.microsoft.com/office/drawing/2014/main" id="{A45DC884-A42C-90FC-F3E0-8BBD983122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0" y="3531"/>
            <a:ext cx="132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26725" imgH="177415" progId="Equation.3">
                    <p:embed/>
                  </p:oleObj>
                </mc:Choice>
                <mc:Fallback>
                  <p:oleObj name="Equation" r:id="rId26" imgW="126725" imgH="177415" progId="Equation.3">
                    <p:embed/>
                    <p:pic>
                      <p:nvPicPr>
                        <p:cNvPr id="17437" name="Object 150">
                          <a:extLst>
                            <a:ext uri="{FF2B5EF4-FFF2-40B4-BE49-F238E27FC236}">
                              <a16:creationId xmlns:a16="http://schemas.microsoft.com/office/drawing/2014/main" id="{A45DC884-A42C-90FC-F3E0-8BBD983122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" y="3531"/>
                          <a:ext cx="132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8" name="Object 151">
              <a:extLst>
                <a:ext uri="{FF2B5EF4-FFF2-40B4-BE49-F238E27FC236}">
                  <a16:creationId xmlns:a16="http://schemas.microsoft.com/office/drawing/2014/main" id="{6819A417-02AA-4087-071C-696288A944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06" y="3504"/>
            <a:ext cx="24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228600" imgH="228600" progId="Equation.3">
                    <p:embed/>
                  </p:oleObj>
                </mc:Choice>
                <mc:Fallback>
                  <p:oleObj name="Equation" r:id="rId27" imgW="228600" imgH="228600" progId="Equation.3">
                    <p:embed/>
                    <p:pic>
                      <p:nvPicPr>
                        <p:cNvPr id="17438" name="Object 151">
                          <a:extLst>
                            <a:ext uri="{FF2B5EF4-FFF2-40B4-BE49-F238E27FC236}">
                              <a16:creationId xmlns:a16="http://schemas.microsoft.com/office/drawing/2014/main" id="{6819A417-02AA-4087-071C-696288A944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" y="3504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9" name="Line 152">
              <a:extLst>
                <a:ext uri="{FF2B5EF4-FFF2-40B4-BE49-F238E27FC236}">
                  <a16:creationId xmlns:a16="http://schemas.microsoft.com/office/drawing/2014/main" id="{75B423B6-66FA-A952-4226-2304047523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4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40" name="Line 153">
              <a:extLst>
                <a:ext uri="{FF2B5EF4-FFF2-40B4-BE49-F238E27FC236}">
                  <a16:creationId xmlns:a16="http://schemas.microsoft.com/office/drawing/2014/main" id="{EA6C46FA-87F3-8CB7-2FC9-77BAD36D3E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34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41" name="Freeform 154">
              <a:extLst>
                <a:ext uri="{FF2B5EF4-FFF2-40B4-BE49-F238E27FC236}">
                  <a16:creationId xmlns:a16="http://schemas.microsoft.com/office/drawing/2014/main" id="{C1EFDA4C-EC1B-1463-675C-5EA6E5FEF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" y="3242"/>
              <a:ext cx="116" cy="233"/>
            </a:xfrm>
            <a:custGeom>
              <a:avLst/>
              <a:gdLst>
                <a:gd name="T0" fmla="*/ 0 w 3059"/>
                <a:gd name="T1" fmla="*/ 155 h 815"/>
                <a:gd name="T2" fmla="*/ 122 w 3059"/>
                <a:gd name="T3" fmla="*/ 187 h 815"/>
                <a:gd name="T4" fmla="*/ 372 w 3059"/>
                <a:gd name="T5" fmla="*/ 497 h 815"/>
                <a:gd name="T6" fmla="*/ 664 w 3059"/>
                <a:gd name="T7" fmla="*/ 813 h 815"/>
                <a:gd name="T8" fmla="*/ 948 w 3059"/>
                <a:gd name="T9" fmla="*/ 497 h 815"/>
                <a:gd name="T10" fmla="*/ 1236 w 3059"/>
                <a:gd name="T11" fmla="*/ 121 h 815"/>
                <a:gd name="T12" fmla="*/ 1536 w 3059"/>
                <a:gd name="T13" fmla="*/ 5 h 815"/>
                <a:gd name="T14" fmla="*/ 1828 w 3059"/>
                <a:gd name="T15" fmla="*/ 149 h 815"/>
                <a:gd name="T16" fmla="*/ 2128 w 3059"/>
                <a:gd name="T17" fmla="*/ 505 h 815"/>
                <a:gd name="T18" fmla="*/ 2395 w 3059"/>
                <a:gd name="T19" fmla="*/ 813 h 815"/>
                <a:gd name="T20" fmla="*/ 2688 w 3059"/>
                <a:gd name="T21" fmla="*/ 493 h 815"/>
                <a:gd name="T22" fmla="*/ 2936 w 3059"/>
                <a:gd name="T23" fmla="*/ 150 h 815"/>
                <a:gd name="T24" fmla="*/ 3059 w 3059"/>
                <a:gd name="T25" fmla="*/ 112 h 8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059" h="815">
                  <a:moveTo>
                    <a:pt x="0" y="155"/>
                  </a:moveTo>
                  <a:cubicBezTo>
                    <a:pt x="20" y="161"/>
                    <a:pt x="60" y="130"/>
                    <a:pt x="122" y="187"/>
                  </a:cubicBezTo>
                  <a:cubicBezTo>
                    <a:pt x="184" y="244"/>
                    <a:pt x="282" y="393"/>
                    <a:pt x="372" y="497"/>
                  </a:cubicBezTo>
                  <a:cubicBezTo>
                    <a:pt x="462" y="601"/>
                    <a:pt x="568" y="813"/>
                    <a:pt x="664" y="813"/>
                  </a:cubicBezTo>
                  <a:cubicBezTo>
                    <a:pt x="760" y="813"/>
                    <a:pt x="853" y="612"/>
                    <a:pt x="948" y="497"/>
                  </a:cubicBezTo>
                  <a:cubicBezTo>
                    <a:pt x="1043" y="382"/>
                    <a:pt x="1138" y="203"/>
                    <a:pt x="1236" y="121"/>
                  </a:cubicBezTo>
                  <a:cubicBezTo>
                    <a:pt x="1334" y="39"/>
                    <a:pt x="1437" y="0"/>
                    <a:pt x="1536" y="5"/>
                  </a:cubicBezTo>
                  <a:cubicBezTo>
                    <a:pt x="1635" y="10"/>
                    <a:pt x="1729" y="66"/>
                    <a:pt x="1828" y="149"/>
                  </a:cubicBezTo>
                  <a:cubicBezTo>
                    <a:pt x="1927" y="232"/>
                    <a:pt x="2034" y="394"/>
                    <a:pt x="2128" y="505"/>
                  </a:cubicBezTo>
                  <a:cubicBezTo>
                    <a:pt x="2222" y="616"/>
                    <a:pt x="2302" y="815"/>
                    <a:pt x="2395" y="813"/>
                  </a:cubicBezTo>
                  <a:cubicBezTo>
                    <a:pt x="2488" y="811"/>
                    <a:pt x="2598" y="604"/>
                    <a:pt x="2688" y="493"/>
                  </a:cubicBezTo>
                  <a:cubicBezTo>
                    <a:pt x="2778" y="382"/>
                    <a:pt x="2874" y="213"/>
                    <a:pt x="2936" y="150"/>
                  </a:cubicBezTo>
                  <a:cubicBezTo>
                    <a:pt x="2998" y="87"/>
                    <a:pt x="3034" y="120"/>
                    <a:pt x="3059" y="112"/>
                  </a:cubicBezTo>
                </a:path>
              </a:pathLst>
            </a:custGeom>
            <a:noFill/>
            <a:ln w="15875" cap="flat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442" name="Freeform 155">
              <a:extLst>
                <a:ext uri="{FF2B5EF4-FFF2-40B4-BE49-F238E27FC236}">
                  <a16:creationId xmlns:a16="http://schemas.microsoft.com/office/drawing/2014/main" id="{B51093C8-B5EF-D176-6F5D-DEA71ECD3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" y="3147"/>
              <a:ext cx="645" cy="233"/>
            </a:xfrm>
            <a:custGeom>
              <a:avLst/>
              <a:gdLst>
                <a:gd name="T0" fmla="*/ 0 w 588"/>
                <a:gd name="T1" fmla="*/ 0 h 390"/>
                <a:gd name="T2" fmla="*/ 86 w 588"/>
                <a:gd name="T3" fmla="*/ 31 h 390"/>
                <a:gd name="T4" fmla="*/ 122 w 588"/>
                <a:gd name="T5" fmla="*/ 58 h 390"/>
                <a:gd name="T6" fmla="*/ 161 w 588"/>
                <a:gd name="T7" fmla="*/ 101 h 390"/>
                <a:gd name="T8" fmla="*/ 191 w 588"/>
                <a:gd name="T9" fmla="*/ 122 h 390"/>
                <a:gd name="T10" fmla="*/ 260 w 588"/>
                <a:gd name="T11" fmla="*/ 189 h 390"/>
                <a:gd name="T12" fmla="*/ 276 w 588"/>
                <a:gd name="T13" fmla="*/ 208 h 390"/>
                <a:gd name="T14" fmla="*/ 296 w 588"/>
                <a:gd name="T15" fmla="*/ 220 h 390"/>
                <a:gd name="T16" fmla="*/ 319 w 588"/>
                <a:gd name="T17" fmla="*/ 244 h 390"/>
                <a:gd name="T18" fmla="*/ 355 w 588"/>
                <a:gd name="T19" fmla="*/ 278 h 390"/>
                <a:gd name="T20" fmla="*/ 411 w 588"/>
                <a:gd name="T21" fmla="*/ 318 h 390"/>
                <a:gd name="T22" fmla="*/ 454 w 588"/>
                <a:gd name="T23" fmla="*/ 342 h 390"/>
                <a:gd name="T24" fmla="*/ 645 w 588"/>
                <a:gd name="T25" fmla="*/ 397 h 39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8" h="390">
                  <a:moveTo>
                    <a:pt x="0" y="0"/>
                  </a:moveTo>
                  <a:cubicBezTo>
                    <a:pt x="26" y="13"/>
                    <a:pt x="51" y="21"/>
                    <a:pt x="78" y="30"/>
                  </a:cubicBezTo>
                  <a:cubicBezTo>
                    <a:pt x="87" y="43"/>
                    <a:pt x="96" y="52"/>
                    <a:pt x="111" y="57"/>
                  </a:cubicBezTo>
                  <a:cubicBezTo>
                    <a:pt x="116" y="73"/>
                    <a:pt x="136" y="85"/>
                    <a:pt x="147" y="99"/>
                  </a:cubicBezTo>
                  <a:cubicBezTo>
                    <a:pt x="154" y="108"/>
                    <a:pt x="174" y="120"/>
                    <a:pt x="174" y="120"/>
                  </a:cubicBezTo>
                  <a:cubicBezTo>
                    <a:pt x="190" y="145"/>
                    <a:pt x="218" y="163"/>
                    <a:pt x="237" y="186"/>
                  </a:cubicBezTo>
                  <a:cubicBezTo>
                    <a:pt x="246" y="197"/>
                    <a:pt x="240" y="194"/>
                    <a:pt x="252" y="204"/>
                  </a:cubicBezTo>
                  <a:cubicBezTo>
                    <a:pt x="258" y="208"/>
                    <a:pt x="270" y="216"/>
                    <a:pt x="270" y="216"/>
                  </a:cubicBezTo>
                  <a:cubicBezTo>
                    <a:pt x="284" y="237"/>
                    <a:pt x="276" y="230"/>
                    <a:pt x="291" y="240"/>
                  </a:cubicBezTo>
                  <a:cubicBezTo>
                    <a:pt x="300" y="253"/>
                    <a:pt x="311" y="264"/>
                    <a:pt x="324" y="273"/>
                  </a:cubicBezTo>
                  <a:cubicBezTo>
                    <a:pt x="347" y="307"/>
                    <a:pt x="352" y="293"/>
                    <a:pt x="375" y="312"/>
                  </a:cubicBezTo>
                  <a:cubicBezTo>
                    <a:pt x="388" y="323"/>
                    <a:pt x="397" y="332"/>
                    <a:pt x="414" y="336"/>
                  </a:cubicBezTo>
                  <a:cubicBezTo>
                    <a:pt x="466" y="370"/>
                    <a:pt x="526" y="390"/>
                    <a:pt x="588" y="390"/>
                  </a:cubicBezTo>
                </a:path>
              </a:pathLst>
            </a:custGeom>
            <a:noFill/>
            <a:ln w="15875" cap="flat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43" name="Line 156">
              <a:extLst>
                <a:ext uri="{FF2B5EF4-FFF2-40B4-BE49-F238E27FC236}">
                  <a16:creationId xmlns:a16="http://schemas.microsoft.com/office/drawing/2014/main" id="{F895F343-42A5-32ED-08D9-66D0F72240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3072"/>
              <a:ext cx="0" cy="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444" name="Line 157">
              <a:extLst>
                <a:ext uri="{FF2B5EF4-FFF2-40B4-BE49-F238E27FC236}">
                  <a16:creationId xmlns:a16="http://schemas.microsoft.com/office/drawing/2014/main" id="{5508891E-9F8D-D427-1340-60201EC14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072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45" name="Line 158">
              <a:extLst>
                <a:ext uri="{FF2B5EF4-FFF2-40B4-BE49-F238E27FC236}">
                  <a16:creationId xmlns:a16="http://schemas.microsoft.com/office/drawing/2014/main" id="{99C0464F-ADF8-D53F-45B5-1758C9F62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072"/>
              <a:ext cx="0" cy="77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446" name="Line 159">
              <a:extLst>
                <a:ext uri="{FF2B5EF4-FFF2-40B4-BE49-F238E27FC236}">
                  <a16:creationId xmlns:a16="http://schemas.microsoft.com/office/drawing/2014/main" id="{7A9E565E-5F8D-99D4-7151-BD2521F11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848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47" name="Line 160">
              <a:extLst>
                <a:ext uri="{FF2B5EF4-FFF2-40B4-BE49-F238E27FC236}">
                  <a16:creationId xmlns:a16="http://schemas.microsoft.com/office/drawing/2014/main" id="{0EFDEF26-5DF9-F42E-ECA4-CED29F696F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3072"/>
              <a:ext cx="0" cy="77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448" name="Line 161">
              <a:extLst>
                <a:ext uri="{FF2B5EF4-FFF2-40B4-BE49-F238E27FC236}">
                  <a16:creationId xmlns:a16="http://schemas.microsoft.com/office/drawing/2014/main" id="{0D751238-58DE-656D-93D5-A0C9C8E2D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072"/>
              <a:ext cx="115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449" name="Line 162">
              <a:extLst>
                <a:ext uri="{FF2B5EF4-FFF2-40B4-BE49-F238E27FC236}">
                  <a16:creationId xmlns:a16="http://schemas.microsoft.com/office/drawing/2014/main" id="{D79D159A-E6DF-C162-FA86-BF13213D4D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072"/>
              <a:ext cx="0" cy="77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450" name="Line 163">
              <a:extLst>
                <a:ext uri="{FF2B5EF4-FFF2-40B4-BE49-F238E27FC236}">
                  <a16:creationId xmlns:a16="http://schemas.microsoft.com/office/drawing/2014/main" id="{BDB1EF05-C689-526E-E271-551051A25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848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51" name="Line 164">
              <a:extLst>
                <a:ext uri="{FF2B5EF4-FFF2-40B4-BE49-F238E27FC236}">
                  <a16:creationId xmlns:a16="http://schemas.microsoft.com/office/drawing/2014/main" id="{72F164E2-026B-750A-070D-B65F309001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016"/>
              <a:ext cx="0" cy="83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452" name="Line 165">
              <a:extLst>
                <a:ext uri="{FF2B5EF4-FFF2-40B4-BE49-F238E27FC236}">
                  <a16:creationId xmlns:a16="http://schemas.microsoft.com/office/drawing/2014/main" id="{0B2C3F43-001F-B7BD-00B0-731A7D933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3016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453" name="Line 166">
              <a:extLst>
                <a:ext uri="{FF2B5EF4-FFF2-40B4-BE49-F238E27FC236}">
                  <a16:creationId xmlns:a16="http://schemas.microsoft.com/office/drawing/2014/main" id="{DC6233AE-4A71-DAE6-F1A2-B2B5735083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3016"/>
              <a:ext cx="0" cy="44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sp>
        <p:nvSpPr>
          <p:cNvPr id="17416" name="Text Box 167">
            <a:extLst>
              <a:ext uri="{FF2B5EF4-FFF2-40B4-BE49-F238E27FC236}">
                <a16:creationId xmlns:a16="http://schemas.microsoft.com/office/drawing/2014/main" id="{6473C887-C982-E32A-087F-216A008C6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4343400"/>
            <a:ext cx="1752600" cy="8255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rgbClr val="FF0000"/>
                </a:solidFill>
              </a:rPr>
              <a:t>Resultant Channel Output Waveform</a:t>
            </a:r>
          </a:p>
        </p:txBody>
      </p:sp>
      <p:sp>
        <p:nvSpPr>
          <p:cNvPr id="17417" name="Line 168">
            <a:extLst>
              <a:ext uri="{FF2B5EF4-FFF2-40B4-BE49-F238E27FC236}">
                <a16:creationId xmlns:a16="http://schemas.microsoft.com/office/drawing/2014/main" id="{029FFD56-1F09-2C0B-CCC9-08AB5E4CBB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15400" y="5181600"/>
            <a:ext cx="457200" cy="381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3790D4-34F3-32E7-A78F-42F5A75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CF6E-2572-499A-8FBB-9858144B4D4C}" type="datetime1">
              <a:rPr lang="en-US" smtClean="0"/>
              <a:t>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CED2D0-A107-FF9C-C6F4-EC964CDE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14D22-0097-B23A-F42F-DDF9E532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346A8-46E2-3E9D-FFE0-F3797910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A1974B-3F2A-4153-DA25-C168F6334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95" y="1223319"/>
            <a:ext cx="11862487" cy="395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72E52B-F2E3-F6E2-BAC7-AB9FDA860D32}"/>
              </a:ext>
            </a:extLst>
          </p:cNvPr>
          <p:cNvSpPr txBox="1"/>
          <p:nvPr/>
        </p:nvSpPr>
        <p:spPr>
          <a:xfrm>
            <a:off x="3581400" y="234778"/>
            <a:ext cx="5311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EYE Diagram that reflect ISI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607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8C17E-9485-3004-650A-ADA3BD89B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F311-1BAE-317F-52FA-F80C2FB3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F74DF4-6700-CE90-FC18-DDEA67D71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2532"/>
            <a:ext cx="6162675" cy="5762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2A2050-4BC6-7BCC-525D-F7B1CC0D9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283" y="920835"/>
            <a:ext cx="6172969" cy="53894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2BA73D9-0AF7-7AA2-3E26-55FB433089C6}"/>
              </a:ext>
            </a:extLst>
          </p:cNvPr>
          <p:cNvSpPr txBox="1"/>
          <p:nvPr/>
        </p:nvSpPr>
        <p:spPr>
          <a:xfrm>
            <a:off x="6249429" y="136525"/>
            <a:ext cx="6147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Eye diagram of received signal using a bandwidth-limited channel response</a:t>
            </a:r>
            <a:endParaRPr lang="en-IN" sz="2400" dirty="0">
              <a:solidFill>
                <a:srgbClr val="1A0FF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6DD70C-B9A5-0378-E110-AD0519386A94}"/>
              </a:ext>
            </a:extLst>
          </p:cNvPr>
          <p:cNvSpPr txBox="1"/>
          <p:nvPr/>
        </p:nvSpPr>
        <p:spPr>
          <a:xfrm>
            <a:off x="395153" y="163566"/>
            <a:ext cx="53507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Eye diagram of received signal with no bandwidth limitation.</a:t>
            </a:r>
            <a:endParaRPr lang="en-IN" sz="2400" dirty="0">
              <a:solidFill>
                <a:srgbClr val="1A0FF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213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817C1-DCEF-EB0E-A1F2-FE7408064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8" y="775298"/>
            <a:ext cx="11994292" cy="435133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 Symbol Interference (</a:t>
            </a:r>
            <a:r>
              <a:rPr lang="en-IN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ISI</a:t>
            </a:r>
            <a:r>
              <a:rPr lang="en-IN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is caused by nonideal channels that are distorted over the entire input signal bandwidth. ISI, as a manifestation of channel distortion, can cause errors in pulse detection if it is large enough. </a:t>
            </a:r>
            <a:endParaRPr lang="en-IN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E0DE7-239F-16D3-7397-EDAEE4AF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19F76-420E-821B-AB92-DE8DAE84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9B89400-6F54-BF17-A9AC-6A5BAA3624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204484"/>
            <a:ext cx="10515600" cy="42570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sz="3200" dirty="0">
                <a:solidFill>
                  <a:srgbClr val="CC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 Symbol Interference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6B0427-46B7-0973-6F49-2EF2CAFB9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83" y="2573953"/>
            <a:ext cx="10629900" cy="2295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FB8947-B4D3-6DC4-95CD-A5119A39C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461" y="4820256"/>
            <a:ext cx="6799945" cy="14295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6209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4A7FA-B81C-1472-9BE2-03B24AC1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D6C7D-E640-F3F3-0961-032B59CA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97A805-4A0F-4731-3CDC-BF467815D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70" y="157673"/>
            <a:ext cx="11735951" cy="25855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50EE85-11BD-7636-1A9F-458D4E062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56" y="2662237"/>
            <a:ext cx="11158844" cy="398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0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65094-112F-F887-9049-0F27FDB2E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D35DF-1754-FA7F-0928-88EA9FE5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114E32-49EE-1D24-1FB2-9490ACAEE8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78" b="12092"/>
          <a:stretch/>
        </p:blipFill>
        <p:spPr>
          <a:xfrm>
            <a:off x="912463" y="714232"/>
            <a:ext cx="10367075" cy="542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069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0C7AD-6B48-B549-517F-F809C8E0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8763E-080A-1977-CA04-5230911A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92B3FC-25E2-BA9B-1035-D71FCD456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6" y="136525"/>
            <a:ext cx="11805260" cy="1717725"/>
          </a:xfrm>
          <a:prstGeom prst="rect">
            <a:avLst/>
          </a:prstGeom>
        </p:spPr>
      </p:pic>
      <p:pic>
        <p:nvPicPr>
          <p:cNvPr id="8" name="Picture 7" descr="A math equations with arrows&#10;&#10;Description automatically generated with medium confidence">
            <a:extLst>
              <a:ext uri="{FF2B5EF4-FFF2-40B4-BE49-F238E27FC236}">
                <a16:creationId xmlns:a16="http://schemas.microsoft.com/office/drawing/2014/main" id="{32E053FF-243E-D286-E9CD-1ACEF8887C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39" y="1729946"/>
            <a:ext cx="11934261" cy="2824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250DE2-1C61-DB9B-FF3A-E21AD68C5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74" y="4677552"/>
            <a:ext cx="11934261" cy="155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40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D87AD-EC9F-7351-7E08-B07AB2CD8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626"/>
            <a:ext cx="10515600" cy="564421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ISI elimination techniques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C539-E727-3F55-6604-81E12CD0D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562" y="1102154"/>
            <a:ext cx="11392930" cy="547722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N" sz="4000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is important to note that pulse amplitudes can be detected correctly despite pulse spreading (or overlapping), if there is no ISI at the </a:t>
            </a:r>
            <a:r>
              <a:rPr lang="en-IN" sz="4000" b="1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decision-making</a:t>
            </a:r>
            <a:r>
              <a:rPr lang="en-IN" sz="4000" b="1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N" sz="4000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instants.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4000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This can be accomplished by a properly shaped band limited pulse signals. </a:t>
            </a:r>
          </a:p>
          <a:p>
            <a:pPr algn="just"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4000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eliminate the effect of ISI, Nyquist proposed the following criteria for pulse shaping.</a:t>
            </a:r>
          </a:p>
          <a:p>
            <a:pPr marL="742950" indent="-742950" algn="just">
              <a:lnSpc>
                <a:spcPct val="120000"/>
              </a:lnSpc>
              <a:spcAft>
                <a:spcPts val="800"/>
              </a:spcAft>
              <a:buAutoNum type="arabicPeriod"/>
            </a:pPr>
            <a:r>
              <a:rPr lang="en-IN" sz="4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Ideal Nyquist Criterion: </a:t>
            </a:r>
            <a:r>
              <a:rPr lang="en-IN" sz="4000" kern="1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Sinc</a:t>
            </a:r>
            <a:r>
              <a:rPr lang="en-IN" sz="4000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Pulse</a:t>
            </a:r>
            <a:r>
              <a:rPr lang="en-IN" sz="4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742950" indent="-74295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IN" sz="4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Practical filter: </a:t>
            </a:r>
            <a:r>
              <a:rPr lang="en-IN" sz="4000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Raised Cosine Filter</a:t>
            </a:r>
            <a:r>
              <a:rPr lang="en-IN" sz="1800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913C8-EDB3-6093-7B59-57A9B8795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9A17F-AFAC-E706-E809-A6928B7D8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79374"/>
            <a:ext cx="4114800" cy="365125"/>
          </a:xfrm>
        </p:spPr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56888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ADFE5-C6FC-369F-8D73-6A0C77B8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6918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Ideal / Nyquist’s (First) Criterion for Zero ISI:</a:t>
            </a:r>
            <a:endParaRPr lang="en-IN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F1D11-C18D-3839-6D88-BFD268C4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5EBE3-6800-A0C5-18C0-5F41B4DD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2BB0D8-512E-BB85-84BF-6DBE5B14F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89" y="1047750"/>
            <a:ext cx="11932988" cy="25851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A205D7-4D64-2816-DE90-DCC3448E5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08" y="3760706"/>
            <a:ext cx="11649834" cy="168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71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ADFE5-C6FC-369F-8D73-6A0C77B8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414"/>
            <a:ext cx="10515600" cy="536918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Ideal / Nyquist’s (First) Criterion for Zero ISI:</a:t>
            </a:r>
            <a:endParaRPr lang="en-IN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F1D11-C18D-3839-6D88-BFD268C4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5EBE3-6800-A0C5-18C0-5F41B4DD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3" name="Picture 2" descr="A diagram of a function&#10;&#10;Description automatically generated">
            <a:extLst>
              <a:ext uri="{FF2B5EF4-FFF2-40B4-BE49-F238E27FC236}">
                <a16:creationId xmlns:a16="http://schemas.microsoft.com/office/drawing/2014/main" id="{75C7A988-2903-A493-CB82-8AD1351F1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4" y="681776"/>
            <a:ext cx="12067383" cy="3754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120E3F-568E-6B31-C973-82F29E9C8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1" y="4661210"/>
            <a:ext cx="11792727" cy="163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2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ADFE5-C6FC-369F-8D73-6A0C77B8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414"/>
            <a:ext cx="10515600" cy="536918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Ideal / Nyquist’s (First) Criterion for Zero ISI:</a:t>
            </a:r>
            <a:endParaRPr lang="en-IN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F1D11-C18D-3839-6D88-BFD268C4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5EBE3-6800-A0C5-18C0-5F41B4DD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3" name="Picture 2" descr="A diagram of a function&#10;&#10;Description automatically generated">
            <a:extLst>
              <a:ext uri="{FF2B5EF4-FFF2-40B4-BE49-F238E27FC236}">
                <a16:creationId xmlns:a16="http://schemas.microsoft.com/office/drawing/2014/main" id="{75C7A988-2903-A493-CB82-8AD1351F1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4" y="681776"/>
            <a:ext cx="12067383" cy="3754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F09E99-710E-059C-9D9E-2BE42D0FB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2" y="4544978"/>
            <a:ext cx="11923115" cy="190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19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20049-C04F-6049-69DD-892621E9B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" y="179772"/>
            <a:ext cx="10515600" cy="598702"/>
          </a:xfrm>
        </p:spPr>
        <p:txBody>
          <a:bodyPr>
            <a:normAutofit/>
          </a:bodyPr>
          <a:lstStyle/>
          <a:p>
            <a:r>
              <a:rPr lang="en-IN" sz="3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2. Practical / Raised Cosine Filtering Criterion for Zero ISI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5A2E-FE1E-595B-6E66-C689EE476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FE70E-62F9-6E2D-AE84-3A577EF0B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735369-8C52-A484-935A-CDF3EE3F1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60" y="1128711"/>
            <a:ext cx="12008942" cy="20469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2BF26D-4741-8351-E83A-6805D8367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7" y="3510142"/>
            <a:ext cx="12097878" cy="133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981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B12C7-614A-60C6-397B-2B73589FB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1A662-90D9-EB38-0962-B1ED7E493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7CB182-99FB-6217-8D80-FA973BEF4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8" y="889688"/>
            <a:ext cx="11997557" cy="582003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D779841-D3FE-768E-364E-9EF78E3B0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89" y="253915"/>
            <a:ext cx="10515600" cy="63577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Raised Cosine Pulse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D0D828-E898-72A2-F9EF-F7FD1AF453DA}"/>
              </a:ext>
            </a:extLst>
          </p:cNvPr>
          <p:cNvSpPr txBox="1"/>
          <p:nvPr/>
        </p:nvSpPr>
        <p:spPr>
          <a:xfrm>
            <a:off x="7180289" y="749508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Alpha</a:t>
            </a:r>
            <a:r>
              <a:rPr lang="en-US" sz="2400" b="1" dirty="0"/>
              <a:t> is called roll off factor</a:t>
            </a:r>
          </a:p>
        </p:txBody>
      </p:sp>
    </p:spTree>
    <p:extLst>
      <p:ext uri="{BB962C8B-B14F-4D97-AF65-F5344CB8AC3E}">
        <p14:creationId xmlns:p14="http://schemas.microsoft.com/office/powerpoint/2010/main" val="630949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AC9B-A804-B747-3002-C1804C4D3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940" y="194769"/>
            <a:ext cx="10515600" cy="63577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Raised Cosine Pulse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BFCC3-D2E1-E369-C4DE-9E2348125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AF149-BF1A-AF4F-7C11-E08023B5F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A32EB-89AD-FDEB-5863-F2786013AD76}"/>
              </a:ext>
            </a:extLst>
          </p:cNvPr>
          <p:cNvSpPr txBox="1"/>
          <p:nvPr/>
        </p:nvSpPr>
        <p:spPr>
          <a:xfrm>
            <a:off x="170936" y="794923"/>
            <a:ext cx="11642124" cy="105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IN" sz="2800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time domain expression and plot for Raised cosine filter are illustrated below: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graph of a function&#10;&#10;Description automatically generated">
            <a:extLst>
              <a:ext uri="{FF2B5EF4-FFF2-40B4-BE49-F238E27FC236}">
                <a16:creationId xmlns:a16="http://schemas.microsoft.com/office/drawing/2014/main" id="{ED63BF25-F94C-A041-E849-D138A143E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762" y="1320676"/>
            <a:ext cx="9069861" cy="5342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0053CB5D-3CA5-7F62-5085-00E226AF53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29" y="1952368"/>
            <a:ext cx="5914404" cy="11986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693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69276-7C2B-0AB9-A9A0-7ABAF9809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5" y="276653"/>
            <a:ext cx="10515600" cy="58634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 of Raised Cosine Pulse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F134-BD97-E033-6E74-556CB1C6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5808C-EC33-D6A2-1F8F-7BBD1BA41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49E556-8B17-4DED-A08F-ACDEEE04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7" y="1071686"/>
            <a:ext cx="11962760" cy="1032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DD48DA-8822-85B7-90AD-B145A51B5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57" y="2533136"/>
            <a:ext cx="11258195" cy="11587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44BAF4-172A-EC63-AA6E-96ADA1F3D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70" y="3839867"/>
            <a:ext cx="11770176" cy="173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7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AA9E-561E-8FC1-690A-3C4B219C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424" y="2766218"/>
            <a:ext cx="1633152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BB9316-3455-E3E3-AB26-6399C0B58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8326-35E5-4806-B156-922B8CADAA5A}" type="datetime1">
              <a:rPr lang="en-US" smtClean="0"/>
              <a:t>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F35EA-9720-634D-0C5D-35FFCDB02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475501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4924</TotalTime>
  <Words>825</Words>
  <Application>Microsoft Office PowerPoint</Application>
  <PresentationFormat>Widescreen</PresentationFormat>
  <Paragraphs>111</Paragraphs>
  <Slides>21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Comic Sans MS</vt:lpstr>
      <vt:lpstr>Monotype Sorts</vt:lpstr>
      <vt:lpstr>Times New Roman</vt:lpstr>
      <vt:lpstr>Wingdings</vt:lpstr>
      <vt:lpstr>Office Theme</vt:lpstr>
      <vt:lpstr>Equation</vt:lpstr>
      <vt:lpstr>Digital Communication</vt:lpstr>
      <vt:lpstr>Binary Base-band data transmission System</vt:lpstr>
      <vt:lpstr>PowerPoint Presentation</vt:lpstr>
      <vt:lpstr>Inter Symbol Interference</vt:lpstr>
      <vt:lpstr>PowerPoint Presentation</vt:lpstr>
      <vt:lpstr>Intersymbol Interference</vt:lpstr>
      <vt:lpstr>PowerPoint Presentation</vt:lpstr>
      <vt:lpstr>PowerPoint Presentation</vt:lpstr>
      <vt:lpstr>Inter Symbol Interference</vt:lpstr>
      <vt:lpstr>PowerPoint Presentation</vt:lpstr>
      <vt:lpstr>PowerPoint Presentation</vt:lpstr>
      <vt:lpstr>PowerPoint Presentation</vt:lpstr>
      <vt:lpstr>ISI elimination techniques</vt:lpstr>
      <vt:lpstr>Ideal / Nyquist’s (First) Criterion for Zero ISI:</vt:lpstr>
      <vt:lpstr>Ideal / Nyquist’s (First) Criterion for Zero ISI:</vt:lpstr>
      <vt:lpstr>Ideal / Nyquist’s (First) Criterion for Zero ISI:</vt:lpstr>
      <vt:lpstr>2. Practical / Raised Cosine Filtering Criterion for Zero ISI</vt:lpstr>
      <vt:lpstr>Raised Cosine Pulse</vt:lpstr>
      <vt:lpstr>Raised Cosine Pulse</vt:lpstr>
      <vt:lpstr>Properties of Raised Cosine Pulse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Delta Modulation</dc:title>
  <dc:creator>MVGR</dc:creator>
  <cp:lastModifiedBy>syam sundar pillalamarri</cp:lastModifiedBy>
  <cp:revision>189</cp:revision>
  <dcterms:created xsi:type="dcterms:W3CDTF">2017-03-12T06:53:45Z</dcterms:created>
  <dcterms:modified xsi:type="dcterms:W3CDTF">2025-02-07T06:54:10Z</dcterms:modified>
</cp:coreProperties>
</file>