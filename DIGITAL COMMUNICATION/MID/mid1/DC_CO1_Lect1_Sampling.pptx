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9"/>
  </p:notesMasterIdLst>
  <p:handoutMasterIdLst>
    <p:handoutMasterId r:id="rId30"/>
  </p:handoutMasterIdLst>
  <p:sldIdLst>
    <p:sldId id="332" r:id="rId5"/>
    <p:sldId id="376" r:id="rId6"/>
    <p:sldId id="256" r:id="rId7"/>
    <p:sldId id="395" r:id="rId8"/>
    <p:sldId id="377" r:id="rId9"/>
    <p:sldId id="385" r:id="rId10"/>
    <p:sldId id="383" r:id="rId11"/>
    <p:sldId id="384" r:id="rId12"/>
    <p:sldId id="379" r:id="rId13"/>
    <p:sldId id="378" r:id="rId14"/>
    <p:sldId id="387" r:id="rId15"/>
    <p:sldId id="388" r:id="rId16"/>
    <p:sldId id="390" r:id="rId17"/>
    <p:sldId id="420" r:id="rId18"/>
    <p:sldId id="423" r:id="rId19"/>
    <p:sldId id="389" r:id="rId20"/>
    <p:sldId id="392" r:id="rId21"/>
    <p:sldId id="400" r:id="rId22"/>
    <p:sldId id="419" r:id="rId23"/>
    <p:sldId id="417" r:id="rId24"/>
    <p:sldId id="416" r:id="rId25"/>
    <p:sldId id="424" r:id="rId26"/>
    <p:sldId id="433" r:id="rId27"/>
    <p:sldId id="42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3D46A-FF2E-42AC-89B8-02A9E330841D}" v="5" dt="2023-11-30T04:48:04.558"/>
    <p1510:client id="{C25E1DC8-A601-40AC-ACC5-1C017B431D19}" v="4" dt="2023-11-30T04:39:57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GR" userId="f2c0952e-ef03-4304-8056-d84e15f5cef7" providerId="ADAL" clId="{C25E1DC8-A601-40AC-ACC5-1C017B431D19}"/>
    <pc:docChg chg="custSel addSld delSld modSld">
      <pc:chgData name="MVGR" userId="f2c0952e-ef03-4304-8056-d84e15f5cef7" providerId="ADAL" clId="{C25E1DC8-A601-40AC-ACC5-1C017B431D19}" dt="2023-11-30T04:40:27.937" v="44" actId="478"/>
      <pc:docMkLst>
        <pc:docMk/>
      </pc:docMkLst>
      <pc:sldChg chg="del">
        <pc:chgData name="MVGR" userId="f2c0952e-ef03-4304-8056-d84e15f5cef7" providerId="ADAL" clId="{C25E1DC8-A601-40AC-ACC5-1C017B431D19}" dt="2023-11-30T04:39:51.394" v="29" actId="47"/>
        <pc:sldMkLst>
          <pc:docMk/>
          <pc:sldMk cId="0" sldId="264"/>
        </pc:sldMkLst>
      </pc:sldChg>
      <pc:sldChg chg="addSp delSp modSp mod">
        <pc:chgData name="MVGR" userId="f2c0952e-ef03-4304-8056-d84e15f5cef7" providerId="ADAL" clId="{C25E1DC8-A601-40AC-ACC5-1C017B431D19}" dt="2023-11-30T04:39:28.889" v="24" actId="1076"/>
        <pc:sldMkLst>
          <pc:docMk/>
          <pc:sldMk cId="0" sldId="332"/>
        </pc:sldMkLst>
        <pc:spChg chg="mod">
          <ac:chgData name="MVGR" userId="f2c0952e-ef03-4304-8056-d84e15f5cef7" providerId="ADAL" clId="{C25E1DC8-A601-40AC-ACC5-1C017B431D19}" dt="2023-11-30T04:39:07.993" v="22" actId="1076"/>
          <ac:spMkLst>
            <pc:docMk/>
            <pc:sldMk cId="0" sldId="332"/>
            <ac:spMk id="3" creationId="{2A7C63F9-A35B-8620-AFB6-E436A472F157}"/>
          </ac:spMkLst>
        </pc:spChg>
        <pc:spChg chg="add del mod">
          <ac:chgData name="MVGR" userId="f2c0952e-ef03-4304-8056-d84e15f5cef7" providerId="ADAL" clId="{C25E1DC8-A601-40AC-ACC5-1C017B431D19}" dt="2023-11-30T04:39:05.218" v="21" actId="478"/>
          <ac:spMkLst>
            <pc:docMk/>
            <pc:sldMk cId="0" sldId="332"/>
            <ac:spMk id="4" creationId="{910E7F88-A220-97EE-4BB0-1227D5D7990E}"/>
          </ac:spMkLst>
        </pc:spChg>
        <pc:spChg chg="add mod">
          <ac:chgData name="MVGR" userId="f2c0952e-ef03-4304-8056-d84e15f5cef7" providerId="ADAL" clId="{C25E1DC8-A601-40AC-ACC5-1C017B431D19}" dt="2023-11-30T04:39:28.889" v="24" actId="1076"/>
          <ac:spMkLst>
            <pc:docMk/>
            <pc:sldMk cId="0" sldId="332"/>
            <ac:spMk id="5" creationId="{958D3960-278F-60DC-1BDE-D851D37FC194}"/>
          </ac:spMkLst>
        </pc:spChg>
        <pc:spChg chg="del">
          <ac:chgData name="MVGR" userId="f2c0952e-ef03-4304-8056-d84e15f5cef7" providerId="ADAL" clId="{C25E1DC8-A601-40AC-ACC5-1C017B431D19}" dt="2023-11-30T04:39:02.399" v="20" actId="478"/>
          <ac:spMkLst>
            <pc:docMk/>
            <pc:sldMk cId="0" sldId="332"/>
            <ac:spMk id="28675" creationId="{EDF6C24C-65E2-6E02-A461-E248FDD063C5}"/>
          </ac:spMkLst>
        </pc:spChg>
        <pc:spChg chg="del mod">
          <ac:chgData name="MVGR" userId="f2c0952e-ef03-4304-8056-d84e15f5cef7" providerId="ADAL" clId="{C25E1DC8-A601-40AC-ACC5-1C017B431D19}" dt="2023-11-30T04:38:59.494" v="19" actId="478"/>
          <ac:spMkLst>
            <pc:docMk/>
            <pc:sldMk cId="0" sldId="332"/>
            <ac:spMk id="28676" creationId="{A12F97AF-3BC9-6EED-E58E-57C094F9B02A}"/>
          </ac:spMkLst>
        </pc:spChg>
      </pc:sldChg>
      <pc:sldChg chg="del">
        <pc:chgData name="MVGR" userId="f2c0952e-ef03-4304-8056-d84e15f5cef7" providerId="ADAL" clId="{C25E1DC8-A601-40AC-ACC5-1C017B431D19}" dt="2023-11-30T04:39:52.551" v="35" actId="47"/>
        <pc:sldMkLst>
          <pc:docMk/>
          <pc:sldMk cId="0" sldId="356"/>
        </pc:sldMkLst>
      </pc:sldChg>
      <pc:sldChg chg="del">
        <pc:chgData name="MVGR" userId="f2c0952e-ef03-4304-8056-d84e15f5cef7" providerId="ADAL" clId="{C25E1DC8-A601-40AC-ACC5-1C017B431D19}" dt="2023-11-30T04:39:52.807" v="36" actId="47"/>
        <pc:sldMkLst>
          <pc:docMk/>
          <pc:sldMk cId="0" sldId="357"/>
        </pc:sldMkLst>
      </pc:sldChg>
      <pc:sldChg chg="del">
        <pc:chgData name="MVGR" userId="f2c0952e-ef03-4304-8056-d84e15f5cef7" providerId="ADAL" clId="{C25E1DC8-A601-40AC-ACC5-1C017B431D19}" dt="2023-11-30T04:39:52.967" v="37" actId="47"/>
        <pc:sldMkLst>
          <pc:docMk/>
          <pc:sldMk cId="0" sldId="358"/>
        </pc:sldMkLst>
      </pc:sldChg>
      <pc:sldChg chg="del">
        <pc:chgData name="MVGR" userId="f2c0952e-ef03-4304-8056-d84e15f5cef7" providerId="ADAL" clId="{C25E1DC8-A601-40AC-ACC5-1C017B431D19}" dt="2023-11-30T04:39:53.280" v="38" actId="47"/>
        <pc:sldMkLst>
          <pc:docMk/>
          <pc:sldMk cId="0" sldId="359"/>
        </pc:sldMkLst>
      </pc:sldChg>
      <pc:sldChg chg="modSp add del mod">
        <pc:chgData name="MVGR" userId="f2c0952e-ef03-4304-8056-d84e15f5cef7" providerId="ADAL" clId="{C25E1DC8-A601-40AC-ACC5-1C017B431D19}" dt="2023-11-30T04:39:58.083" v="41" actId="27636"/>
        <pc:sldMkLst>
          <pc:docMk/>
          <pc:sldMk cId="0" sldId="399"/>
        </pc:sldMkLst>
        <pc:spChg chg="mod">
          <ac:chgData name="MVGR" userId="f2c0952e-ef03-4304-8056-d84e15f5cef7" providerId="ADAL" clId="{C25E1DC8-A601-40AC-ACC5-1C017B431D19}" dt="2023-11-30T04:39:58.083" v="41" actId="27636"/>
          <ac:spMkLst>
            <pc:docMk/>
            <pc:sldMk cId="0" sldId="399"/>
            <ac:spMk id="9218" creationId="{4FBEE1B1-9443-046E-E859-2A3276A14D2D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0"/>
        </pc:sldMkLst>
      </pc:sldChg>
      <pc:sldChg chg="del">
        <pc:chgData name="MVGR" userId="f2c0952e-ef03-4304-8056-d84e15f5cef7" providerId="ADAL" clId="{C25E1DC8-A601-40AC-ACC5-1C017B431D19}" dt="2023-11-30T04:39:51.737" v="31" actId="47"/>
        <pc:sldMkLst>
          <pc:docMk/>
          <pc:sldMk cId="0" sldId="403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0" sldId="40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5"/>
        </pc:sldMkLst>
      </pc:sldChg>
      <pc:sldChg chg="modSp add mod">
        <pc:chgData name="MVGR" userId="f2c0952e-ef03-4304-8056-d84e15f5cef7" providerId="ADAL" clId="{C25E1DC8-A601-40AC-ACC5-1C017B431D19}" dt="2023-11-30T04:39:58.095" v="42" actId="27636"/>
        <pc:sldMkLst>
          <pc:docMk/>
          <pc:sldMk cId="0" sldId="406"/>
        </pc:sldMkLst>
        <pc:spChg chg="mod">
          <ac:chgData name="MVGR" userId="f2c0952e-ef03-4304-8056-d84e15f5cef7" providerId="ADAL" clId="{C25E1DC8-A601-40AC-ACC5-1C017B431D19}" dt="2023-11-30T04:39:58.095" v="42" actId="27636"/>
          <ac:spMkLst>
            <pc:docMk/>
            <pc:sldMk cId="0" sldId="406"/>
            <ac:spMk id="27650" creationId="{F1B0FCE7-3074-DAA9-BA7B-821A8FFC2F8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8"/>
        </pc:sldMkLst>
      </pc:sldChg>
      <pc:sldChg chg="del">
        <pc:chgData name="MVGR" userId="f2c0952e-ef03-4304-8056-d84e15f5cef7" providerId="ADAL" clId="{C25E1DC8-A601-40AC-ACC5-1C017B431D19}" dt="2023-11-30T04:39:51.036" v="27" actId="47"/>
        <pc:sldMkLst>
          <pc:docMk/>
          <pc:sldMk cId="0" sldId="42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1"/>
        </pc:sldMkLst>
      </pc:sldChg>
      <pc:sldChg chg="modSp add mod">
        <pc:chgData name="MVGR" userId="f2c0952e-ef03-4304-8056-d84e15f5cef7" providerId="ADAL" clId="{C25E1DC8-A601-40AC-ACC5-1C017B431D19}" dt="2023-11-30T04:40:21.616" v="43" actId="1076"/>
        <pc:sldMkLst>
          <pc:docMk/>
          <pc:sldMk cId="0" sldId="423"/>
        </pc:sldMkLst>
        <pc:spChg chg="mod">
          <ac:chgData name="MVGR" userId="f2c0952e-ef03-4304-8056-d84e15f5cef7" providerId="ADAL" clId="{C25E1DC8-A601-40AC-ACC5-1C017B431D19}" dt="2023-11-30T04:40:21.616" v="43" actId="1076"/>
          <ac:spMkLst>
            <pc:docMk/>
            <pc:sldMk cId="0" sldId="423"/>
            <ac:spMk id="5123" creationId="{7D9AC848-E9F2-610F-F8EF-71A1941E4DB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2"/>
        </pc:sldMkLst>
      </pc:sldChg>
      <pc:sldChg chg="delSp add mod">
        <pc:chgData name="MVGR" userId="f2c0952e-ef03-4304-8056-d84e15f5cef7" providerId="ADAL" clId="{C25E1DC8-A601-40AC-ACC5-1C017B431D19}" dt="2023-11-30T04:40:27.937" v="44" actId="478"/>
        <pc:sldMkLst>
          <pc:docMk/>
          <pc:sldMk cId="3735150934" sldId="433"/>
        </pc:sldMkLst>
        <pc:spChg chg="del">
          <ac:chgData name="MVGR" userId="f2c0952e-ef03-4304-8056-d84e15f5cef7" providerId="ADAL" clId="{C25E1DC8-A601-40AC-ACC5-1C017B431D19}" dt="2023-11-30T04:40:27.937" v="44" actId="478"/>
          <ac:spMkLst>
            <pc:docMk/>
            <pc:sldMk cId="3735150934" sldId="433"/>
            <ac:spMk id="7170" creationId="{0459FD30-B188-C0CC-A57C-24D59A8DA94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0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0" sldId="44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2"/>
        </pc:sldMkLst>
      </pc:sldChg>
      <pc:sldChg chg="del">
        <pc:chgData name="MVGR" userId="f2c0952e-ef03-4304-8056-d84e15f5cef7" providerId="ADAL" clId="{C25E1DC8-A601-40AC-ACC5-1C017B431D19}" dt="2023-11-30T04:39:51.947" v="32" actId="47"/>
        <pc:sldMkLst>
          <pc:docMk/>
          <pc:sldMk cId="3454534067" sldId="442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3"/>
        </pc:sldMkLst>
      </pc:sldChg>
      <pc:sldChg chg="del">
        <pc:chgData name="MVGR" userId="f2c0952e-ef03-4304-8056-d84e15f5cef7" providerId="ADAL" clId="{C25E1DC8-A601-40AC-ACC5-1C017B431D19}" dt="2023-11-30T04:39:51.217" v="28" actId="47"/>
        <pc:sldMkLst>
          <pc:docMk/>
          <pc:sldMk cId="964175867" sldId="443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4"/>
        </pc:sldMkLst>
      </pc:sldChg>
      <pc:sldChg chg="del">
        <pc:chgData name="MVGR" userId="f2c0952e-ef03-4304-8056-d84e15f5cef7" providerId="ADAL" clId="{C25E1DC8-A601-40AC-ACC5-1C017B431D19}" dt="2023-11-30T04:39:51.560" v="30" actId="47"/>
        <pc:sldMkLst>
          <pc:docMk/>
          <pc:sldMk cId="898281547" sldId="44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5"/>
        </pc:sldMkLst>
      </pc:sldChg>
      <pc:sldChg chg="del">
        <pc:chgData name="MVGR" userId="f2c0952e-ef03-4304-8056-d84e15f5cef7" providerId="ADAL" clId="{C25E1DC8-A601-40AC-ACC5-1C017B431D19}" dt="2023-11-30T04:39:52.348" v="34" actId="47"/>
        <pc:sldMkLst>
          <pc:docMk/>
          <pc:sldMk cId="2593004543" sldId="445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7"/>
        </pc:sldMkLst>
      </pc:sldChg>
      <pc:sldChg chg="del">
        <pc:chgData name="MVGR" userId="f2c0952e-ef03-4304-8056-d84e15f5cef7" providerId="ADAL" clId="{C25E1DC8-A601-40AC-ACC5-1C017B431D19}" dt="2023-11-30T04:39:52.140" v="33" actId="47"/>
        <pc:sldMkLst>
          <pc:docMk/>
          <pc:sldMk cId="3447073771" sldId="44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9"/>
        </pc:sldMkLst>
      </pc:sldChg>
    </pc:docChg>
  </pc:docChgLst>
  <pc:docChgLst>
    <pc:chgData name="MVGR" userId="f2c0952e-ef03-4304-8056-d84e15f5cef7" providerId="ADAL" clId="{4FC3D46A-FF2E-42AC-89B8-02A9E330841D}"/>
    <pc:docChg chg="delSld modSld">
      <pc:chgData name="MVGR" userId="f2c0952e-ef03-4304-8056-d84e15f5cef7" providerId="ADAL" clId="{4FC3D46A-FF2E-42AC-89B8-02A9E330841D}" dt="2023-11-30T04:48:17.720" v="86" actId="1076"/>
      <pc:docMkLst>
        <pc:docMk/>
      </pc:docMkLst>
      <pc:sldChg chg="addSp modSp mod">
        <pc:chgData name="MVGR" userId="f2c0952e-ef03-4304-8056-d84e15f5cef7" providerId="ADAL" clId="{4FC3D46A-FF2E-42AC-89B8-02A9E330841D}" dt="2023-11-30T04:47:15.519" v="51" actId="207"/>
        <pc:sldMkLst>
          <pc:docMk/>
          <pc:sldMk cId="0" sldId="332"/>
        </pc:sldMkLst>
        <pc:spChg chg="add mod">
          <ac:chgData name="MVGR" userId="f2c0952e-ef03-4304-8056-d84e15f5cef7" providerId="ADAL" clId="{4FC3D46A-FF2E-42AC-89B8-02A9E330841D}" dt="2023-11-30T04:47:15.519" v="51" actId="207"/>
          <ac:spMkLst>
            <pc:docMk/>
            <pc:sldMk cId="0" sldId="332"/>
            <ac:spMk id="2" creationId="{6961DA53-72B2-3DE0-D936-373617E33241}"/>
          </ac:spMkLst>
        </pc:spChg>
        <pc:spChg chg="mod">
          <ac:chgData name="MVGR" userId="f2c0952e-ef03-4304-8056-d84e15f5cef7" providerId="ADAL" clId="{4FC3D46A-FF2E-42AC-89B8-02A9E330841D}" dt="2023-11-30T04:46:48.536" v="37" actId="1076"/>
          <ac:spMkLst>
            <pc:docMk/>
            <pc:sldMk cId="0" sldId="332"/>
            <ac:spMk id="3" creationId="{2A7C63F9-A35B-8620-AFB6-E436A472F157}"/>
          </ac:spMkLst>
        </pc:spChg>
        <pc:spChg chg="mod">
          <ac:chgData name="MVGR" userId="f2c0952e-ef03-4304-8056-d84e15f5cef7" providerId="ADAL" clId="{4FC3D46A-FF2E-42AC-89B8-02A9E330841D}" dt="2023-11-30T04:46:52.834" v="38" actId="1076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4FC3D46A-FF2E-42AC-89B8-02A9E330841D}" dt="2023-11-30T04:47:27.114" v="56" actId="47"/>
        <pc:sldMkLst>
          <pc:docMk/>
          <pc:sldMk cId="0" sldId="399"/>
        </pc:sldMkLst>
      </pc:sldChg>
      <pc:sldChg chg="del">
        <pc:chgData name="MVGR" userId="f2c0952e-ef03-4304-8056-d84e15f5cef7" providerId="ADAL" clId="{4FC3D46A-FF2E-42AC-89B8-02A9E330841D}" dt="2023-11-30T04:47:32.160" v="75" actId="47"/>
        <pc:sldMkLst>
          <pc:docMk/>
          <pc:sldMk cId="0" sldId="400"/>
        </pc:sldMkLst>
      </pc:sldChg>
      <pc:sldChg chg="del">
        <pc:chgData name="MVGR" userId="f2c0952e-ef03-4304-8056-d84e15f5cef7" providerId="ADAL" clId="{4FC3D46A-FF2E-42AC-89B8-02A9E330841D}" dt="2023-11-30T04:47:33.335" v="78" actId="47"/>
        <pc:sldMkLst>
          <pc:docMk/>
          <pc:sldMk cId="0" sldId="404"/>
        </pc:sldMkLst>
      </pc:sldChg>
      <pc:sldChg chg="del">
        <pc:chgData name="MVGR" userId="f2c0952e-ef03-4304-8056-d84e15f5cef7" providerId="ADAL" clId="{4FC3D46A-FF2E-42AC-89B8-02A9E330841D}" dt="2023-11-30T04:47:34.715" v="81" actId="47"/>
        <pc:sldMkLst>
          <pc:docMk/>
          <pc:sldMk cId="0" sldId="405"/>
        </pc:sldMkLst>
      </pc:sldChg>
      <pc:sldChg chg="del">
        <pc:chgData name="MVGR" userId="f2c0952e-ef03-4304-8056-d84e15f5cef7" providerId="ADAL" clId="{4FC3D46A-FF2E-42AC-89B8-02A9E330841D}" dt="2023-11-30T04:47:31.545" v="73" actId="47"/>
        <pc:sldMkLst>
          <pc:docMk/>
          <pc:sldMk cId="0" sldId="406"/>
        </pc:sldMkLst>
      </pc:sldChg>
      <pc:sldChg chg="del">
        <pc:chgData name="MVGR" userId="f2c0952e-ef03-4304-8056-d84e15f5cef7" providerId="ADAL" clId="{4FC3D46A-FF2E-42AC-89B8-02A9E330841D}" dt="2023-11-30T04:47:32.571" v="76" actId="47"/>
        <pc:sldMkLst>
          <pc:docMk/>
          <pc:sldMk cId="0" sldId="408"/>
        </pc:sldMkLst>
      </pc:sldChg>
      <pc:sldChg chg="del">
        <pc:chgData name="MVGR" userId="f2c0952e-ef03-4304-8056-d84e15f5cef7" providerId="ADAL" clId="{4FC3D46A-FF2E-42AC-89B8-02A9E330841D}" dt="2023-11-30T04:47:28.640" v="62" actId="47"/>
        <pc:sldMkLst>
          <pc:docMk/>
          <pc:sldMk cId="0" sldId="417"/>
        </pc:sldMkLst>
      </pc:sldChg>
      <pc:sldChg chg="del">
        <pc:chgData name="MVGR" userId="f2c0952e-ef03-4304-8056-d84e15f5cef7" providerId="ADAL" clId="{4FC3D46A-FF2E-42AC-89B8-02A9E330841D}" dt="2023-11-30T04:47:28.106" v="60" actId="47"/>
        <pc:sldMkLst>
          <pc:docMk/>
          <pc:sldMk cId="0" sldId="418"/>
        </pc:sldMkLst>
      </pc:sldChg>
      <pc:sldChg chg="del">
        <pc:chgData name="MVGR" userId="f2c0952e-ef03-4304-8056-d84e15f5cef7" providerId="ADAL" clId="{4FC3D46A-FF2E-42AC-89B8-02A9E330841D}" dt="2023-11-30T04:47:36.121" v="83" actId="47"/>
        <pc:sldMkLst>
          <pc:docMk/>
          <pc:sldMk cId="0" sldId="421"/>
        </pc:sldMkLst>
      </pc:sldChg>
      <pc:sldChg chg="del">
        <pc:chgData name="MVGR" userId="f2c0952e-ef03-4304-8056-d84e15f5cef7" providerId="ADAL" clId="{4FC3D46A-FF2E-42AC-89B8-02A9E330841D}" dt="2023-11-30T04:47:26.349" v="52" actId="47"/>
        <pc:sldMkLst>
          <pc:docMk/>
          <pc:sldMk cId="0" sldId="423"/>
        </pc:sldMkLst>
      </pc:sldChg>
      <pc:sldChg chg="del">
        <pc:chgData name="MVGR" userId="f2c0952e-ef03-4304-8056-d84e15f5cef7" providerId="ADAL" clId="{4FC3D46A-FF2E-42AC-89B8-02A9E330841D}" dt="2023-11-30T04:47:26.539" v="53" actId="47"/>
        <pc:sldMkLst>
          <pc:docMk/>
          <pc:sldMk cId="0" sldId="424"/>
        </pc:sldMkLst>
      </pc:sldChg>
      <pc:sldChg chg="del">
        <pc:chgData name="MVGR" userId="f2c0952e-ef03-4304-8056-d84e15f5cef7" providerId="ADAL" clId="{4FC3D46A-FF2E-42AC-89B8-02A9E330841D}" dt="2023-11-30T04:47:27.302" v="57" actId="47"/>
        <pc:sldMkLst>
          <pc:docMk/>
          <pc:sldMk cId="0" sldId="427"/>
        </pc:sldMkLst>
      </pc:sldChg>
      <pc:sldChg chg="modSp del mod">
        <pc:chgData name="MVGR" userId="f2c0952e-ef03-4304-8056-d84e15f5cef7" providerId="ADAL" clId="{4FC3D46A-FF2E-42AC-89B8-02A9E330841D}" dt="2023-11-30T04:48:17.720" v="86" actId="1076"/>
        <pc:sldMkLst>
          <pc:docMk/>
          <pc:sldMk cId="0" sldId="428"/>
        </pc:sldMkLst>
        <pc:spChg chg="mod">
          <ac:chgData name="MVGR" userId="f2c0952e-ef03-4304-8056-d84e15f5cef7" providerId="ADAL" clId="{4FC3D46A-FF2E-42AC-89B8-02A9E330841D}" dt="2023-11-30T04:48:17.720" v="86" actId="1076"/>
          <ac:spMkLst>
            <pc:docMk/>
            <pc:sldMk cId="0" sldId="428"/>
            <ac:spMk id="35842" creationId="{C99DF3D8-B10E-8B96-F70D-4D036378D795}"/>
          </ac:spMkLst>
        </pc:spChg>
      </pc:sldChg>
      <pc:sldChg chg="del">
        <pc:chgData name="MVGR" userId="f2c0952e-ef03-4304-8056-d84e15f5cef7" providerId="ADAL" clId="{4FC3D46A-FF2E-42AC-89B8-02A9E330841D}" dt="2023-11-30T04:47:28.382" v="61" actId="47"/>
        <pc:sldMkLst>
          <pc:docMk/>
          <pc:sldMk cId="0" sldId="429"/>
        </pc:sldMkLst>
      </pc:sldChg>
      <pc:sldChg chg="del">
        <pc:chgData name="MVGR" userId="f2c0952e-ef03-4304-8056-d84e15f5cef7" providerId="ADAL" clId="{4FC3D46A-FF2E-42AC-89B8-02A9E330841D}" dt="2023-11-30T04:47:27.576" v="58" actId="47"/>
        <pc:sldMkLst>
          <pc:docMk/>
          <pc:sldMk cId="0" sldId="430"/>
        </pc:sldMkLst>
      </pc:sldChg>
      <pc:sldChg chg="del">
        <pc:chgData name="MVGR" userId="f2c0952e-ef03-4304-8056-d84e15f5cef7" providerId="ADAL" clId="{4FC3D46A-FF2E-42AC-89B8-02A9E330841D}" dt="2023-11-30T04:47:29.101" v="64" actId="47"/>
        <pc:sldMkLst>
          <pc:docMk/>
          <pc:sldMk cId="0" sldId="431"/>
        </pc:sldMkLst>
      </pc:sldChg>
      <pc:sldChg chg="del">
        <pc:chgData name="MVGR" userId="f2c0952e-ef03-4304-8056-d84e15f5cef7" providerId="ADAL" clId="{4FC3D46A-FF2E-42AC-89B8-02A9E330841D}" dt="2023-11-30T04:47:31.241" v="72" actId="47"/>
        <pc:sldMkLst>
          <pc:docMk/>
          <pc:sldMk cId="0" sldId="432"/>
        </pc:sldMkLst>
      </pc:sldChg>
      <pc:sldChg chg="del">
        <pc:chgData name="MVGR" userId="f2c0952e-ef03-4304-8056-d84e15f5cef7" providerId="ADAL" clId="{4FC3D46A-FF2E-42AC-89B8-02A9E330841D}" dt="2023-11-30T04:47:26.751" v="54" actId="47"/>
        <pc:sldMkLst>
          <pc:docMk/>
          <pc:sldMk cId="3735150934" sldId="433"/>
        </pc:sldMkLst>
      </pc:sldChg>
      <pc:sldChg chg="del">
        <pc:chgData name="MVGR" userId="f2c0952e-ef03-4304-8056-d84e15f5cef7" providerId="ADAL" clId="{4FC3D46A-FF2E-42AC-89B8-02A9E330841D}" dt="2023-11-30T04:47:31.814" v="74" actId="47"/>
        <pc:sldMkLst>
          <pc:docMk/>
          <pc:sldMk cId="0" sldId="436"/>
        </pc:sldMkLst>
      </pc:sldChg>
      <pc:sldChg chg="del">
        <pc:chgData name="MVGR" userId="f2c0952e-ef03-4304-8056-d84e15f5cef7" providerId="ADAL" clId="{4FC3D46A-FF2E-42AC-89B8-02A9E330841D}" dt="2023-11-30T04:47:32.974" v="77" actId="47"/>
        <pc:sldMkLst>
          <pc:docMk/>
          <pc:sldMk cId="0" sldId="437"/>
        </pc:sldMkLst>
      </pc:sldChg>
      <pc:sldChg chg="del">
        <pc:chgData name="MVGR" userId="f2c0952e-ef03-4304-8056-d84e15f5cef7" providerId="ADAL" clId="{4FC3D46A-FF2E-42AC-89B8-02A9E330841D}" dt="2023-11-30T04:47:33.767" v="79" actId="47"/>
        <pc:sldMkLst>
          <pc:docMk/>
          <pc:sldMk cId="0" sldId="438"/>
        </pc:sldMkLst>
      </pc:sldChg>
      <pc:sldChg chg="del">
        <pc:chgData name="MVGR" userId="f2c0952e-ef03-4304-8056-d84e15f5cef7" providerId="ADAL" clId="{4FC3D46A-FF2E-42AC-89B8-02A9E330841D}" dt="2023-11-30T04:47:34.121" v="80" actId="47"/>
        <pc:sldMkLst>
          <pc:docMk/>
          <pc:sldMk cId="0" sldId="439"/>
        </pc:sldMkLst>
      </pc:sldChg>
      <pc:sldChg chg="del">
        <pc:chgData name="MVGR" userId="f2c0952e-ef03-4304-8056-d84e15f5cef7" providerId="ADAL" clId="{4FC3D46A-FF2E-42AC-89B8-02A9E330841D}" dt="2023-11-30T04:47:35.227" v="82" actId="47"/>
        <pc:sldMkLst>
          <pc:docMk/>
          <pc:sldMk cId="0" sldId="440"/>
        </pc:sldMkLst>
      </pc:sldChg>
      <pc:sldChg chg="del">
        <pc:chgData name="MVGR" userId="f2c0952e-ef03-4304-8056-d84e15f5cef7" providerId="ADAL" clId="{4FC3D46A-FF2E-42AC-89B8-02A9E330841D}" dt="2023-11-30T04:47:26.922" v="55" actId="47"/>
        <pc:sldMkLst>
          <pc:docMk/>
          <pc:sldMk cId="0" sldId="441"/>
        </pc:sldMkLst>
      </pc:sldChg>
      <pc:sldChg chg="del">
        <pc:chgData name="MVGR" userId="f2c0952e-ef03-4304-8056-d84e15f5cef7" providerId="ADAL" clId="{4FC3D46A-FF2E-42AC-89B8-02A9E330841D}" dt="2023-11-30T04:47:28.874" v="63" actId="47"/>
        <pc:sldMkLst>
          <pc:docMk/>
          <pc:sldMk cId="0" sldId="442"/>
        </pc:sldMkLst>
      </pc:sldChg>
      <pc:sldChg chg="del">
        <pc:chgData name="MVGR" userId="f2c0952e-ef03-4304-8056-d84e15f5cef7" providerId="ADAL" clId="{4FC3D46A-FF2E-42AC-89B8-02A9E330841D}" dt="2023-11-30T04:47:29.306" v="65" actId="47"/>
        <pc:sldMkLst>
          <pc:docMk/>
          <pc:sldMk cId="0" sldId="443"/>
        </pc:sldMkLst>
      </pc:sldChg>
      <pc:sldChg chg="del">
        <pc:chgData name="MVGR" userId="f2c0952e-ef03-4304-8056-d84e15f5cef7" providerId="ADAL" clId="{4FC3D46A-FF2E-42AC-89B8-02A9E330841D}" dt="2023-11-30T04:47:29.494" v="66" actId="47"/>
        <pc:sldMkLst>
          <pc:docMk/>
          <pc:sldMk cId="0" sldId="444"/>
        </pc:sldMkLst>
      </pc:sldChg>
      <pc:sldChg chg="del">
        <pc:chgData name="MVGR" userId="f2c0952e-ef03-4304-8056-d84e15f5cef7" providerId="ADAL" clId="{4FC3D46A-FF2E-42AC-89B8-02A9E330841D}" dt="2023-11-30T04:47:30.788" v="71" actId="47"/>
        <pc:sldMkLst>
          <pc:docMk/>
          <pc:sldMk cId="0" sldId="445"/>
        </pc:sldMkLst>
      </pc:sldChg>
      <pc:sldChg chg="del">
        <pc:chgData name="MVGR" userId="f2c0952e-ef03-4304-8056-d84e15f5cef7" providerId="ADAL" clId="{4FC3D46A-FF2E-42AC-89B8-02A9E330841D}" dt="2023-11-30T04:47:29.715" v="67" actId="47"/>
        <pc:sldMkLst>
          <pc:docMk/>
          <pc:sldMk cId="0" sldId="446"/>
        </pc:sldMkLst>
      </pc:sldChg>
      <pc:sldChg chg="del">
        <pc:chgData name="MVGR" userId="f2c0952e-ef03-4304-8056-d84e15f5cef7" providerId="ADAL" clId="{4FC3D46A-FF2E-42AC-89B8-02A9E330841D}" dt="2023-11-30T04:47:29.975" v="68" actId="47"/>
        <pc:sldMkLst>
          <pc:docMk/>
          <pc:sldMk cId="0" sldId="447"/>
        </pc:sldMkLst>
      </pc:sldChg>
      <pc:sldChg chg="del">
        <pc:chgData name="MVGR" userId="f2c0952e-ef03-4304-8056-d84e15f5cef7" providerId="ADAL" clId="{4FC3D46A-FF2E-42AC-89B8-02A9E330841D}" dt="2023-11-30T04:47:30.315" v="69" actId="47"/>
        <pc:sldMkLst>
          <pc:docMk/>
          <pc:sldMk cId="0" sldId="448"/>
        </pc:sldMkLst>
      </pc:sldChg>
      <pc:sldChg chg="del">
        <pc:chgData name="MVGR" userId="f2c0952e-ef03-4304-8056-d84e15f5cef7" providerId="ADAL" clId="{4FC3D46A-FF2E-42AC-89B8-02A9E330841D}" dt="2023-11-30T04:47:30.552" v="70" actId="47"/>
        <pc:sldMkLst>
          <pc:docMk/>
          <pc:sldMk cId="0" sldId="4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A825265-D0CA-CD2C-F63F-C62D771C56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B2831099-6276-9969-85D2-29B6D93224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286C5438-B070-C625-07F8-E9F835DD2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4F86EC-06BE-4CF1-B578-9687628E0BB2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3.png"/><Relationship Id="rId7" Type="http://schemas.openxmlformats.org/officeDocument/2006/relationships/oleObject" Target="../embeddings/oleObject1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wmf"/><Relationship Id="rId7" Type="http://schemas.openxmlformats.org/officeDocument/2006/relationships/image" Target="../media/image41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18.png"/><Relationship Id="rId7" Type="http://schemas.openxmlformats.org/officeDocument/2006/relationships/oleObject" Target="../embeddings/oleObject4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61.wmf"/><Relationship Id="rId4" Type="http://schemas.openxmlformats.org/officeDocument/2006/relationships/image" Target="../media/image58.png"/><Relationship Id="rId9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emf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emf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emf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7C63F9-A35B-8620-AFB6-E436A472F157}"/>
              </a:ext>
            </a:extLst>
          </p:cNvPr>
          <p:cNvSpPr txBox="1"/>
          <p:nvPr/>
        </p:nvSpPr>
        <p:spPr>
          <a:xfrm>
            <a:off x="2081330" y="1308983"/>
            <a:ext cx="8827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22EC2208</a:t>
            </a:r>
            <a:endParaRPr lang="en-US" sz="40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58D3960-278F-60DC-1BDE-D851D37FC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3605719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Sampling and Reconstruction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961DA53-72B2-3DE0-D936-373617E33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607" y="237679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AY 2023-24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66B1CCA-1E7B-E2AF-59C1-5A598264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7002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</a:p>
        </p:txBody>
      </p:sp>
      <p:sp>
        <p:nvSpPr>
          <p:cNvPr id="3075" name="Subtitle 3">
            <a:extLst>
              <a:ext uri="{FF2B5EF4-FFF2-40B4-BE49-F238E27FC236}">
                <a16:creationId xmlns:a16="http://schemas.microsoft.com/office/drawing/2014/main" id="{DBA52847-156C-F14D-6399-6A6B2B37A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24000"/>
            <a:ext cx="9144000" cy="5638800"/>
          </a:xfrm>
        </p:spPr>
        <p:txBody>
          <a:bodyPr/>
          <a:lstStyle/>
          <a:p>
            <a:pPr eaLnBrk="1" hangingPunct="1"/>
            <a:r>
              <a:rPr lang="en-US" altLang="en-US" sz="5400" dirty="0">
                <a:ea typeface="新細明體" panose="02020500000000000000" pitchFamily="18" charset="-120"/>
              </a:rPr>
              <a:t>  </a:t>
            </a:r>
            <a:r>
              <a:rPr lang="en-US" altLang="en-US" sz="5400" dirty="0">
                <a:solidFill>
                  <a:srgbClr val="002060"/>
                </a:solidFill>
                <a:ea typeface="新細明體" panose="02020500000000000000" pitchFamily="18" charset="-120"/>
              </a:rPr>
              <a:t>  Dr. </a:t>
            </a:r>
            <a:r>
              <a:rPr lang="en-US" altLang="en-US" sz="5400" dirty="0">
                <a:solidFill>
                  <a:srgbClr val="003DB8"/>
                </a:solidFill>
                <a:ea typeface="新細明體" panose="02020500000000000000" pitchFamily="18" charset="-120"/>
              </a:rPr>
              <a:t>M. Venu Gopala Rao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5400" dirty="0">
                <a:solidFill>
                  <a:srgbClr val="003DB8"/>
                </a:solidFill>
                <a:ea typeface="新細明體" panose="02020500000000000000" pitchFamily="18" charset="-120"/>
              </a:rPr>
              <a:t>                               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M.Tech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Ph.D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(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Engg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)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F.I.E.T.E, L.M.I.S.T.E, I.S.O.I., I.A.E., S.S.I.</a:t>
            </a:r>
          </a:p>
          <a:p>
            <a:pPr eaLnBrk="1" hangingPunct="1"/>
            <a:r>
              <a:rPr lang="en-US" altLang="en-US" sz="3600" dirty="0">
                <a:solidFill>
                  <a:srgbClr val="003DB8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    Cert. in R.S.T ( City &amp; Guild’s London Institute , London)</a:t>
            </a:r>
          </a:p>
          <a:p>
            <a:pPr eaLnBrk="1" hangingPunct="1"/>
            <a:r>
              <a:rPr lang="en-US" altLang="en-US" sz="3600" dirty="0">
                <a:solidFill>
                  <a:srgbClr val="149D0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Professor, Dept. of ECE, K L University</a:t>
            </a:r>
          </a:p>
          <a:p>
            <a:pPr eaLnBrk="1" hangingPunct="1"/>
            <a:r>
              <a:rPr lang="en-US" alt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mvgr03@kluniversity.in</a:t>
            </a:r>
          </a:p>
          <a:p>
            <a:pPr eaLnBrk="1" hangingPunct="1"/>
            <a:endParaRPr lang="en-US" altLang="en-US" sz="3600" dirty="0">
              <a:solidFill>
                <a:srgbClr val="149D01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eaLnBrk="1" hangingPunct="1"/>
            <a:endParaRPr lang="en-US" altLang="en-US" sz="3600" dirty="0">
              <a:solidFill>
                <a:srgbClr val="003DB8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379DE17-B61B-2BB7-4DC7-6A35D0436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5188" y="2420939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 Theorem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B0DF021C-CC41-A359-A939-BF1B2A179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2667000"/>
            <a:ext cx="88011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Box 4">
            <a:extLst>
              <a:ext uri="{FF2B5EF4-FFF2-40B4-BE49-F238E27FC236}">
                <a16:creationId xmlns:a16="http://schemas.microsoft.com/office/drawing/2014/main" id="{793B4F2E-9DF4-91D1-60CB-4D6A0910B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404813"/>
            <a:ext cx="8964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en-US">
                <a:latin typeface="Arial" panose="020B0604020202020204" pitchFamily="34" charset="0"/>
                <a:cs typeface="Arial" panose="020B0604020202020204" pitchFamily="34" charset="0"/>
              </a:rPr>
              <a:t>Digital Signal Processing System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8A5FA-CEF6-0E27-9125-1659EBEE6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7BF7BC-5D3F-F2B1-F47D-7062D1C6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5DC2D-94A2-699D-E97C-A8CAEAD7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7" name="Picture 3">
            <a:extLst>
              <a:ext uri="{FF2B5EF4-FFF2-40B4-BE49-F238E27FC236}">
                <a16:creationId xmlns:a16="http://schemas.microsoft.com/office/drawing/2014/main" id="{F986345D-280C-7E31-BCAA-19F103038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9" y="692151"/>
            <a:ext cx="12922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8" name="Picture 4">
            <a:extLst>
              <a:ext uri="{FF2B5EF4-FFF2-40B4-BE49-F238E27FC236}">
                <a16:creationId xmlns:a16="http://schemas.microsoft.com/office/drawing/2014/main" id="{2C8AB87C-5846-41A3-BDE1-800ABDFEC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776" y="692151"/>
            <a:ext cx="12922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9" name="Picture 5">
            <a:extLst>
              <a:ext uri="{FF2B5EF4-FFF2-40B4-BE49-F238E27FC236}">
                <a16:creationId xmlns:a16="http://schemas.microsoft.com/office/drawing/2014/main" id="{A6B2357B-FCD0-5E5B-4752-E3F9975B0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489" y="3141663"/>
            <a:ext cx="1068387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0" name="Picture 6">
            <a:extLst>
              <a:ext uri="{FF2B5EF4-FFF2-40B4-BE49-F238E27FC236}">
                <a16:creationId xmlns:a16="http://schemas.microsoft.com/office/drawing/2014/main" id="{A9774DB3-655D-B73B-5AAB-39EEA5E79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692150"/>
            <a:ext cx="107315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7">
            <a:extLst>
              <a:ext uri="{FF2B5EF4-FFF2-40B4-BE49-F238E27FC236}">
                <a16:creationId xmlns:a16="http://schemas.microsoft.com/office/drawing/2014/main" id="{46132450-1DC3-9CC9-BE9F-883B29B77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84313"/>
            <a:ext cx="9042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986037-9E12-3AF0-A73F-25613F2B13BD}"/>
              </a:ext>
            </a:extLst>
          </p:cNvPr>
          <p:cNvCxnSpPr/>
          <p:nvPr/>
        </p:nvCxnSpPr>
        <p:spPr>
          <a:xfrm flipV="1">
            <a:off x="5232400" y="1125538"/>
            <a:ext cx="71438" cy="863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094DBC-ACFA-8F83-69EC-780CFDE01DEF}"/>
              </a:ext>
            </a:extLst>
          </p:cNvPr>
          <p:cNvCxnSpPr/>
          <p:nvPr/>
        </p:nvCxnSpPr>
        <p:spPr>
          <a:xfrm flipV="1">
            <a:off x="6888163" y="1196976"/>
            <a:ext cx="0" cy="792163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F788B6-B385-FA79-D416-88F603A7F09C}"/>
              </a:ext>
            </a:extLst>
          </p:cNvPr>
          <p:cNvCxnSpPr/>
          <p:nvPr/>
        </p:nvCxnSpPr>
        <p:spPr>
          <a:xfrm>
            <a:off x="8543925" y="2276476"/>
            <a:ext cx="69850" cy="792163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EFC2E6-5232-8DCC-EEBE-88E2E84DC9E5}"/>
              </a:ext>
            </a:extLst>
          </p:cNvPr>
          <p:cNvCxnSpPr/>
          <p:nvPr/>
        </p:nvCxnSpPr>
        <p:spPr>
          <a:xfrm flipV="1">
            <a:off x="10272713" y="1125538"/>
            <a:ext cx="0" cy="863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552" name="Picture 8">
            <a:extLst>
              <a:ext uri="{FF2B5EF4-FFF2-40B4-BE49-F238E27FC236}">
                <a16:creationId xmlns:a16="http://schemas.microsoft.com/office/drawing/2014/main" id="{53BAE92B-506D-09A0-26AB-B6AFAC7AD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9" y="4149725"/>
            <a:ext cx="496252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374356-5344-1C70-E597-FE09AF7E4633}"/>
              </a:ext>
            </a:extLst>
          </p:cNvPr>
          <p:cNvCxnSpPr/>
          <p:nvPr/>
        </p:nvCxnSpPr>
        <p:spPr>
          <a:xfrm>
            <a:off x="6816725" y="2133601"/>
            <a:ext cx="2014538" cy="2519363"/>
          </a:xfrm>
          <a:prstGeom prst="straightConnector1">
            <a:avLst/>
          </a:prstGeom>
          <a:ln w="571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579155-165E-348A-BDC7-C11274E41E21}"/>
              </a:ext>
            </a:extLst>
          </p:cNvPr>
          <p:cNvCxnSpPr/>
          <p:nvPr/>
        </p:nvCxnSpPr>
        <p:spPr>
          <a:xfrm flipH="1">
            <a:off x="3935414" y="2205038"/>
            <a:ext cx="1512887" cy="2520950"/>
          </a:xfrm>
          <a:prstGeom prst="straightConnector1">
            <a:avLst/>
          </a:prstGeom>
          <a:ln w="571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553" name="Picture 9">
            <a:extLst>
              <a:ext uri="{FF2B5EF4-FFF2-40B4-BE49-F238E27FC236}">
                <a16:creationId xmlns:a16="http://schemas.microsoft.com/office/drawing/2014/main" id="{C4CA4361-BC77-9004-35D3-4C712C1E1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6" y="5661026"/>
            <a:ext cx="2087563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D60D7D-97C5-9FB5-A74B-1018DB9A5506}"/>
              </a:ext>
            </a:extLst>
          </p:cNvPr>
          <p:cNvCxnSpPr/>
          <p:nvPr/>
        </p:nvCxnSpPr>
        <p:spPr>
          <a:xfrm>
            <a:off x="6267450" y="4868864"/>
            <a:ext cx="0" cy="71913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BBA3A-AB4C-DD8F-8DDF-C66D19AD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E82999-261B-DEDD-1B5E-6191922B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404FC-9B71-AC7A-FA6D-FA8CF973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BAD17-8349-D242-5ABC-99AD247F6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"/>
            <a:ext cx="9144000" cy="868363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/>
              <a:t>Analog, </a:t>
            </a:r>
            <a:r>
              <a:rPr lang="en-US" dirty="0">
                <a:solidFill>
                  <a:srgbClr val="C00000"/>
                </a:solidFill>
              </a:rPr>
              <a:t>Discrete Time </a:t>
            </a:r>
            <a:r>
              <a:rPr lang="en-US" dirty="0"/>
              <a:t>and </a:t>
            </a:r>
            <a:r>
              <a:rPr lang="en-US" dirty="0">
                <a:solidFill>
                  <a:srgbClr val="3803BD"/>
                </a:solidFill>
              </a:rPr>
              <a:t>Digital Signals</a:t>
            </a:r>
          </a:p>
        </p:txBody>
      </p:sp>
      <p:pic>
        <p:nvPicPr>
          <p:cNvPr id="7171" name="Picture 1">
            <a:extLst>
              <a:ext uri="{FF2B5EF4-FFF2-40B4-BE49-F238E27FC236}">
                <a16:creationId xmlns:a16="http://schemas.microsoft.com/office/drawing/2014/main" id="{E9F8181C-2827-C71A-9EAD-745110C42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4" y="838200"/>
            <a:ext cx="8842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B21A0F-92FA-43A0-13E5-182C43EC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F6F15-5471-D762-A126-23699002C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5120E-D936-D90B-4CCF-BE724235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C5E82A53-0FB9-F84F-09A5-FE0BDD6B8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125539"/>
            <a:ext cx="3681413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8">
            <a:extLst>
              <a:ext uri="{FF2B5EF4-FFF2-40B4-BE49-F238E27FC236}">
                <a16:creationId xmlns:a16="http://schemas.microsoft.com/office/drawing/2014/main" id="{B829CB18-EAC7-43CA-8C75-46BECAF8F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1052514"/>
            <a:ext cx="3671888" cy="184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9">
            <a:extLst>
              <a:ext uri="{FF2B5EF4-FFF2-40B4-BE49-F238E27FC236}">
                <a16:creationId xmlns:a16="http://schemas.microsoft.com/office/drawing/2014/main" id="{FB766DA2-99B8-8E00-A240-7C918FE0E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2924176"/>
            <a:ext cx="374332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10">
            <a:extLst>
              <a:ext uri="{FF2B5EF4-FFF2-40B4-BE49-F238E27FC236}">
                <a16:creationId xmlns:a16="http://schemas.microsoft.com/office/drawing/2014/main" id="{BD8C2A21-BE0C-9B30-8A01-AD523F50D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8" y="2924175"/>
            <a:ext cx="360045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11">
            <a:extLst>
              <a:ext uri="{FF2B5EF4-FFF2-40B4-BE49-F238E27FC236}">
                <a16:creationId xmlns:a16="http://schemas.microsoft.com/office/drawing/2014/main" id="{28DBFE75-8A1C-0042-A58D-5CA2572F0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4841876"/>
            <a:ext cx="411162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12">
            <a:extLst>
              <a:ext uri="{FF2B5EF4-FFF2-40B4-BE49-F238E27FC236}">
                <a16:creationId xmlns:a16="http://schemas.microsoft.com/office/drawing/2014/main" id="{D5C5E668-B32C-B25E-29EA-F526BA58D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9" y="4913314"/>
            <a:ext cx="4010025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B5B6A0-A7EA-4535-086E-EFCB87C73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9144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7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samples to be taken for given a signal,so that the original signal can recovered exactly</a:t>
            </a:r>
            <a:r>
              <a:rPr lang="en-IN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endParaRPr lang="en-IN" altLang="en-US" sz="280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7A5168-1C30-6D49-A950-43BA6902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8" y="404814"/>
            <a:ext cx="29638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7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there any rule?</a:t>
            </a:r>
            <a:endParaRPr lang="en-IN" altLang="en-US" sz="2700">
              <a:latin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7208C6-4804-6C65-9C62-17276BB8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0E376-DBEE-16CA-FED8-6E08765C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B580C-E65B-EBEF-30FD-422F48F8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D68A1FAF-4C11-2FCF-9ABD-AC18D8ECE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0"/>
            <a:ext cx="8967788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2C3685-C9D0-04E4-67CB-D510E0B81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5229225"/>
            <a:ext cx="88947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7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samples to be taken for given a signal,so that the original signal can recovered exactly</a:t>
            </a:r>
            <a:r>
              <a:rPr lang="en-IN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endParaRPr lang="en-IN" altLang="en-US" sz="280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22234F-FEF8-4DB7-7119-C7BAEFC72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6092825"/>
            <a:ext cx="29638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7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there any rule?</a:t>
            </a:r>
            <a:endParaRPr lang="en-IN" altLang="en-US" sz="2700">
              <a:latin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953BB-F67B-B52D-0D68-E4FECE72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E12AC-7F62-E0A0-B431-2E52C9D4B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1F896-DEAB-6A2D-9A25-C5A459F0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2" name="Rectangle 4">
            <a:extLst>
              <a:ext uri="{FF2B5EF4-FFF2-40B4-BE49-F238E27FC236}">
                <a16:creationId xmlns:a16="http://schemas.microsoft.com/office/drawing/2014/main" id="{EA06B641-C3D3-7443-A60F-0F33B55BF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866775"/>
            <a:ext cx="8964613" cy="1385888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algn="just">
              <a:defRPr/>
            </a:pPr>
            <a:r>
              <a:rPr lang="en-US" sz="2800" dirty="0">
                <a:solidFill>
                  <a:srgbClr val="0000FF"/>
                </a:solidFill>
                <a:latin typeface="Arial" pitchFamily="34" charset="0"/>
                <a:ea typeface="新細明體" pitchFamily="2" charset="-120"/>
                <a:cs typeface="Arial" pitchFamily="34" charset="0"/>
              </a:rPr>
              <a:t>The sampling theorem is significant in communication systems because it provides the basis for transmitting analog signals by use of digital techniques</a:t>
            </a:r>
            <a:r>
              <a:rPr lang="en-US" sz="2800" dirty="0">
                <a:latin typeface="Arial" pitchFamily="34" charset="0"/>
                <a:ea typeface="新細明體" pitchFamily="2" charset="-120"/>
                <a:cs typeface="Arial" pitchFamily="34" charset="0"/>
              </a:rPr>
              <a:t>.</a:t>
            </a:r>
            <a:endParaRPr lang="en-US" sz="2800" dirty="0">
              <a:ea typeface="新細明體" pitchFamily="2" charset="-12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BA6026-51B4-EC50-D535-B4E84629F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188913"/>
            <a:ext cx="56753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Uniform Sampling Theorem </a:t>
            </a:r>
            <a:endParaRPr lang="en-IN" altLang="en-US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22886" name="Picture 6">
            <a:extLst>
              <a:ext uri="{FF2B5EF4-FFF2-40B4-BE49-F238E27FC236}">
                <a16:creationId xmlns:a16="http://schemas.microsoft.com/office/drawing/2014/main" id="{557D76B9-0616-9ECD-9404-38B172225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3" y="2454276"/>
            <a:ext cx="89709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7" name="Picture 7">
            <a:extLst>
              <a:ext uri="{FF2B5EF4-FFF2-40B4-BE49-F238E27FC236}">
                <a16:creationId xmlns:a16="http://schemas.microsoft.com/office/drawing/2014/main" id="{7271F7F9-9CB0-8321-027F-1EEF2774D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1" y="4478338"/>
            <a:ext cx="8937625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E8BC7-261C-1DE2-6820-0A23A33C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9E40E-A565-2E8B-1870-84C493B8C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B6184-6501-D445-C3F9-AD21B954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52618F2B-B307-C310-C11D-BDB910B2C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0"/>
            <a:ext cx="5761037" cy="242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3" name="Picture 5">
            <a:extLst>
              <a:ext uri="{FF2B5EF4-FFF2-40B4-BE49-F238E27FC236}">
                <a16:creationId xmlns:a16="http://schemas.microsoft.com/office/drawing/2014/main" id="{F6F55B66-4B2E-145B-4495-4B53E3F72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636838"/>
            <a:ext cx="6913562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7">
            <a:extLst>
              <a:ext uri="{FF2B5EF4-FFF2-40B4-BE49-F238E27FC236}">
                <a16:creationId xmlns:a16="http://schemas.microsoft.com/office/drawing/2014/main" id="{D6D78605-948F-E6D8-A6FB-9A03ACAE1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4652963"/>
            <a:ext cx="8459788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784A19-C389-724D-6E77-D1C259A35740}"/>
              </a:ext>
            </a:extLst>
          </p:cNvPr>
          <p:cNvCxnSpPr/>
          <p:nvPr/>
        </p:nvCxnSpPr>
        <p:spPr>
          <a:xfrm>
            <a:off x="4656139" y="2997201"/>
            <a:ext cx="3455987" cy="251936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08B1-C7AE-5B7A-804C-1A74AEBE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F8EEE-1B7A-041E-8076-4572B8DA5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73595-F501-ED5D-D25A-23649CE3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>
            <a:extLst>
              <a:ext uri="{FF2B5EF4-FFF2-40B4-BE49-F238E27FC236}">
                <a16:creationId xmlns:a16="http://schemas.microsoft.com/office/drawing/2014/main" id="{5B5BF7CA-A0B2-78FB-3591-CAD0E9D3B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"/>
            <a:ext cx="3581400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3" name="Picture 3">
            <a:extLst>
              <a:ext uri="{FF2B5EF4-FFF2-40B4-BE49-F238E27FC236}">
                <a16:creationId xmlns:a16="http://schemas.microsoft.com/office/drawing/2014/main" id="{BAE4F1E1-BD98-B33E-A03D-3CC9C108E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6" y="2781301"/>
            <a:ext cx="1381125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4" name="Picture 4">
            <a:extLst>
              <a:ext uri="{FF2B5EF4-FFF2-40B4-BE49-F238E27FC236}">
                <a16:creationId xmlns:a16="http://schemas.microsoft.com/office/drawing/2014/main" id="{68D64549-D2BE-AF3E-05C8-2EA845B94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38" y="620713"/>
            <a:ext cx="1439862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7" name="Picture 7">
            <a:extLst>
              <a:ext uri="{FF2B5EF4-FFF2-40B4-BE49-F238E27FC236}">
                <a16:creationId xmlns:a16="http://schemas.microsoft.com/office/drawing/2014/main" id="{B7C3BB21-19D7-3A75-3509-58A6B38F5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781301"/>
            <a:ext cx="3751263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8" name="Picture 8">
            <a:extLst>
              <a:ext uri="{FF2B5EF4-FFF2-40B4-BE49-F238E27FC236}">
                <a16:creationId xmlns:a16="http://schemas.microsoft.com/office/drawing/2014/main" id="{55E1E691-B3AC-7CC4-AB6A-2B73029C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5300663"/>
            <a:ext cx="3705225" cy="136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09" name="Picture 9">
            <a:extLst>
              <a:ext uri="{FF2B5EF4-FFF2-40B4-BE49-F238E27FC236}">
                <a16:creationId xmlns:a16="http://schemas.microsoft.com/office/drawing/2014/main" id="{B25F7161-6735-4441-8BC9-BFDA575A8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6" y="2708275"/>
            <a:ext cx="4079875" cy="111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D32DEBC0-063D-B585-DF33-0D7EC4A64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6" y="5445125"/>
            <a:ext cx="1439863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12" name="Rectangle 12">
            <a:extLst>
              <a:ext uri="{FF2B5EF4-FFF2-40B4-BE49-F238E27FC236}">
                <a16:creationId xmlns:a16="http://schemas.microsoft.com/office/drawing/2014/main" id="{3F2B6993-EA06-6615-C73B-9C3722FF1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IN">
              <a:ea typeface="新細明體" pitchFamily="2" charset="-120"/>
            </a:endParaRPr>
          </a:p>
        </p:txBody>
      </p:sp>
      <p:graphicFrame>
        <p:nvGraphicFramePr>
          <p:cNvPr id="128011" name="Object 11">
            <a:extLst>
              <a:ext uri="{FF2B5EF4-FFF2-40B4-BE49-F238E27FC236}">
                <a16:creationId xmlns:a16="http://schemas.microsoft.com/office/drawing/2014/main" id="{5C7084E5-BDB0-7085-FDA9-45191482AA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9" y="1773238"/>
          <a:ext cx="80470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254500" imgH="457200" progId="Equation.DSMT4">
                  <p:embed/>
                </p:oleObj>
              </mc:Choice>
              <mc:Fallback>
                <p:oleObj name="Equation" r:id="rId7" imgW="4254500" imgH="457200" progId="Equation.DSMT4">
                  <p:embed/>
                  <p:pic>
                    <p:nvPicPr>
                      <p:cNvPr id="128011" name="Object 11">
                        <a:extLst>
                          <a:ext uri="{FF2B5EF4-FFF2-40B4-BE49-F238E27FC236}">
                            <a16:creationId xmlns:a16="http://schemas.microsoft.com/office/drawing/2014/main" id="{5C7084E5-BDB0-7085-FDA9-45191482AA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9" y="1773238"/>
                        <a:ext cx="804703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14" name="Rectangle 14">
            <a:extLst>
              <a:ext uri="{FF2B5EF4-FFF2-40B4-BE49-F238E27FC236}">
                <a16:creationId xmlns:a16="http://schemas.microsoft.com/office/drawing/2014/main" id="{72EEBAD9-DD8D-C981-3737-4F4225DCB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IN">
              <a:ea typeface="新細明體" pitchFamily="2" charset="-120"/>
            </a:endParaRPr>
          </a:p>
        </p:txBody>
      </p:sp>
      <p:pic>
        <p:nvPicPr>
          <p:cNvPr id="128015" name="Picture 15">
            <a:extLst>
              <a:ext uri="{FF2B5EF4-FFF2-40B4-BE49-F238E27FC236}">
                <a16:creationId xmlns:a16="http://schemas.microsoft.com/office/drawing/2014/main" id="{03EBE605-7021-0476-8013-E2627AA6E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4149725"/>
            <a:ext cx="8569325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16" name="Picture 16">
            <a:extLst>
              <a:ext uri="{FF2B5EF4-FFF2-40B4-BE49-F238E27FC236}">
                <a16:creationId xmlns:a16="http://schemas.microsoft.com/office/drawing/2014/main" id="{101D4937-7F6A-72DD-29F9-F92F0D5E5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160339"/>
            <a:ext cx="3024188" cy="163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017" name="Picture 17">
            <a:extLst>
              <a:ext uri="{FF2B5EF4-FFF2-40B4-BE49-F238E27FC236}">
                <a16:creationId xmlns:a16="http://schemas.microsoft.com/office/drawing/2014/main" id="{63D829E5-876E-B0EA-4F8B-2D7D0D88B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825" y="5329239"/>
            <a:ext cx="44069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811CE-94BB-754F-31A4-7BAA6905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E54548-9FB8-CCDC-7A12-489BE2C37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52BB7-214F-64E5-DF99-2D0DD1A6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8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28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35BAFA0A-C33E-8869-1530-86FC418AA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"/>
            <a:ext cx="8748712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9D5401-65DF-2C91-DA9F-56AA1CBCF158}"/>
              </a:ext>
            </a:extLst>
          </p:cNvPr>
          <p:cNvCxnSpPr/>
          <p:nvPr/>
        </p:nvCxnSpPr>
        <p:spPr>
          <a:xfrm flipH="1">
            <a:off x="6959601" y="2276475"/>
            <a:ext cx="360363" cy="1441450"/>
          </a:xfrm>
          <a:prstGeom prst="straightConnector1">
            <a:avLst/>
          </a:prstGeom>
          <a:ln w="571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67D11EF-6322-77A7-91ED-E93D7204B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3573463"/>
            <a:ext cx="719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pic>
        <p:nvPicPr>
          <p:cNvPr id="132099" name="Picture 3">
            <a:extLst>
              <a:ext uri="{FF2B5EF4-FFF2-40B4-BE49-F238E27FC236}">
                <a16:creationId xmlns:a16="http://schemas.microsoft.com/office/drawing/2014/main" id="{B1B64999-E529-5597-FD36-7443DC091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2708276"/>
            <a:ext cx="10810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1" name="Picture 5">
            <a:extLst>
              <a:ext uri="{FF2B5EF4-FFF2-40B4-BE49-F238E27FC236}">
                <a16:creationId xmlns:a16="http://schemas.microsoft.com/office/drawing/2014/main" id="{2F90EFC2-3B3B-D517-9228-B59773828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3860801"/>
            <a:ext cx="2808288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2" name="Picture 6">
            <a:extLst>
              <a:ext uri="{FF2B5EF4-FFF2-40B4-BE49-F238E27FC236}">
                <a16:creationId xmlns:a16="http://schemas.microsoft.com/office/drawing/2014/main" id="{F935E99F-B9F4-DBAC-3C98-D073B21FF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4581525"/>
            <a:ext cx="22764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3" name="Picture 7">
            <a:extLst>
              <a:ext uri="{FF2B5EF4-FFF2-40B4-BE49-F238E27FC236}">
                <a16:creationId xmlns:a16="http://schemas.microsoft.com/office/drawing/2014/main" id="{CB402984-130F-6061-9995-9A90CE87C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5445125"/>
            <a:ext cx="22669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9" name="Picture 13">
            <a:extLst>
              <a:ext uri="{FF2B5EF4-FFF2-40B4-BE49-F238E27FC236}">
                <a16:creationId xmlns:a16="http://schemas.microsoft.com/office/drawing/2014/main" id="{2031AAA1-9BA0-B297-E0B2-4E688FE82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9" y="3644900"/>
            <a:ext cx="15525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DA427A-8D5F-9CEA-1A5D-545DD6B8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6DE62-2C71-6973-F7DD-227BA1EE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75B39-B5FF-D621-6B30-281A008D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991A43C1-AE18-FF1E-7FC7-AACDDBAB33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9" y="3357564"/>
          <a:ext cx="169227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641" imgH="215806" progId="Equation.DSMT4">
                  <p:embed/>
                </p:oleObj>
              </mc:Choice>
              <mc:Fallback>
                <p:oleObj name="Equation" r:id="rId2" imgW="596641" imgH="215806" progId="Equation.DSMT4">
                  <p:embed/>
                  <p:pic>
                    <p:nvPicPr>
                      <p:cNvPr id="2050" name="Object 2">
                        <a:extLst>
                          <a:ext uri="{FF2B5EF4-FFF2-40B4-BE49-F238E27FC236}">
                            <a16:creationId xmlns:a16="http://schemas.microsoft.com/office/drawing/2014/main" id="{991A43C1-AE18-FF1E-7FC7-AACDDBAB33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9" y="3357564"/>
                        <a:ext cx="1692275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13500000" algn="ctr" rotWithShape="0">
                                <a:srgbClr val="2F4D7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1" name="Picture 8">
            <a:extLst>
              <a:ext uri="{FF2B5EF4-FFF2-40B4-BE49-F238E27FC236}">
                <a16:creationId xmlns:a16="http://schemas.microsoft.com/office/drawing/2014/main" id="{E7F50E38-395A-C57D-5182-13573C909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4221163"/>
            <a:ext cx="49149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9">
            <a:extLst>
              <a:ext uri="{FF2B5EF4-FFF2-40B4-BE49-F238E27FC236}">
                <a16:creationId xmlns:a16="http://schemas.microsoft.com/office/drawing/2014/main" id="{4EAFB899-4D38-DE21-6690-B4E3E12C8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5373689"/>
            <a:ext cx="19716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10">
            <a:extLst>
              <a:ext uri="{FF2B5EF4-FFF2-40B4-BE49-F238E27FC236}">
                <a16:creationId xmlns:a16="http://schemas.microsoft.com/office/drawing/2014/main" id="{A8D1DCFD-9D2A-791A-D974-2F9016AA6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6" y="4508501"/>
            <a:ext cx="23717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1">
            <a:extLst>
              <a:ext uri="{FF2B5EF4-FFF2-40B4-BE49-F238E27FC236}">
                <a16:creationId xmlns:a16="http://schemas.microsoft.com/office/drawing/2014/main" id="{BBB57C92-116D-7CAC-BCC6-06384716E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039" y="5732464"/>
            <a:ext cx="2867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3">
            <a:extLst>
              <a:ext uri="{FF2B5EF4-FFF2-40B4-BE49-F238E27FC236}">
                <a16:creationId xmlns:a16="http://schemas.microsoft.com/office/drawing/2014/main" id="{A2BB9F6B-0A2A-393D-5FC0-DE4B893D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1"/>
            <a:ext cx="7777162" cy="301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B8347A-46E6-9686-7B18-41417807D608}"/>
              </a:ext>
            </a:extLst>
          </p:cNvPr>
          <p:cNvCxnSpPr/>
          <p:nvPr/>
        </p:nvCxnSpPr>
        <p:spPr>
          <a:xfrm flipH="1">
            <a:off x="6672263" y="2133601"/>
            <a:ext cx="144462" cy="1223963"/>
          </a:xfrm>
          <a:prstGeom prst="straightConnector1">
            <a:avLst/>
          </a:prstGeom>
          <a:ln w="571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CF7F11-329A-0541-F3A1-BB70B005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F3D881-B69A-6672-6CA2-49794BA81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57BB6-9EAE-B9EB-D55A-DE39DFDEF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48" name="Picture 4">
            <a:extLst>
              <a:ext uri="{FF2B5EF4-FFF2-40B4-BE49-F238E27FC236}">
                <a16:creationId xmlns:a16="http://schemas.microsoft.com/office/drawing/2014/main" id="{641F4BA4-597D-74C4-BE07-8D2968267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1989139"/>
            <a:ext cx="8294687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49" name="Picture 5">
            <a:extLst>
              <a:ext uri="{FF2B5EF4-FFF2-40B4-BE49-F238E27FC236}">
                <a16:creationId xmlns:a16="http://schemas.microsoft.com/office/drawing/2014/main" id="{59DC2822-BA80-A9DA-58F0-BCA9F9346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450" y="3644901"/>
            <a:ext cx="3500438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50" name="Picture 6">
            <a:extLst>
              <a:ext uri="{FF2B5EF4-FFF2-40B4-BE49-F238E27FC236}">
                <a16:creationId xmlns:a16="http://schemas.microsoft.com/office/drawing/2014/main" id="{5DF5BB71-5B63-F021-2073-C89131628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989" y="5146676"/>
            <a:ext cx="2376487" cy="171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51" name="Picture 7">
            <a:extLst>
              <a:ext uri="{FF2B5EF4-FFF2-40B4-BE49-F238E27FC236}">
                <a16:creationId xmlns:a16="http://schemas.microsoft.com/office/drawing/2014/main" id="{F3504A03-953E-C5FD-54E3-E6DBAA9AE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5078413"/>
            <a:ext cx="36004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52" name="Picture 8">
            <a:extLst>
              <a:ext uri="{FF2B5EF4-FFF2-40B4-BE49-F238E27FC236}">
                <a16:creationId xmlns:a16="http://schemas.microsoft.com/office/drawing/2014/main" id="{BD888877-E01C-7096-DC1B-6100B0FC9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38" y="3500439"/>
            <a:ext cx="343535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9">
            <a:extLst>
              <a:ext uri="{FF2B5EF4-FFF2-40B4-BE49-F238E27FC236}">
                <a16:creationId xmlns:a16="http://schemas.microsoft.com/office/drawing/2014/main" id="{650070EC-6544-3E7E-6034-3D8E545DF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663" y="620714"/>
            <a:ext cx="461645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2">
            <a:extLst>
              <a:ext uri="{FF2B5EF4-FFF2-40B4-BE49-F238E27FC236}">
                <a16:creationId xmlns:a16="http://schemas.microsoft.com/office/drawing/2014/main" id="{D90A2672-661D-B6A1-7B7C-211386CE3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0351"/>
            <a:ext cx="37084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7" name="Title 1">
            <a:extLst>
              <a:ext uri="{FF2B5EF4-FFF2-40B4-BE49-F238E27FC236}">
                <a16:creationId xmlns:a16="http://schemas.microsoft.com/office/drawing/2014/main" id="{E27654A8-42C4-A8C8-DA74-2C38E0691FE2}"/>
              </a:ext>
            </a:extLst>
          </p:cNvPr>
          <p:cNvSpPr txBox="1">
            <a:spLocks/>
          </p:cNvSpPr>
          <p:nvPr/>
        </p:nvSpPr>
        <p:spPr bwMode="auto">
          <a:xfrm>
            <a:off x="2208213" y="0"/>
            <a:ext cx="82296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Recovery from its samples</a:t>
            </a:r>
            <a:endParaRPr lang="en-IN" altLang="en-US" sz="2800" b="1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CFF1FB-3B75-E6A6-6F86-E100502CA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6AF57-B6DC-FD00-A1BD-164BFEE1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52CAB-5B41-F214-5BC9-8E3FF9819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F762B7A-E91D-6B60-5342-0665A08B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2708275"/>
            <a:ext cx="8229600" cy="1143000"/>
          </a:xfrm>
        </p:spPr>
        <p:txBody>
          <a:bodyPr/>
          <a:lstStyle/>
          <a:p>
            <a:r>
              <a:rPr lang="en-IN" altLang="en-US" sz="4000" b="1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Under Sampling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12415-B849-3121-4B1D-F68745D26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F3D7C3-CB6D-EAAA-0E8D-1122BE3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403E5-DC19-864E-5291-FB25BC8F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>
            <a:extLst>
              <a:ext uri="{FF2B5EF4-FFF2-40B4-BE49-F238E27FC236}">
                <a16:creationId xmlns:a16="http://schemas.microsoft.com/office/drawing/2014/main" id="{D5C30FE2-D0D4-DCCC-2A15-F11AD1B27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39" y="1"/>
            <a:ext cx="5184775" cy="657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Box 4">
            <a:extLst>
              <a:ext uri="{FF2B5EF4-FFF2-40B4-BE49-F238E27FC236}">
                <a16:creationId xmlns:a16="http://schemas.microsoft.com/office/drawing/2014/main" id="{B6FE398D-FEE4-897B-865B-27858731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"/>
            <a:ext cx="3025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Sampling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DC021-57BE-EC0B-01A3-04281688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789364"/>
            <a:ext cx="42624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Aliasing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effect 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folding effect</a:t>
            </a:r>
            <a:endParaRPr lang="en-IN" altLang="en-US" sz="28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13" name="Picture 5">
            <a:extLst>
              <a:ext uri="{FF2B5EF4-FFF2-40B4-BE49-F238E27FC236}">
                <a16:creationId xmlns:a16="http://schemas.microsoft.com/office/drawing/2014/main" id="{DC8177E8-FB92-706A-4E86-6896474EB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05039"/>
            <a:ext cx="41910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F5AE88-A011-26DC-4BF8-281EE1CAE9B1}"/>
              </a:ext>
            </a:extLst>
          </p:cNvPr>
          <p:cNvCxnSpPr/>
          <p:nvPr/>
        </p:nvCxnSpPr>
        <p:spPr>
          <a:xfrm flipH="1">
            <a:off x="4727575" y="3141663"/>
            <a:ext cx="1873250" cy="8636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14" name="Picture 6">
            <a:extLst>
              <a:ext uri="{FF2B5EF4-FFF2-40B4-BE49-F238E27FC236}">
                <a16:creationId xmlns:a16="http://schemas.microsoft.com/office/drawing/2014/main" id="{90DF9797-D4F3-1834-ECAF-ACE6951CA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630239"/>
            <a:ext cx="363537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8B311B-C3F7-66F3-D578-CD4F04E51EA2}"/>
              </a:ext>
            </a:extLst>
          </p:cNvPr>
          <p:cNvCxnSpPr/>
          <p:nvPr/>
        </p:nvCxnSpPr>
        <p:spPr>
          <a:xfrm flipH="1">
            <a:off x="4943476" y="3141663"/>
            <a:ext cx="2447925" cy="10795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2E9183-A25A-C7A2-BE4A-40CFCA53B765}"/>
              </a:ext>
            </a:extLst>
          </p:cNvPr>
          <p:cNvCxnSpPr/>
          <p:nvPr/>
        </p:nvCxnSpPr>
        <p:spPr>
          <a:xfrm flipH="1">
            <a:off x="5664201" y="3141664"/>
            <a:ext cx="2519363" cy="1150937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1C595F-9ED1-1833-FCBA-2648BB3FBBE6}"/>
              </a:ext>
            </a:extLst>
          </p:cNvPr>
          <p:cNvCxnSpPr/>
          <p:nvPr/>
        </p:nvCxnSpPr>
        <p:spPr>
          <a:xfrm flipH="1">
            <a:off x="5816601" y="3141664"/>
            <a:ext cx="3159125" cy="1303337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CD3DA-B427-E24B-2681-96757753D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AAFD5-1F75-AA15-AFAF-D2179CF7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74C8D-3481-8975-6052-5E5A985C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>
            <a:extLst>
              <a:ext uri="{FF2B5EF4-FFF2-40B4-BE49-F238E27FC236}">
                <a16:creationId xmlns:a16="http://schemas.microsoft.com/office/drawing/2014/main" id="{E63DDE33-85EF-6C3D-6C26-E9FAF83CC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188914"/>
            <a:ext cx="58102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>
            <a:extLst>
              <a:ext uri="{FF2B5EF4-FFF2-40B4-BE49-F238E27FC236}">
                <a16:creationId xmlns:a16="http://schemas.microsoft.com/office/drawing/2014/main" id="{0B8DB848-89BA-7DEA-B024-65C939CC5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538" y="2349501"/>
            <a:ext cx="5605462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6">
            <a:extLst>
              <a:ext uri="{FF2B5EF4-FFF2-40B4-BE49-F238E27FC236}">
                <a16:creationId xmlns:a16="http://schemas.microsoft.com/office/drawing/2014/main" id="{DA38228A-5D2E-807D-2620-6CA47B32D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650" y="4652964"/>
            <a:ext cx="5511800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2C2AA1-D794-1B4E-4F2D-C7E44B595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549275"/>
            <a:ext cx="2736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Sampling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29FB7-3159-6632-BC58-9C7B821F9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852739"/>
            <a:ext cx="3240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Sampling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40890-D6A8-45B5-6E69-77943530E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4724401"/>
            <a:ext cx="3240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Sampling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C753A2-F241-D29E-9966-4D16A216D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6" y="6165850"/>
            <a:ext cx="22320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Aliasing</a:t>
            </a:r>
          </a:p>
        </p:txBody>
      </p:sp>
      <p:pic>
        <p:nvPicPr>
          <p:cNvPr id="18441" name="Picture 9">
            <a:extLst>
              <a:ext uri="{FF2B5EF4-FFF2-40B4-BE49-F238E27FC236}">
                <a16:creationId xmlns:a16="http://schemas.microsoft.com/office/drawing/2014/main" id="{4D74221C-B3EA-4FEF-80E5-E4C2336DA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1125539"/>
            <a:ext cx="180022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Picture 10">
            <a:extLst>
              <a:ext uri="{FF2B5EF4-FFF2-40B4-BE49-F238E27FC236}">
                <a16:creationId xmlns:a16="http://schemas.microsoft.com/office/drawing/2014/main" id="{9DCA4B9D-8890-538A-B8EE-7CA0AD9A6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3357564"/>
            <a:ext cx="1655762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3" name="Picture 11">
            <a:extLst>
              <a:ext uri="{FF2B5EF4-FFF2-40B4-BE49-F238E27FC236}">
                <a16:creationId xmlns:a16="http://schemas.microsoft.com/office/drawing/2014/main" id="{FFDB81D4-B9DF-0A06-E7EC-7C76D2D57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1" y="5300664"/>
            <a:ext cx="17303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812444-8529-1140-5AB1-5CFD257B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271591-DBAE-0CAA-EE4D-FB084F65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14217-9A66-3D60-6FAC-42A2C436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BAF53968-6D7B-074A-406F-3EC201D0B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313" y="138114"/>
            <a:ext cx="56753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Uniform Sampling Theorem </a:t>
            </a:r>
            <a:endParaRPr lang="en-IN" altLang="en-US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22886" name="Picture 6">
            <a:extLst>
              <a:ext uri="{FF2B5EF4-FFF2-40B4-BE49-F238E27FC236}">
                <a16:creationId xmlns:a16="http://schemas.microsoft.com/office/drawing/2014/main" id="{5BC76CCA-6BEC-F36B-87D2-433D7C6FE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908051"/>
            <a:ext cx="89709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7" name="Picture 7">
            <a:extLst>
              <a:ext uri="{FF2B5EF4-FFF2-40B4-BE49-F238E27FC236}">
                <a16:creationId xmlns:a16="http://schemas.microsoft.com/office/drawing/2014/main" id="{A714C03C-CD63-46F2-1826-A0CE3D65E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716338"/>
            <a:ext cx="8937625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>
            <a:extLst>
              <a:ext uri="{FF2B5EF4-FFF2-40B4-BE49-F238E27FC236}">
                <a16:creationId xmlns:a16="http://schemas.microsoft.com/office/drawing/2014/main" id="{253749E4-D13E-3C69-58E5-159C9658B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2852739"/>
            <a:ext cx="21526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765EC926-1D0F-74F3-0601-0FA1DD848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6225" y="2781300"/>
          <a:ext cx="207803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197" imgH="215806" progId="Equation.DSMT4">
                  <p:embed/>
                </p:oleObj>
              </mc:Choice>
              <mc:Fallback>
                <p:oleObj name="Equation" r:id="rId5" imgW="698197" imgH="215806" progId="Equation.DSMT4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765EC926-1D0F-74F3-0601-0FA1DD848B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5" y="2781300"/>
                        <a:ext cx="2078038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13500000" algn="ctr" rotWithShape="0">
                                <a:srgbClr val="2F4D7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C53DE59-0505-46B4-FEE3-93360E135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638" y="2781300"/>
            <a:ext cx="2736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practice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B87DA4-FC19-F700-62B9-E3342B165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5805488"/>
            <a:ext cx="27352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practice</a:t>
            </a:r>
          </a:p>
        </p:txBody>
      </p:sp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706A4849-7EE9-82BE-EB24-44DC00DCBB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0325" y="5589589"/>
          <a:ext cx="1728788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3586" imgH="418918" progId="Equation.DSMT4">
                  <p:embed/>
                </p:oleObj>
              </mc:Choice>
              <mc:Fallback>
                <p:oleObj name="Equation" r:id="rId7" imgW="723586" imgH="418918" progId="Equation.DSMT4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706A4849-7EE9-82BE-EB24-44DC00DCBB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325" y="5589589"/>
                        <a:ext cx="1728788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13500000" algn="ctr" rotWithShape="0">
                                <a:srgbClr val="2F4D7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>
            <a:extLst>
              <a:ext uri="{FF2B5EF4-FFF2-40B4-BE49-F238E27FC236}">
                <a16:creationId xmlns:a16="http://schemas.microsoft.com/office/drawing/2014/main" id="{4599AB08-AD6A-5390-89C8-10E24809B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5732464"/>
          <a:ext cx="15843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3586" imgH="418918" progId="Equation.DSMT4">
                  <p:embed/>
                </p:oleObj>
              </mc:Choice>
              <mc:Fallback>
                <p:oleObj name="Equation" r:id="rId9" imgW="723586" imgH="418918" progId="Equation.DSMT4">
                  <p:embed/>
                  <p:pic>
                    <p:nvPicPr>
                      <p:cNvPr id="35846" name="Object 6">
                        <a:extLst>
                          <a:ext uri="{FF2B5EF4-FFF2-40B4-BE49-F238E27FC236}">
                            <a16:creationId xmlns:a16="http://schemas.microsoft.com/office/drawing/2014/main" id="{4599AB08-AD6A-5390-89C8-10E24809BC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5732464"/>
                        <a:ext cx="158432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13500000" algn="ctr" rotWithShape="0">
                                <a:srgbClr val="2F4D7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5349A-A4BC-60A4-6FE5-E606FF853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37F75-F4AF-CC8D-0D78-50128AB61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AC295-447A-D020-6BDD-81838448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C745E866-2A80-09CC-AE99-F7903370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-79927"/>
            <a:ext cx="8229600" cy="777875"/>
          </a:xfrm>
        </p:spPr>
        <p:txBody>
          <a:bodyPr/>
          <a:lstStyle/>
          <a:p>
            <a:r>
              <a:rPr lang="en-IN" altLang="en-US" sz="3200" dirty="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Problems Discussion</a:t>
            </a:r>
          </a:p>
        </p:txBody>
      </p:sp>
      <p:pic>
        <p:nvPicPr>
          <p:cNvPr id="43011" name="Picture 3">
            <a:extLst>
              <a:ext uri="{FF2B5EF4-FFF2-40B4-BE49-F238E27FC236}">
                <a16:creationId xmlns:a16="http://schemas.microsoft.com/office/drawing/2014/main" id="{E10C15CA-B6EF-B815-FCA7-3D81FFD3D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389" y="2824826"/>
            <a:ext cx="5508625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4">
            <a:extLst>
              <a:ext uri="{FF2B5EF4-FFF2-40B4-BE49-F238E27FC236}">
                <a16:creationId xmlns:a16="http://schemas.microsoft.com/office/drawing/2014/main" id="{4E4AF574-6464-2C7E-6410-5D09E7F5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178" y="3639497"/>
            <a:ext cx="5976937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Picture 5">
            <a:extLst>
              <a:ext uri="{FF2B5EF4-FFF2-40B4-BE49-F238E27FC236}">
                <a16:creationId xmlns:a16="http://schemas.microsoft.com/office/drawing/2014/main" id="{0C5EE6F1-BFB9-2B85-6D98-23C0DDF92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400" y="3692499"/>
            <a:ext cx="180022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6" name="Picture 8">
            <a:extLst>
              <a:ext uri="{FF2B5EF4-FFF2-40B4-BE49-F238E27FC236}">
                <a16:creationId xmlns:a16="http://schemas.microsoft.com/office/drawing/2014/main" id="{2A942AD3-F810-6D68-06E5-9AB823A2A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5101908"/>
            <a:ext cx="521970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7" name="Picture 9">
            <a:extLst>
              <a:ext uri="{FF2B5EF4-FFF2-40B4-BE49-F238E27FC236}">
                <a16:creationId xmlns:a16="http://schemas.microsoft.com/office/drawing/2014/main" id="{C0EFBA8D-3E9F-6EE4-BA49-F3E68B394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563" y="5101908"/>
            <a:ext cx="1971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9" name="Picture 11">
            <a:extLst>
              <a:ext uri="{FF2B5EF4-FFF2-40B4-BE49-F238E27FC236}">
                <a16:creationId xmlns:a16="http://schemas.microsoft.com/office/drawing/2014/main" id="{531FC3AB-F85C-2C7E-43FE-B1578E5BB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638" y="5906105"/>
            <a:ext cx="21717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0" name="Picture 12">
            <a:extLst>
              <a:ext uri="{FF2B5EF4-FFF2-40B4-BE49-F238E27FC236}">
                <a16:creationId xmlns:a16="http://schemas.microsoft.com/office/drawing/2014/main" id="{5145EBC3-DBB0-0712-3F6E-CCD181D09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138" y="5863243"/>
            <a:ext cx="205581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A88CE2-4B22-0ADC-21CA-8C2E571084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3388" y="697949"/>
            <a:ext cx="7838259" cy="1941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106E9F-2C84-C78F-96E3-195EEC456E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2178" y="4253347"/>
            <a:ext cx="7163717" cy="558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ECCDD1-34CB-F1E5-4246-FF6EFAE483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2178" y="5864471"/>
            <a:ext cx="3246661" cy="507894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21F6C61-E79C-D997-AC8D-D3F7C575E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8D4242F-BAE1-67DF-1D9B-B5A97A7DC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6C8824-48F3-CC06-48D2-2E3FFD41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1253AF97-7F3E-8B1B-EC9D-9F4011631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60350"/>
            <a:ext cx="8907463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5" name="Picture 3">
            <a:extLst>
              <a:ext uri="{FF2B5EF4-FFF2-40B4-BE49-F238E27FC236}">
                <a16:creationId xmlns:a16="http://schemas.microsoft.com/office/drawing/2014/main" id="{BEF6D8A0-0F20-9174-A998-94BEB559C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2924176"/>
            <a:ext cx="28860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5">
            <a:extLst>
              <a:ext uri="{FF2B5EF4-FFF2-40B4-BE49-F238E27FC236}">
                <a16:creationId xmlns:a16="http://schemas.microsoft.com/office/drawing/2014/main" id="{730ED5FD-4363-1609-309B-2801A5DA8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4149725"/>
            <a:ext cx="11620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6">
            <a:extLst>
              <a:ext uri="{FF2B5EF4-FFF2-40B4-BE49-F238E27FC236}">
                <a16:creationId xmlns:a16="http://schemas.microsoft.com/office/drawing/2014/main" id="{D2ACB87A-2B40-3F20-F5A8-E6A09A59D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6" y="4221164"/>
            <a:ext cx="18954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7">
            <a:extLst>
              <a:ext uri="{FF2B5EF4-FFF2-40B4-BE49-F238E27FC236}">
                <a16:creationId xmlns:a16="http://schemas.microsoft.com/office/drawing/2014/main" id="{627660CC-1513-C160-CA73-382018EE3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4797425"/>
            <a:ext cx="24098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0" name="Picture 8">
            <a:extLst>
              <a:ext uri="{FF2B5EF4-FFF2-40B4-BE49-F238E27FC236}">
                <a16:creationId xmlns:a16="http://schemas.microsoft.com/office/drawing/2014/main" id="{2721D64F-71E4-4C69-7DF3-9C17B924B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6" y="4868863"/>
            <a:ext cx="4543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1" name="Picture 9">
            <a:extLst>
              <a:ext uri="{FF2B5EF4-FFF2-40B4-BE49-F238E27FC236}">
                <a16:creationId xmlns:a16="http://schemas.microsoft.com/office/drawing/2014/main" id="{8FF202BC-001C-1F44-7582-DD7DAADF2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5373689"/>
            <a:ext cx="40195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3" name="Picture 11">
            <a:extLst>
              <a:ext uri="{FF2B5EF4-FFF2-40B4-BE49-F238E27FC236}">
                <a16:creationId xmlns:a16="http://schemas.microsoft.com/office/drawing/2014/main" id="{36D79AA9-18DD-4906-9483-9CD931D9F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5445126"/>
            <a:ext cx="990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4" name="Picture 12">
            <a:extLst>
              <a:ext uri="{FF2B5EF4-FFF2-40B4-BE49-F238E27FC236}">
                <a16:creationId xmlns:a16="http://schemas.microsoft.com/office/drawing/2014/main" id="{416BF16A-5A7E-384C-D7B3-3A0021EFC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6021388"/>
            <a:ext cx="3086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099BDA-6873-B6D9-33A9-CFA5794A70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5840" y="2873256"/>
            <a:ext cx="3048000" cy="636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B25075-E303-F0EB-63CF-107AF44B33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1996" y="3507497"/>
            <a:ext cx="4680268" cy="5288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617B79-7BA6-088C-CD2B-EC19B149BD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3227" y="3524792"/>
            <a:ext cx="1189249" cy="480273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CE147E6-C671-9A6A-C71C-9FE4E37C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7B4F155-8A81-8D41-0F2E-2AE0E8AE9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E6D13CE-B56C-B595-4ACB-B0CE8B25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F25E89E7-7C9E-070B-CF62-822CFEF79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260351"/>
            <a:ext cx="3190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Picture 4">
            <a:extLst>
              <a:ext uri="{FF2B5EF4-FFF2-40B4-BE49-F238E27FC236}">
                <a16:creationId xmlns:a16="http://schemas.microsoft.com/office/drawing/2014/main" id="{ACD7ABBE-55F4-D49D-4B1F-63195EAA0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1773238"/>
            <a:ext cx="33432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5">
            <a:extLst>
              <a:ext uri="{FF2B5EF4-FFF2-40B4-BE49-F238E27FC236}">
                <a16:creationId xmlns:a16="http://schemas.microsoft.com/office/drawing/2014/main" id="{E18F2527-D3B0-0D4B-55B8-279E0176A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38" y="1773239"/>
            <a:ext cx="19621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2" name="Picture 6">
            <a:extLst>
              <a:ext uri="{FF2B5EF4-FFF2-40B4-BE49-F238E27FC236}">
                <a16:creationId xmlns:a16="http://schemas.microsoft.com/office/drawing/2014/main" id="{CD2A80A7-327E-5C9D-8AAC-BB482708F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2420939"/>
            <a:ext cx="30670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3" name="Picture 7">
            <a:extLst>
              <a:ext uri="{FF2B5EF4-FFF2-40B4-BE49-F238E27FC236}">
                <a16:creationId xmlns:a16="http://schemas.microsoft.com/office/drawing/2014/main" id="{65EDE723-DA32-A2A9-7502-9B159B372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981075"/>
            <a:ext cx="54737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4" name="Picture 8">
            <a:extLst>
              <a:ext uri="{FF2B5EF4-FFF2-40B4-BE49-F238E27FC236}">
                <a16:creationId xmlns:a16="http://schemas.microsoft.com/office/drawing/2014/main" id="{B67F7208-37F3-B62A-B51B-09C470F46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3141664"/>
            <a:ext cx="29146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5" name="Picture 9">
            <a:extLst>
              <a:ext uri="{FF2B5EF4-FFF2-40B4-BE49-F238E27FC236}">
                <a16:creationId xmlns:a16="http://schemas.microsoft.com/office/drawing/2014/main" id="{F6EEE28D-CCA9-6390-9C7F-D6AB0D7B3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3860800"/>
            <a:ext cx="53911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6" name="Picture 10">
            <a:extLst>
              <a:ext uri="{FF2B5EF4-FFF2-40B4-BE49-F238E27FC236}">
                <a16:creationId xmlns:a16="http://schemas.microsoft.com/office/drawing/2014/main" id="{208E831B-19E5-76F6-98CB-6645ED79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1" y="4581525"/>
            <a:ext cx="38766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7" name="Picture 11">
            <a:extLst>
              <a:ext uri="{FF2B5EF4-FFF2-40B4-BE49-F238E27FC236}">
                <a16:creationId xmlns:a16="http://schemas.microsoft.com/office/drawing/2014/main" id="{2807D8EE-A162-845F-570F-B82A900F5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5084764"/>
            <a:ext cx="50863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8" name="Picture 12">
            <a:extLst>
              <a:ext uri="{FF2B5EF4-FFF2-40B4-BE49-F238E27FC236}">
                <a16:creationId xmlns:a16="http://schemas.microsoft.com/office/drawing/2014/main" id="{459EBF4A-1C87-4C12-2042-6D79A5AE9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8" y="5732464"/>
            <a:ext cx="29908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8AE59-EA53-0D0F-3DE5-FEA0CEB1D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3901C-6956-A23B-BD0F-5EC77ED39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58FCE-60B5-C718-24B1-A322E535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>
            <a:extLst>
              <a:ext uri="{FF2B5EF4-FFF2-40B4-BE49-F238E27FC236}">
                <a16:creationId xmlns:a16="http://schemas.microsoft.com/office/drawing/2014/main" id="{44E61AA8-6401-8DE0-50BC-879D56607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188" y="405854"/>
            <a:ext cx="8913812" cy="57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99B940-1E0A-2F7C-91A8-F460F40DD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1B80FD-C49F-FD84-0183-5B80B4FAD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4E41B-751B-BAAD-7B94-A845BB9E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2DE6920-2CE7-3C2B-4BB1-47BFB3601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528" y="724881"/>
            <a:ext cx="8930944" cy="3528392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0E2D96A-0501-DB93-1432-9C1A11D7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BF84335-C1AC-380C-FF93-6A8CFCECF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0F193A-8D9F-3726-0C20-97092756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35150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23CD8-BED0-5A35-2521-392F28A6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56571-2706-313E-3CF1-9DFF3C1B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0673-1996-66DD-340E-03849AE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Props1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395</Words>
  <Application>Microsoft Office PowerPoint</Application>
  <PresentationFormat>Widescreen</PresentationFormat>
  <Paragraphs>76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Equation</vt:lpstr>
      <vt:lpstr>PowerPoint Presentation</vt:lpstr>
      <vt:lpstr>Digital Communication</vt:lpstr>
      <vt:lpstr>Sampling Theorem</vt:lpstr>
      <vt:lpstr>PowerPoint Presentation</vt:lpstr>
      <vt:lpstr>PowerPoint Presentation</vt:lpstr>
      <vt:lpstr>Analog, Discrete Time and Digital Signals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Under Sampling</vt:lpstr>
      <vt:lpstr>PowerPoint Presentation</vt:lpstr>
      <vt:lpstr>PowerPoint Presentation</vt:lpstr>
      <vt:lpstr>PowerPoint Presentation</vt:lpstr>
      <vt:lpstr>Problems Discussion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syam sundar pillalamarri</cp:lastModifiedBy>
  <cp:revision>11</cp:revision>
  <dcterms:created xsi:type="dcterms:W3CDTF">2023-05-08T13:48:07Z</dcterms:created>
  <dcterms:modified xsi:type="dcterms:W3CDTF">2023-12-06T15:25:21Z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