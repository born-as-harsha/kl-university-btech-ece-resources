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19"/>
  </p:notesMasterIdLst>
  <p:handoutMasterIdLst>
    <p:handoutMasterId r:id="rId20"/>
  </p:handoutMasterIdLst>
  <p:sldIdLst>
    <p:sldId id="332" r:id="rId5"/>
    <p:sldId id="376" r:id="rId6"/>
    <p:sldId id="412" r:id="rId7"/>
    <p:sldId id="410" r:id="rId8"/>
    <p:sldId id="408" r:id="rId9"/>
    <p:sldId id="409" r:id="rId10"/>
    <p:sldId id="413" r:id="rId11"/>
    <p:sldId id="407" r:id="rId12"/>
    <p:sldId id="406" r:id="rId13"/>
    <p:sldId id="405" r:id="rId14"/>
    <p:sldId id="404" r:id="rId15"/>
    <p:sldId id="403" r:id="rId16"/>
    <p:sldId id="402" r:id="rId17"/>
    <p:sldId id="42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C3D46A-FF2E-42AC-89B8-02A9E330841D}" v="5" dt="2023-11-30T04:48:04.558"/>
    <p1510:client id="{C25E1DC8-A601-40AC-ACC5-1C017B431D19}" v="4" dt="2023-11-30T04:39:57.975"/>
    <p1510:client id="{E4DDD848-9BF3-4B32-A72E-01899E74668D}" v="1" dt="2023-11-30T05:06:17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VGR" userId="f2c0952e-ef03-4304-8056-d84e15f5cef7" providerId="ADAL" clId="{E4DDD848-9BF3-4B32-A72E-01899E74668D}"/>
    <pc:docChg chg="delSld modSld">
      <pc:chgData name="MVGR" userId="f2c0952e-ef03-4304-8056-d84e15f5cef7" providerId="ADAL" clId="{E4DDD848-9BF3-4B32-A72E-01899E74668D}" dt="2023-11-30T05:06:50.991" v="54" actId="20577"/>
      <pc:docMkLst>
        <pc:docMk/>
      </pc:docMkLst>
      <pc:sldChg chg="del">
        <pc:chgData name="MVGR" userId="f2c0952e-ef03-4304-8056-d84e15f5cef7" providerId="ADAL" clId="{E4DDD848-9BF3-4B32-A72E-01899E74668D}" dt="2023-11-30T05:05:35.704" v="0" actId="47"/>
        <pc:sldMkLst>
          <pc:docMk/>
          <pc:sldMk cId="0" sldId="256"/>
        </pc:sldMkLst>
      </pc:sldChg>
      <pc:sldChg chg="modSp mod">
        <pc:chgData name="MVGR" userId="f2c0952e-ef03-4304-8056-d84e15f5cef7" providerId="ADAL" clId="{E4DDD848-9BF3-4B32-A72E-01899E74668D}" dt="2023-11-30T05:06:50.991" v="54" actId="20577"/>
        <pc:sldMkLst>
          <pc:docMk/>
          <pc:sldMk cId="0" sldId="332"/>
        </pc:sldMkLst>
        <pc:spChg chg="mod">
          <ac:chgData name="MVGR" userId="f2c0952e-ef03-4304-8056-d84e15f5cef7" providerId="ADAL" clId="{E4DDD848-9BF3-4B32-A72E-01899E74668D}" dt="2023-11-30T05:06:50.991" v="54" actId="20577"/>
          <ac:spMkLst>
            <pc:docMk/>
            <pc:sldMk cId="0" sldId="332"/>
            <ac:spMk id="5" creationId="{958D3960-278F-60DC-1BDE-D851D37FC194}"/>
          </ac:spMkLst>
        </pc:spChg>
      </pc:sldChg>
      <pc:sldChg chg="del">
        <pc:chgData name="MVGR" userId="f2c0952e-ef03-4304-8056-d84e15f5cef7" providerId="ADAL" clId="{E4DDD848-9BF3-4B32-A72E-01899E74668D}" dt="2023-11-30T05:05:36.064" v="2" actId="47"/>
        <pc:sldMkLst>
          <pc:docMk/>
          <pc:sldMk cId="0" sldId="377"/>
        </pc:sldMkLst>
      </pc:sldChg>
      <pc:sldChg chg="del">
        <pc:chgData name="MVGR" userId="f2c0952e-ef03-4304-8056-d84e15f5cef7" providerId="ADAL" clId="{E4DDD848-9BF3-4B32-A72E-01899E74668D}" dt="2023-11-30T05:05:36.990" v="7" actId="47"/>
        <pc:sldMkLst>
          <pc:docMk/>
          <pc:sldMk cId="0" sldId="378"/>
        </pc:sldMkLst>
      </pc:sldChg>
      <pc:sldChg chg="del">
        <pc:chgData name="MVGR" userId="f2c0952e-ef03-4304-8056-d84e15f5cef7" providerId="ADAL" clId="{E4DDD848-9BF3-4B32-A72E-01899E74668D}" dt="2023-11-30T05:05:36.786" v="6" actId="47"/>
        <pc:sldMkLst>
          <pc:docMk/>
          <pc:sldMk cId="0" sldId="379"/>
        </pc:sldMkLst>
      </pc:sldChg>
      <pc:sldChg chg="del">
        <pc:chgData name="MVGR" userId="f2c0952e-ef03-4304-8056-d84e15f5cef7" providerId="ADAL" clId="{E4DDD848-9BF3-4B32-A72E-01899E74668D}" dt="2023-11-30T05:05:36.441" v="4" actId="47"/>
        <pc:sldMkLst>
          <pc:docMk/>
          <pc:sldMk cId="0" sldId="383"/>
        </pc:sldMkLst>
      </pc:sldChg>
      <pc:sldChg chg="del">
        <pc:chgData name="MVGR" userId="f2c0952e-ef03-4304-8056-d84e15f5cef7" providerId="ADAL" clId="{E4DDD848-9BF3-4B32-A72E-01899E74668D}" dt="2023-11-30T05:05:36.619" v="5" actId="47"/>
        <pc:sldMkLst>
          <pc:docMk/>
          <pc:sldMk cId="0" sldId="384"/>
        </pc:sldMkLst>
      </pc:sldChg>
      <pc:sldChg chg="del">
        <pc:chgData name="MVGR" userId="f2c0952e-ef03-4304-8056-d84e15f5cef7" providerId="ADAL" clId="{E4DDD848-9BF3-4B32-A72E-01899E74668D}" dt="2023-11-30T05:05:36.284" v="3" actId="47"/>
        <pc:sldMkLst>
          <pc:docMk/>
          <pc:sldMk cId="0" sldId="385"/>
        </pc:sldMkLst>
      </pc:sldChg>
      <pc:sldChg chg="del">
        <pc:chgData name="MVGR" userId="f2c0952e-ef03-4304-8056-d84e15f5cef7" providerId="ADAL" clId="{E4DDD848-9BF3-4B32-A72E-01899E74668D}" dt="2023-11-30T05:05:37.164" v="8" actId="47"/>
        <pc:sldMkLst>
          <pc:docMk/>
          <pc:sldMk cId="0" sldId="387"/>
        </pc:sldMkLst>
      </pc:sldChg>
      <pc:sldChg chg="del">
        <pc:chgData name="MVGR" userId="f2c0952e-ef03-4304-8056-d84e15f5cef7" providerId="ADAL" clId="{E4DDD848-9BF3-4B32-A72E-01899E74668D}" dt="2023-11-30T05:05:37.369" v="9" actId="47"/>
        <pc:sldMkLst>
          <pc:docMk/>
          <pc:sldMk cId="0" sldId="388"/>
        </pc:sldMkLst>
      </pc:sldChg>
      <pc:sldChg chg="del">
        <pc:chgData name="MVGR" userId="f2c0952e-ef03-4304-8056-d84e15f5cef7" providerId="ADAL" clId="{E4DDD848-9BF3-4B32-A72E-01899E74668D}" dt="2023-11-30T05:05:38.254" v="13" actId="47"/>
        <pc:sldMkLst>
          <pc:docMk/>
          <pc:sldMk cId="0" sldId="389"/>
        </pc:sldMkLst>
      </pc:sldChg>
      <pc:sldChg chg="del">
        <pc:chgData name="MVGR" userId="f2c0952e-ef03-4304-8056-d84e15f5cef7" providerId="ADAL" clId="{E4DDD848-9BF3-4B32-A72E-01899E74668D}" dt="2023-11-30T05:05:37.558" v="10" actId="47"/>
        <pc:sldMkLst>
          <pc:docMk/>
          <pc:sldMk cId="0" sldId="390"/>
        </pc:sldMkLst>
      </pc:sldChg>
      <pc:sldChg chg="del">
        <pc:chgData name="MVGR" userId="f2c0952e-ef03-4304-8056-d84e15f5cef7" providerId="ADAL" clId="{E4DDD848-9BF3-4B32-A72E-01899E74668D}" dt="2023-11-30T05:05:38.510" v="14" actId="47"/>
        <pc:sldMkLst>
          <pc:docMk/>
          <pc:sldMk cId="0" sldId="392"/>
        </pc:sldMkLst>
      </pc:sldChg>
      <pc:sldChg chg="del">
        <pc:chgData name="MVGR" userId="f2c0952e-ef03-4304-8056-d84e15f5cef7" providerId="ADAL" clId="{E4DDD848-9BF3-4B32-A72E-01899E74668D}" dt="2023-11-30T05:05:35.909" v="1" actId="47"/>
        <pc:sldMkLst>
          <pc:docMk/>
          <pc:sldMk cId="0" sldId="395"/>
        </pc:sldMkLst>
      </pc:sldChg>
      <pc:sldChg chg="del">
        <pc:chgData name="MVGR" userId="f2c0952e-ef03-4304-8056-d84e15f5cef7" providerId="ADAL" clId="{E4DDD848-9BF3-4B32-A72E-01899E74668D}" dt="2023-11-30T05:05:38.748" v="15" actId="47"/>
        <pc:sldMkLst>
          <pc:docMk/>
          <pc:sldMk cId="0" sldId="400"/>
        </pc:sldMkLst>
      </pc:sldChg>
      <pc:sldChg chg="del">
        <pc:chgData name="MVGR" userId="f2c0952e-ef03-4304-8056-d84e15f5cef7" providerId="ADAL" clId="{E4DDD848-9BF3-4B32-A72E-01899E74668D}" dt="2023-11-30T05:06:22.990" v="21" actId="47"/>
        <pc:sldMkLst>
          <pc:docMk/>
          <pc:sldMk cId="910520229" sldId="414"/>
        </pc:sldMkLst>
      </pc:sldChg>
      <pc:sldChg chg="del">
        <pc:chgData name="MVGR" userId="f2c0952e-ef03-4304-8056-d84e15f5cef7" providerId="ADAL" clId="{E4DDD848-9BF3-4B32-A72E-01899E74668D}" dt="2023-11-30T05:05:39.478" v="18" actId="47"/>
        <pc:sldMkLst>
          <pc:docMk/>
          <pc:sldMk cId="0" sldId="416"/>
        </pc:sldMkLst>
      </pc:sldChg>
      <pc:sldChg chg="del">
        <pc:chgData name="MVGR" userId="f2c0952e-ef03-4304-8056-d84e15f5cef7" providerId="ADAL" clId="{E4DDD848-9BF3-4B32-A72E-01899E74668D}" dt="2023-11-30T05:05:39.198" v="17" actId="47"/>
        <pc:sldMkLst>
          <pc:docMk/>
          <pc:sldMk cId="0" sldId="417"/>
        </pc:sldMkLst>
      </pc:sldChg>
      <pc:sldChg chg="del">
        <pc:chgData name="MVGR" userId="f2c0952e-ef03-4304-8056-d84e15f5cef7" providerId="ADAL" clId="{E4DDD848-9BF3-4B32-A72E-01899E74668D}" dt="2023-11-30T05:05:38.980" v="16" actId="47"/>
        <pc:sldMkLst>
          <pc:docMk/>
          <pc:sldMk cId="0" sldId="419"/>
        </pc:sldMkLst>
      </pc:sldChg>
      <pc:sldChg chg="del">
        <pc:chgData name="MVGR" userId="f2c0952e-ef03-4304-8056-d84e15f5cef7" providerId="ADAL" clId="{E4DDD848-9BF3-4B32-A72E-01899E74668D}" dt="2023-11-30T05:05:37.764" v="11" actId="47"/>
        <pc:sldMkLst>
          <pc:docMk/>
          <pc:sldMk cId="0" sldId="420"/>
        </pc:sldMkLst>
      </pc:sldChg>
      <pc:sldChg chg="del">
        <pc:chgData name="MVGR" userId="f2c0952e-ef03-4304-8056-d84e15f5cef7" providerId="ADAL" clId="{E4DDD848-9BF3-4B32-A72E-01899E74668D}" dt="2023-11-30T05:05:38.001" v="12" actId="47"/>
        <pc:sldMkLst>
          <pc:docMk/>
          <pc:sldMk cId="0" sldId="423"/>
        </pc:sldMkLst>
      </pc:sldChg>
      <pc:sldChg chg="del">
        <pc:chgData name="MVGR" userId="f2c0952e-ef03-4304-8056-d84e15f5cef7" providerId="ADAL" clId="{E4DDD848-9BF3-4B32-A72E-01899E74668D}" dt="2023-11-30T05:05:39.766" v="19" actId="47"/>
        <pc:sldMkLst>
          <pc:docMk/>
          <pc:sldMk cId="0" sldId="424"/>
        </pc:sldMkLst>
      </pc:sldChg>
      <pc:sldChg chg="del">
        <pc:chgData name="MVGR" userId="f2c0952e-ef03-4304-8056-d84e15f5cef7" providerId="ADAL" clId="{E4DDD848-9BF3-4B32-A72E-01899E74668D}" dt="2023-11-30T05:05:40.677" v="20" actId="47"/>
        <pc:sldMkLst>
          <pc:docMk/>
          <pc:sldMk cId="3735150934" sldId="433"/>
        </pc:sldMkLst>
      </pc:sldChg>
    </pc:docChg>
  </pc:docChgLst>
  <pc:docChgLst>
    <pc:chgData name="MVGR" userId="f2c0952e-ef03-4304-8056-d84e15f5cef7" providerId="ADAL" clId="{C25E1DC8-A601-40AC-ACC5-1C017B431D19}"/>
    <pc:docChg chg="custSel addSld delSld modSld">
      <pc:chgData name="MVGR" userId="f2c0952e-ef03-4304-8056-d84e15f5cef7" providerId="ADAL" clId="{C25E1DC8-A601-40AC-ACC5-1C017B431D19}" dt="2023-11-30T04:40:27.937" v="44" actId="478"/>
      <pc:docMkLst>
        <pc:docMk/>
      </pc:docMkLst>
      <pc:sldChg chg="del">
        <pc:chgData name="MVGR" userId="f2c0952e-ef03-4304-8056-d84e15f5cef7" providerId="ADAL" clId="{C25E1DC8-A601-40AC-ACC5-1C017B431D19}" dt="2023-11-30T04:39:51.394" v="29" actId="47"/>
        <pc:sldMkLst>
          <pc:docMk/>
          <pc:sldMk cId="0" sldId="264"/>
        </pc:sldMkLst>
      </pc:sldChg>
      <pc:sldChg chg="addSp delSp modSp mod">
        <pc:chgData name="MVGR" userId="f2c0952e-ef03-4304-8056-d84e15f5cef7" providerId="ADAL" clId="{C25E1DC8-A601-40AC-ACC5-1C017B431D19}" dt="2023-11-30T04:39:28.889" v="24" actId="1076"/>
        <pc:sldMkLst>
          <pc:docMk/>
          <pc:sldMk cId="0" sldId="332"/>
        </pc:sldMkLst>
        <pc:spChg chg="mod">
          <ac:chgData name="MVGR" userId="f2c0952e-ef03-4304-8056-d84e15f5cef7" providerId="ADAL" clId="{C25E1DC8-A601-40AC-ACC5-1C017B431D19}" dt="2023-11-30T04:39:07.993" v="22" actId="1076"/>
          <ac:spMkLst>
            <pc:docMk/>
            <pc:sldMk cId="0" sldId="332"/>
            <ac:spMk id="3" creationId="{2A7C63F9-A35B-8620-AFB6-E436A472F157}"/>
          </ac:spMkLst>
        </pc:spChg>
        <pc:spChg chg="add del mod">
          <ac:chgData name="MVGR" userId="f2c0952e-ef03-4304-8056-d84e15f5cef7" providerId="ADAL" clId="{C25E1DC8-A601-40AC-ACC5-1C017B431D19}" dt="2023-11-30T04:39:05.218" v="21" actId="478"/>
          <ac:spMkLst>
            <pc:docMk/>
            <pc:sldMk cId="0" sldId="332"/>
            <ac:spMk id="4" creationId="{910E7F88-A220-97EE-4BB0-1227D5D7990E}"/>
          </ac:spMkLst>
        </pc:spChg>
        <pc:spChg chg="add mod">
          <ac:chgData name="MVGR" userId="f2c0952e-ef03-4304-8056-d84e15f5cef7" providerId="ADAL" clId="{C25E1DC8-A601-40AC-ACC5-1C017B431D19}" dt="2023-11-30T04:39:28.889" v="24" actId="1076"/>
          <ac:spMkLst>
            <pc:docMk/>
            <pc:sldMk cId="0" sldId="332"/>
            <ac:spMk id="5" creationId="{958D3960-278F-60DC-1BDE-D851D37FC194}"/>
          </ac:spMkLst>
        </pc:spChg>
        <pc:spChg chg="del">
          <ac:chgData name="MVGR" userId="f2c0952e-ef03-4304-8056-d84e15f5cef7" providerId="ADAL" clId="{C25E1DC8-A601-40AC-ACC5-1C017B431D19}" dt="2023-11-30T04:39:02.399" v="20" actId="478"/>
          <ac:spMkLst>
            <pc:docMk/>
            <pc:sldMk cId="0" sldId="332"/>
            <ac:spMk id="28675" creationId="{EDF6C24C-65E2-6E02-A461-E248FDD063C5}"/>
          </ac:spMkLst>
        </pc:spChg>
        <pc:spChg chg="del mod">
          <ac:chgData name="MVGR" userId="f2c0952e-ef03-4304-8056-d84e15f5cef7" providerId="ADAL" clId="{C25E1DC8-A601-40AC-ACC5-1C017B431D19}" dt="2023-11-30T04:38:59.494" v="19" actId="478"/>
          <ac:spMkLst>
            <pc:docMk/>
            <pc:sldMk cId="0" sldId="332"/>
            <ac:spMk id="28676" creationId="{A12F97AF-3BC9-6EED-E58E-57C094F9B02A}"/>
          </ac:spMkLst>
        </pc:spChg>
      </pc:sldChg>
      <pc:sldChg chg="del">
        <pc:chgData name="MVGR" userId="f2c0952e-ef03-4304-8056-d84e15f5cef7" providerId="ADAL" clId="{C25E1DC8-A601-40AC-ACC5-1C017B431D19}" dt="2023-11-30T04:39:52.551" v="35" actId="47"/>
        <pc:sldMkLst>
          <pc:docMk/>
          <pc:sldMk cId="0" sldId="356"/>
        </pc:sldMkLst>
      </pc:sldChg>
      <pc:sldChg chg="del">
        <pc:chgData name="MVGR" userId="f2c0952e-ef03-4304-8056-d84e15f5cef7" providerId="ADAL" clId="{C25E1DC8-A601-40AC-ACC5-1C017B431D19}" dt="2023-11-30T04:39:52.807" v="36" actId="47"/>
        <pc:sldMkLst>
          <pc:docMk/>
          <pc:sldMk cId="0" sldId="357"/>
        </pc:sldMkLst>
      </pc:sldChg>
      <pc:sldChg chg="del">
        <pc:chgData name="MVGR" userId="f2c0952e-ef03-4304-8056-d84e15f5cef7" providerId="ADAL" clId="{C25E1DC8-A601-40AC-ACC5-1C017B431D19}" dt="2023-11-30T04:39:52.967" v="37" actId="47"/>
        <pc:sldMkLst>
          <pc:docMk/>
          <pc:sldMk cId="0" sldId="358"/>
        </pc:sldMkLst>
      </pc:sldChg>
      <pc:sldChg chg="del">
        <pc:chgData name="MVGR" userId="f2c0952e-ef03-4304-8056-d84e15f5cef7" providerId="ADAL" clId="{C25E1DC8-A601-40AC-ACC5-1C017B431D19}" dt="2023-11-30T04:39:53.280" v="38" actId="47"/>
        <pc:sldMkLst>
          <pc:docMk/>
          <pc:sldMk cId="0" sldId="359"/>
        </pc:sldMkLst>
      </pc:sldChg>
      <pc:sldChg chg="modSp add del mod">
        <pc:chgData name="MVGR" userId="f2c0952e-ef03-4304-8056-d84e15f5cef7" providerId="ADAL" clId="{C25E1DC8-A601-40AC-ACC5-1C017B431D19}" dt="2023-11-30T04:39:58.083" v="41" actId="27636"/>
        <pc:sldMkLst>
          <pc:docMk/>
          <pc:sldMk cId="0" sldId="399"/>
        </pc:sldMkLst>
        <pc:spChg chg="mod">
          <ac:chgData name="MVGR" userId="f2c0952e-ef03-4304-8056-d84e15f5cef7" providerId="ADAL" clId="{C25E1DC8-A601-40AC-ACC5-1C017B431D19}" dt="2023-11-30T04:39:58.083" v="41" actId="27636"/>
          <ac:spMkLst>
            <pc:docMk/>
            <pc:sldMk cId="0" sldId="399"/>
            <ac:spMk id="9218" creationId="{4FBEE1B1-9443-046E-E859-2A3276A14D2D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00"/>
        </pc:sldMkLst>
      </pc:sldChg>
      <pc:sldChg chg="del">
        <pc:chgData name="MVGR" userId="f2c0952e-ef03-4304-8056-d84e15f5cef7" providerId="ADAL" clId="{C25E1DC8-A601-40AC-ACC5-1C017B431D19}" dt="2023-11-30T04:39:51.737" v="31" actId="47"/>
        <pc:sldMkLst>
          <pc:docMk/>
          <pc:sldMk cId="3924704852" sldId="403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652413029" sldId="40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2003282423" sldId="405"/>
        </pc:sldMkLst>
      </pc:sldChg>
      <pc:sldChg chg="modSp add mod">
        <pc:chgData name="MVGR" userId="f2c0952e-ef03-4304-8056-d84e15f5cef7" providerId="ADAL" clId="{C25E1DC8-A601-40AC-ACC5-1C017B431D19}" dt="2023-11-30T04:39:58.095" v="42" actId="27636"/>
        <pc:sldMkLst>
          <pc:docMk/>
          <pc:sldMk cId="3278363132" sldId="406"/>
        </pc:sldMkLst>
        <pc:spChg chg="mod">
          <ac:chgData name="MVGR" userId="f2c0952e-ef03-4304-8056-d84e15f5cef7" providerId="ADAL" clId="{C25E1DC8-A601-40AC-ACC5-1C017B431D19}" dt="2023-11-30T04:39:58.095" v="42" actId="27636"/>
          <ac:spMkLst>
            <pc:docMk/>
            <pc:sldMk cId="3278363132" sldId="406"/>
            <ac:spMk id="27650" creationId="{F1B0FCE7-3074-DAA9-BA7B-821A8FFC2F8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2805654647" sldId="40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8"/>
        </pc:sldMkLst>
      </pc:sldChg>
      <pc:sldChg chg="del">
        <pc:chgData name="MVGR" userId="f2c0952e-ef03-4304-8056-d84e15f5cef7" providerId="ADAL" clId="{C25E1DC8-A601-40AC-ACC5-1C017B431D19}" dt="2023-11-30T04:39:51.036" v="27" actId="47"/>
        <pc:sldMkLst>
          <pc:docMk/>
          <pc:sldMk cId="0" sldId="42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1"/>
        </pc:sldMkLst>
      </pc:sldChg>
      <pc:sldChg chg="modSp add mod">
        <pc:chgData name="MVGR" userId="f2c0952e-ef03-4304-8056-d84e15f5cef7" providerId="ADAL" clId="{C25E1DC8-A601-40AC-ACC5-1C017B431D19}" dt="2023-11-30T04:40:21.616" v="43" actId="1076"/>
        <pc:sldMkLst>
          <pc:docMk/>
          <pc:sldMk cId="0" sldId="423"/>
        </pc:sldMkLst>
        <pc:spChg chg="mod">
          <ac:chgData name="MVGR" userId="f2c0952e-ef03-4304-8056-d84e15f5cef7" providerId="ADAL" clId="{C25E1DC8-A601-40AC-ACC5-1C017B431D19}" dt="2023-11-30T04:40:21.616" v="43" actId="1076"/>
          <ac:spMkLst>
            <pc:docMk/>
            <pc:sldMk cId="0" sldId="423"/>
            <ac:spMk id="5123" creationId="{7D9AC848-E9F2-610F-F8EF-71A1941E4DB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2"/>
        </pc:sldMkLst>
      </pc:sldChg>
      <pc:sldChg chg="delSp add mod">
        <pc:chgData name="MVGR" userId="f2c0952e-ef03-4304-8056-d84e15f5cef7" providerId="ADAL" clId="{C25E1DC8-A601-40AC-ACC5-1C017B431D19}" dt="2023-11-30T04:40:27.937" v="44" actId="478"/>
        <pc:sldMkLst>
          <pc:docMk/>
          <pc:sldMk cId="3735150934" sldId="433"/>
        </pc:sldMkLst>
        <pc:spChg chg="del">
          <ac:chgData name="MVGR" userId="f2c0952e-ef03-4304-8056-d84e15f5cef7" providerId="ADAL" clId="{C25E1DC8-A601-40AC-ACC5-1C017B431D19}" dt="2023-11-30T04:40:27.937" v="44" actId="478"/>
          <ac:spMkLst>
            <pc:docMk/>
            <pc:sldMk cId="3735150934" sldId="433"/>
            <ac:spMk id="7170" creationId="{0459FD30-B188-C0CC-A57C-24D59A8DA94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6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0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0" sldId="44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2"/>
        </pc:sldMkLst>
      </pc:sldChg>
      <pc:sldChg chg="del">
        <pc:chgData name="MVGR" userId="f2c0952e-ef03-4304-8056-d84e15f5cef7" providerId="ADAL" clId="{C25E1DC8-A601-40AC-ACC5-1C017B431D19}" dt="2023-11-30T04:39:51.947" v="32" actId="47"/>
        <pc:sldMkLst>
          <pc:docMk/>
          <pc:sldMk cId="3454534067" sldId="442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3"/>
        </pc:sldMkLst>
      </pc:sldChg>
      <pc:sldChg chg="del">
        <pc:chgData name="MVGR" userId="f2c0952e-ef03-4304-8056-d84e15f5cef7" providerId="ADAL" clId="{C25E1DC8-A601-40AC-ACC5-1C017B431D19}" dt="2023-11-30T04:39:51.217" v="28" actId="47"/>
        <pc:sldMkLst>
          <pc:docMk/>
          <pc:sldMk cId="964175867" sldId="443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4"/>
        </pc:sldMkLst>
      </pc:sldChg>
      <pc:sldChg chg="del">
        <pc:chgData name="MVGR" userId="f2c0952e-ef03-4304-8056-d84e15f5cef7" providerId="ADAL" clId="{C25E1DC8-A601-40AC-ACC5-1C017B431D19}" dt="2023-11-30T04:39:51.560" v="30" actId="47"/>
        <pc:sldMkLst>
          <pc:docMk/>
          <pc:sldMk cId="898281547" sldId="44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5"/>
        </pc:sldMkLst>
      </pc:sldChg>
      <pc:sldChg chg="del">
        <pc:chgData name="MVGR" userId="f2c0952e-ef03-4304-8056-d84e15f5cef7" providerId="ADAL" clId="{C25E1DC8-A601-40AC-ACC5-1C017B431D19}" dt="2023-11-30T04:39:52.348" v="34" actId="47"/>
        <pc:sldMkLst>
          <pc:docMk/>
          <pc:sldMk cId="2593004543" sldId="445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6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7"/>
        </pc:sldMkLst>
      </pc:sldChg>
      <pc:sldChg chg="del">
        <pc:chgData name="MVGR" userId="f2c0952e-ef03-4304-8056-d84e15f5cef7" providerId="ADAL" clId="{C25E1DC8-A601-40AC-ACC5-1C017B431D19}" dt="2023-11-30T04:39:52.140" v="33" actId="47"/>
        <pc:sldMkLst>
          <pc:docMk/>
          <pc:sldMk cId="3447073771" sldId="44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9"/>
        </pc:sldMkLst>
      </pc:sldChg>
    </pc:docChg>
  </pc:docChgLst>
  <pc:docChgLst>
    <pc:chgData name="MVGR" userId="f2c0952e-ef03-4304-8056-d84e15f5cef7" providerId="ADAL" clId="{4FC3D46A-FF2E-42AC-89B8-02A9E330841D}"/>
    <pc:docChg chg="delSld modSld">
      <pc:chgData name="MVGR" userId="f2c0952e-ef03-4304-8056-d84e15f5cef7" providerId="ADAL" clId="{4FC3D46A-FF2E-42AC-89B8-02A9E330841D}" dt="2023-11-30T04:48:17.720" v="86" actId="1076"/>
      <pc:docMkLst>
        <pc:docMk/>
      </pc:docMkLst>
      <pc:sldChg chg="addSp modSp mod">
        <pc:chgData name="MVGR" userId="f2c0952e-ef03-4304-8056-d84e15f5cef7" providerId="ADAL" clId="{4FC3D46A-FF2E-42AC-89B8-02A9E330841D}" dt="2023-11-30T04:47:15.519" v="51" actId="207"/>
        <pc:sldMkLst>
          <pc:docMk/>
          <pc:sldMk cId="0" sldId="332"/>
        </pc:sldMkLst>
        <pc:spChg chg="add mod">
          <ac:chgData name="MVGR" userId="f2c0952e-ef03-4304-8056-d84e15f5cef7" providerId="ADAL" clId="{4FC3D46A-FF2E-42AC-89B8-02A9E330841D}" dt="2023-11-30T04:47:15.519" v="51" actId="207"/>
          <ac:spMkLst>
            <pc:docMk/>
            <pc:sldMk cId="0" sldId="332"/>
            <ac:spMk id="2" creationId="{6961DA53-72B2-3DE0-D936-373617E33241}"/>
          </ac:spMkLst>
        </pc:spChg>
        <pc:spChg chg="mod">
          <ac:chgData name="MVGR" userId="f2c0952e-ef03-4304-8056-d84e15f5cef7" providerId="ADAL" clId="{4FC3D46A-FF2E-42AC-89B8-02A9E330841D}" dt="2023-11-30T04:46:48.536" v="37" actId="1076"/>
          <ac:spMkLst>
            <pc:docMk/>
            <pc:sldMk cId="0" sldId="332"/>
            <ac:spMk id="3" creationId="{2A7C63F9-A35B-8620-AFB6-E436A472F157}"/>
          </ac:spMkLst>
        </pc:spChg>
        <pc:spChg chg="mod">
          <ac:chgData name="MVGR" userId="f2c0952e-ef03-4304-8056-d84e15f5cef7" providerId="ADAL" clId="{4FC3D46A-FF2E-42AC-89B8-02A9E330841D}" dt="2023-11-30T04:46:52.834" v="38" actId="1076"/>
          <ac:spMkLst>
            <pc:docMk/>
            <pc:sldMk cId="0" sldId="332"/>
            <ac:spMk id="5" creationId="{958D3960-278F-60DC-1BDE-D851D37FC194}"/>
          </ac:spMkLst>
        </pc:spChg>
      </pc:sldChg>
      <pc:sldChg chg="del">
        <pc:chgData name="MVGR" userId="f2c0952e-ef03-4304-8056-d84e15f5cef7" providerId="ADAL" clId="{4FC3D46A-FF2E-42AC-89B8-02A9E330841D}" dt="2023-11-30T04:47:27.114" v="56" actId="47"/>
        <pc:sldMkLst>
          <pc:docMk/>
          <pc:sldMk cId="0" sldId="399"/>
        </pc:sldMkLst>
      </pc:sldChg>
      <pc:sldChg chg="del">
        <pc:chgData name="MVGR" userId="f2c0952e-ef03-4304-8056-d84e15f5cef7" providerId="ADAL" clId="{4FC3D46A-FF2E-42AC-89B8-02A9E330841D}" dt="2023-11-30T04:47:32.160" v="75" actId="47"/>
        <pc:sldMkLst>
          <pc:docMk/>
          <pc:sldMk cId="0" sldId="400"/>
        </pc:sldMkLst>
      </pc:sldChg>
      <pc:sldChg chg="del">
        <pc:chgData name="MVGR" userId="f2c0952e-ef03-4304-8056-d84e15f5cef7" providerId="ADAL" clId="{4FC3D46A-FF2E-42AC-89B8-02A9E330841D}" dt="2023-11-30T04:47:33.335" v="78" actId="47"/>
        <pc:sldMkLst>
          <pc:docMk/>
          <pc:sldMk cId="652413029" sldId="404"/>
        </pc:sldMkLst>
      </pc:sldChg>
      <pc:sldChg chg="del">
        <pc:chgData name="MVGR" userId="f2c0952e-ef03-4304-8056-d84e15f5cef7" providerId="ADAL" clId="{4FC3D46A-FF2E-42AC-89B8-02A9E330841D}" dt="2023-11-30T04:47:34.715" v="81" actId="47"/>
        <pc:sldMkLst>
          <pc:docMk/>
          <pc:sldMk cId="2003282423" sldId="405"/>
        </pc:sldMkLst>
      </pc:sldChg>
      <pc:sldChg chg="del">
        <pc:chgData name="MVGR" userId="f2c0952e-ef03-4304-8056-d84e15f5cef7" providerId="ADAL" clId="{4FC3D46A-FF2E-42AC-89B8-02A9E330841D}" dt="2023-11-30T04:47:31.545" v="73" actId="47"/>
        <pc:sldMkLst>
          <pc:docMk/>
          <pc:sldMk cId="3278363132" sldId="406"/>
        </pc:sldMkLst>
      </pc:sldChg>
      <pc:sldChg chg="del">
        <pc:chgData name="MVGR" userId="f2c0952e-ef03-4304-8056-d84e15f5cef7" providerId="ADAL" clId="{4FC3D46A-FF2E-42AC-89B8-02A9E330841D}" dt="2023-11-30T04:47:32.571" v="76" actId="47"/>
        <pc:sldMkLst>
          <pc:docMk/>
          <pc:sldMk cId="2805654647" sldId="408"/>
        </pc:sldMkLst>
      </pc:sldChg>
      <pc:sldChg chg="del">
        <pc:chgData name="MVGR" userId="f2c0952e-ef03-4304-8056-d84e15f5cef7" providerId="ADAL" clId="{4FC3D46A-FF2E-42AC-89B8-02A9E330841D}" dt="2023-11-30T04:47:28.640" v="62" actId="47"/>
        <pc:sldMkLst>
          <pc:docMk/>
          <pc:sldMk cId="0" sldId="417"/>
        </pc:sldMkLst>
      </pc:sldChg>
      <pc:sldChg chg="del">
        <pc:chgData name="MVGR" userId="f2c0952e-ef03-4304-8056-d84e15f5cef7" providerId="ADAL" clId="{4FC3D46A-FF2E-42AC-89B8-02A9E330841D}" dt="2023-11-30T04:47:28.106" v="60" actId="47"/>
        <pc:sldMkLst>
          <pc:docMk/>
          <pc:sldMk cId="0" sldId="418"/>
        </pc:sldMkLst>
      </pc:sldChg>
      <pc:sldChg chg="del">
        <pc:chgData name="MVGR" userId="f2c0952e-ef03-4304-8056-d84e15f5cef7" providerId="ADAL" clId="{4FC3D46A-FF2E-42AC-89B8-02A9E330841D}" dt="2023-11-30T04:47:36.121" v="83" actId="47"/>
        <pc:sldMkLst>
          <pc:docMk/>
          <pc:sldMk cId="0" sldId="421"/>
        </pc:sldMkLst>
      </pc:sldChg>
      <pc:sldChg chg="del">
        <pc:chgData name="MVGR" userId="f2c0952e-ef03-4304-8056-d84e15f5cef7" providerId="ADAL" clId="{4FC3D46A-FF2E-42AC-89B8-02A9E330841D}" dt="2023-11-30T04:47:26.349" v="52" actId="47"/>
        <pc:sldMkLst>
          <pc:docMk/>
          <pc:sldMk cId="0" sldId="423"/>
        </pc:sldMkLst>
      </pc:sldChg>
      <pc:sldChg chg="del">
        <pc:chgData name="MVGR" userId="f2c0952e-ef03-4304-8056-d84e15f5cef7" providerId="ADAL" clId="{4FC3D46A-FF2E-42AC-89B8-02A9E330841D}" dt="2023-11-30T04:47:26.539" v="53" actId="47"/>
        <pc:sldMkLst>
          <pc:docMk/>
          <pc:sldMk cId="0" sldId="424"/>
        </pc:sldMkLst>
      </pc:sldChg>
      <pc:sldChg chg="del">
        <pc:chgData name="MVGR" userId="f2c0952e-ef03-4304-8056-d84e15f5cef7" providerId="ADAL" clId="{4FC3D46A-FF2E-42AC-89B8-02A9E330841D}" dt="2023-11-30T04:47:27.302" v="57" actId="47"/>
        <pc:sldMkLst>
          <pc:docMk/>
          <pc:sldMk cId="0" sldId="427"/>
        </pc:sldMkLst>
      </pc:sldChg>
      <pc:sldChg chg="modSp del mod">
        <pc:chgData name="MVGR" userId="f2c0952e-ef03-4304-8056-d84e15f5cef7" providerId="ADAL" clId="{4FC3D46A-FF2E-42AC-89B8-02A9E330841D}" dt="2023-11-30T04:48:17.720" v="86" actId="1076"/>
        <pc:sldMkLst>
          <pc:docMk/>
          <pc:sldMk cId="0" sldId="428"/>
        </pc:sldMkLst>
        <pc:spChg chg="mod">
          <ac:chgData name="MVGR" userId="f2c0952e-ef03-4304-8056-d84e15f5cef7" providerId="ADAL" clId="{4FC3D46A-FF2E-42AC-89B8-02A9E330841D}" dt="2023-11-30T04:48:17.720" v="86" actId="1076"/>
          <ac:spMkLst>
            <pc:docMk/>
            <pc:sldMk cId="0" sldId="428"/>
            <ac:spMk id="35842" creationId="{C99DF3D8-B10E-8B96-F70D-4D036378D795}"/>
          </ac:spMkLst>
        </pc:spChg>
      </pc:sldChg>
      <pc:sldChg chg="del">
        <pc:chgData name="MVGR" userId="f2c0952e-ef03-4304-8056-d84e15f5cef7" providerId="ADAL" clId="{4FC3D46A-FF2E-42AC-89B8-02A9E330841D}" dt="2023-11-30T04:47:28.382" v="61" actId="47"/>
        <pc:sldMkLst>
          <pc:docMk/>
          <pc:sldMk cId="0" sldId="429"/>
        </pc:sldMkLst>
      </pc:sldChg>
      <pc:sldChg chg="del">
        <pc:chgData name="MVGR" userId="f2c0952e-ef03-4304-8056-d84e15f5cef7" providerId="ADAL" clId="{4FC3D46A-FF2E-42AC-89B8-02A9E330841D}" dt="2023-11-30T04:47:27.576" v="58" actId="47"/>
        <pc:sldMkLst>
          <pc:docMk/>
          <pc:sldMk cId="0" sldId="430"/>
        </pc:sldMkLst>
      </pc:sldChg>
      <pc:sldChg chg="del">
        <pc:chgData name="MVGR" userId="f2c0952e-ef03-4304-8056-d84e15f5cef7" providerId="ADAL" clId="{4FC3D46A-FF2E-42AC-89B8-02A9E330841D}" dt="2023-11-30T04:47:29.101" v="64" actId="47"/>
        <pc:sldMkLst>
          <pc:docMk/>
          <pc:sldMk cId="0" sldId="431"/>
        </pc:sldMkLst>
      </pc:sldChg>
      <pc:sldChg chg="del">
        <pc:chgData name="MVGR" userId="f2c0952e-ef03-4304-8056-d84e15f5cef7" providerId="ADAL" clId="{4FC3D46A-FF2E-42AC-89B8-02A9E330841D}" dt="2023-11-30T04:47:31.241" v="72" actId="47"/>
        <pc:sldMkLst>
          <pc:docMk/>
          <pc:sldMk cId="0" sldId="432"/>
        </pc:sldMkLst>
      </pc:sldChg>
      <pc:sldChg chg="del">
        <pc:chgData name="MVGR" userId="f2c0952e-ef03-4304-8056-d84e15f5cef7" providerId="ADAL" clId="{4FC3D46A-FF2E-42AC-89B8-02A9E330841D}" dt="2023-11-30T04:47:26.751" v="54" actId="47"/>
        <pc:sldMkLst>
          <pc:docMk/>
          <pc:sldMk cId="3735150934" sldId="433"/>
        </pc:sldMkLst>
      </pc:sldChg>
      <pc:sldChg chg="del">
        <pc:chgData name="MVGR" userId="f2c0952e-ef03-4304-8056-d84e15f5cef7" providerId="ADAL" clId="{4FC3D46A-FF2E-42AC-89B8-02A9E330841D}" dt="2023-11-30T04:47:31.814" v="74" actId="47"/>
        <pc:sldMkLst>
          <pc:docMk/>
          <pc:sldMk cId="0" sldId="436"/>
        </pc:sldMkLst>
      </pc:sldChg>
      <pc:sldChg chg="del">
        <pc:chgData name="MVGR" userId="f2c0952e-ef03-4304-8056-d84e15f5cef7" providerId="ADAL" clId="{4FC3D46A-FF2E-42AC-89B8-02A9E330841D}" dt="2023-11-30T04:47:32.974" v="77" actId="47"/>
        <pc:sldMkLst>
          <pc:docMk/>
          <pc:sldMk cId="0" sldId="437"/>
        </pc:sldMkLst>
      </pc:sldChg>
      <pc:sldChg chg="del">
        <pc:chgData name="MVGR" userId="f2c0952e-ef03-4304-8056-d84e15f5cef7" providerId="ADAL" clId="{4FC3D46A-FF2E-42AC-89B8-02A9E330841D}" dt="2023-11-30T04:47:33.767" v="79" actId="47"/>
        <pc:sldMkLst>
          <pc:docMk/>
          <pc:sldMk cId="0" sldId="438"/>
        </pc:sldMkLst>
      </pc:sldChg>
      <pc:sldChg chg="del">
        <pc:chgData name="MVGR" userId="f2c0952e-ef03-4304-8056-d84e15f5cef7" providerId="ADAL" clId="{4FC3D46A-FF2E-42AC-89B8-02A9E330841D}" dt="2023-11-30T04:47:34.121" v="80" actId="47"/>
        <pc:sldMkLst>
          <pc:docMk/>
          <pc:sldMk cId="0" sldId="439"/>
        </pc:sldMkLst>
      </pc:sldChg>
      <pc:sldChg chg="del">
        <pc:chgData name="MVGR" userId="f2c0952e-ef03-4304-8056-d84e15f5cef7" providerId="ADAL" clId="{4FC3D46A-FF2E-42AC-89B8-02A9E330841D}" dt="2023-11-30T04:47:35.227" v="82" actId="47"/>
        <pc:sldMkLst>
          <pc:docMk/>
          <pc:sldMk cId="0" sldId="440"/>
        </pc:sldMkLst>
      </pc:sldChg>
      <pc:sldChg chg="del">
        <pc:chgData name="MVGR" userId="f2c0952e-ef03-4304-8056-d84e15f5cef7" providerId="ADAL" clId="{4FC3D46A-FF2E-42AC-89B8-02A9E330841D}" dt="2023-11-30T04:47:26.922" v="55" actId="47"/>
        <pc:sldMkLst>
          <pc:docMk/>
          <pc:sldMk cId="0" sldId="441"/>
        </pc:sldMkLst>
      </pc:sldChg>
      <pc:sldChg chg="del">
        <pc:chgData name="MVGR" userId="f2c0952e-ef03-4304-8056-d84e15f5cef7" providerId="ADAL" clId="{4FC3D46A-FF2E-42AC-89B8-02A9E330841D}" dt="2023-11-30T04:47:28.874" v="63" actId="47"/>
        <pc:sldMkLst>
          <pc:docMk/>
          <pc:sldMk cId="0" sldId="442"/>
        </pc:sldMkLst>
      </pc:sldChg>
      <pc:sldChg chg="del">
        <pc:chgData name="MVGR" userId="f2c0952e-ef03-4304-8056-d84e15f5cef7" providerId="ADAL" clId="{4FC3D46A-FF2E-42AC-89B8-02A9E330841D}" dt="2023-11-30T04:47:29.306" v="65" actId="47"/>
        <pc:sldMkLst>
          <pc:docMk/>
          <pc:sldMk cId="0" sldId="443"/>
        </pc:sldMkLst>
      </pc:sldChg>
      <pc:sldChg chg="del">
        <pc:chgData name="MVGR" userId="f2c0952e-ef03-4304-8056-d84e15f5cef7" providerId="ADAL" clId="{4FC3D46A-FF2E-42AC-89B8-02A9E330841D}" dt="2023-11-30T04:47:29.494" v="66" actId="47"/>
        <pc:sldMkLst>
          <pc:docMk/>
          <pc:sldMk cId="0" sldId="444"/>
        </pc:sldMkLst>
      </pc:sldChg>
      <pc:sldChg chg="del">
        <pc:chgData name="MVGR" userId="f2c0952e-ef03-4304-8056-d84e15f5cef7" providerId="ADAL" clId="{4FC3D46A-FF2E-42AC-89B8-02A9E330841D}" dt="2023-11-30T04:47:30.788" v="71" actId="47"/>
        <pc:sldMkLst>
          <pc:docMk/>
          <pc:sldMk cId="0" sldId="445"/>
        </pc:sldMkLst>
      </pc:sldChg>
      <pc:sldChg chg="del">
        <pc:chgData name="MVGR" userId="f2c0952e-ef03-4304-8056-d84e15f5cef7" providerId="ADAL" clId="{4FC3D46A-FF2E-42AC-89B8-02A9E330841D}" dt="2023-11-30T04:47:29.715" v="67" actId="47"/>
        <pc:sldMkLst>
          <pc:docMk/>
          <pc:sldMk cId="0" sldId="446"/>
        </pc:sldMkLst>
      </pc:sldChg>
      <pc:sldChg chg="del">
        <pc:chgData name="MVGR" userId="f2c0952e-ef03-4304-8056-d84e15f5cef7" providerId="ADAL" clId="{4FC3D46A-FF2E-42AC-89B8-02A9E330841D}" dt="2023-11-30T04:47:29.975" v="68" actId="47"/>
        <pc:sldMkLst>
          <pc:docMk/>
          <pc:sldMk cId="0" sldId="447"/>
        </pc:sldMkLst>
      </pc:sldChg>
      <pc:sldChg chg="del">
        <pc:chgData name="MVGR" userId="f2c0952e-ef03-4304-8056-d84e15f5cef7" providerId="ADAL" clId="{4FC3D46A-FF2E-42AC-89B8-02A9E330841D}" dt="2023-11-30T04:47:30.315" v="69" actId="47"/>
        <pc:sldMkLst>
          <pc:docMk/>
          <pc:sldMk cId="0" sldId="448"/>
        </pc:sldMkLst>
      </pc:sldChg>
      <pc:sldChg chg="del">
        <pc:chgData name="MVGR" userId="f2c0952e-ef03-4304-8056-d84e15f5cef7" providerId="ADAL" clId="{4FC3D46A-FF2E-42AC-89B8-02A9E330841D}" dt="2023-11-30T04:47:30.552" v="70" actId="47"/>
        <pc:sldMkLst>
          <pc:docMk/>
          <pc:sldMk cId="0" sldId="4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02-01-2024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02-01-2024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DA825265-D0CA-CD2C-F63F-C62D771C56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B2831099-6276-9969-85D2-29B6D93224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286C5438-B070-C625-07F8-E9F835DD2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4F86EC-06BE-4CF1-B578-9687628E0BB2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7C63F9-A35B-8620-AFB6-E436A472F157}"/>
              </a:ext>
            </a:extLst>
          </p:cNvPr>
          <p:cNvSpPr txBox="1"/>
          <p:nvPr/>
        </p:nvSpPr>
        <p:spPr>
          <a:xfrm>
            <a:off x="2081330" y="1308983"/>
            <a:ext cx="8827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0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 22EC2208</a:t>
            </a:r>
            <a:endParaRPr lang="en-US" sz="4000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58D3960-278F-60DC-1BDE-D851D37FC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3605719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Delta Modulation </a:t>
            </a:r>
            <a:r>
              <a:rPr lang="en-US" altLang="en-US" sz="4000">
                <a:solidFill>
                  <a:srgbClr val="FF0000"/>
                </a:solidFill>
                <a:latin typeface="Arial" panose="020B0604020202020204" pitchFamily="34" charset="0"/>
              </a:rPr>
              <a:t>and Demodulation</a:t>
            </a:r>
            <a:endParaRPr lang="en-US" altLang="en-US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961DA53-72B2-3DE0-D936-373617E33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607" y="2376791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AY 2023-24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E66B1CCA-1E7B-E2AF-59C1-5A598264E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47002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</a:t>
            </a:r>
          </a:p>
        </p:txBody>
      </p:sp>
      <p:sp>
        <p:nvSpPr>
          <p:cNvPr id="3075" name="Subtitle 3">
            <a:extLst>
              <a:ext uri="{FF2B5EF4-FFF2-40B4-BE49-F238E27FC236}">
                <a16:creationId xmlns:a16="http://schemas.microsoft.com/office/drawing/2014/main" id="{DBA52847-156C-F14D-6399-6A6B2B37A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24000"/>
            <a:ext cx="9144000" cy="5638800"/>
          </a:xfrm>
        </p:spPr>
        <p:txBody>
          <a:bodyPr/>
          <a:lstStyle/>
          <a:p>
            <a:pPr eaLnBrk="1" hangingPunct="1"/>
            <a:r>
              <a:rPr lang="en-US" altLang="en-US" sz="5400" dirty="0">
                <a:ea typeface="新細明體" panose="02020500000000000000" pitchFamily="18" charset="-120"/>
              </a:rPr>
              <a:t>  </a:t>
            </a:r>
            <a:r>
              <a:rPr lang="en-US" altLang="en-US" sz="5400" dirty="0">
                <a:solidFill>
                  <a:srgbClr val="002060"/>
                </a:solidFill>
                <a:ea typeface="新細明體" panose="02020500000000000000" pitchFamily="18" charset="-120"/>
              </a:rPr>
              <a:t>  Dr. </a:t>
            </a:r>
            <a:r>
              <a:rPr lang="en-US" altLang="en-US" sz="5400" dirty="0">
                <a:solidFill>
                  <a:srgbClr val="003DB8"/>
                </a:solidFill>
                <a:ea typeface="新細明體" panose="02020500000000000000" pitchFamily="18" charset="-120"/>
              </a:rPr>
              <a:t>M. Venu Gopala Rao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5400" dirty="0">
                <a:solidFill>
                  <a:srgbClr val="003DB8"/>
                </a:solidFill>
                <a:ea typeface="新細明體" panose="02020500000000000000" pitchFamily="18" charset="-120"/>
              </a:rPr>
              <a:t>                               </a:t>
            </a:r>
            <a:r>
              <a:rPr lang="en-US" altLang="en-US" sz="3600" dirty="0" err="1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M.Tech</a:t>
            </a:r>
            <a:r>
              <a:rPr lang="en-US" altLang="en-US" sz="3600" dirty="0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, </a:t>
            </a:r>
            <a:r>
              <a:rPr lang="en-US" altLang="en-US" sz="3600" dirty="0" err="1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Ph.D</a:t>
            </a:r>
            <a:r>
              <a:rPr lang="en-US" altLang="en-US" sz="3600" dirty="0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(</a:t>
            </a:r>
            <a:r>
              <a:rPr lang="en-US" altLang="en-US" sz="3600" dirty="0" err="1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Engg</a:t>
            </a:r>
            <a:r>
              <a:rPr lang="en-US" altLang="en-US" sz="3600" dirty="0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)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F.I.E.T.E, L.M.I.S.T.E, I.S.O.I., I.A.E., S.S.I.</a:t>
            </a:r>
          </a:p>
          <a:p>
            <a:pPr eaLnBrk="1" hangingPunct="1"/>
            <a:r>
              <a:rPr lang="en-US" altLang="en-US" sz="3600" dirty="0">
                <a:solidFill>
                  <a:srgbClr val="003DB8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    Cert. in R.S.T ( City &amp; Guild’s London Institute , London)</a:t>
            </a:r>
          </a:p>
          <a:p>
            <a:pPr eaLnBrk="1" hangingPunct="1"/>
            <a:r>
              <a:rPr lang="en-US" altLang="en-US" sz="3600" dirty="0">
                <a:solidFill>
                  <a:srgbClr val="149D0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Professor, Dept. of ECE, K L University</a:t>
            </a:r>
          </a:p>
          <a:p>
            <a:pPr eaLnBrk="1" hangingPunct="1"/>
            <a:r>
              <a:rPr lang="en-US" alt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mvgr03@kluniversity.in</a:t>
            </a:r>
          </a:p>
          <a:p>
            <a:pPr eaLnBrk="1" hangingPunct="1"/>
            <a:endParaRPr lang="en-US" altLang="en-US" sz="3600" dirty="0">
              <a:solidFill>
                <a:srgbClr val="149D01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 eaLnBrk="1" hangingPunct="1"/>
            <a:endParaRPr lang="en-US" altLang="en-US" sz="3600" dirty="0">
              <a:solidFill>
                <a:srgbClr val="003DB8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647" y="189279"/>
            <a:ext cx="10732477" cy="900967"/>
          </a:xfrm>
        </p:spPr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Delta Modulation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4061" y="1465191"/>
            <a:ext cx="10574216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Delta modulation is a simplified version of DPCM: </a:t>
            </a:r>
          </a:p>
          <a:p>
            <a:pPr>
              <a:lnSpc>
                <a:spcPct val="150000"/>
              </a:lnSpc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  <a:r>
              <a:rPr lang="en-US" sz="280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The prediction filter is first order</a:t>
            </a:r>
          </a:p>
          <a:p>
            <a:pPr>
              <a:lnSpc>
                <a:spcPct val="150000"/>
              </a:lnSpc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                  * The quantizer is two level  </a:t>
            </a:r>
            <a:r>
              <a:rPr 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±</a:t>
            </a:r>
            <a:r>
              <a:rPr lang="el-GR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sampling rate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Analog signal is approximated by staircase function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Only a single binary digit is required for each sample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 uses very simple hardware and is low cost for that reason</a:t>
            </a:r>
            <a:r>
              <a:rPr lang="en-US" sz="2800"/>
              <a:t>.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85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544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Delta Modulation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801" y="800591"/>
            <a:ext cx="8391733" cy="34908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55016" y="3907353"/>
            <a:ext cx="2625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 Transmitter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23" y="3577440"/>
            <a:ext cx="4964252" cy="5607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23" y="4338151"/>
            <a:ext cx="3845169" cy="5957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49558"/>
            <a:ext cx="4961652" cy="5056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07834" y="1044651"/>
            <a:ext cx="134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23745" y="1496435"/>
            <a:ext cx="5581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±</a:t>
            </a:r>
            <a:r>
              <a:rPr lang="el-GR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endParaRPr lang="en-US" sz="2400" i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026" y="5555204"/>
            <a:ext cx="3595325" cy="99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08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404" y="136280"/>
            <a:ext cx="8841766" cy="644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54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86" y="1080354"/>
            <a:ext cx="11409122" cy="29406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35108" y="3505200"/>
            <a:ext cx="2872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574E37-B991-BCB8-E3C7-F8595C1D8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270" y="4282405"/>
            <a:ext cx="5570815" cy="23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11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5330"/>
            <a:ext cx="10515600" cy="80889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Quantization errors in DM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DBBB45-AAD3-94D0-D99F-36A81887FE30}"/>
              </a:ext>
            </a:extLst>
          </p:cNvPr>
          <p:cNvSpPr txBox="1"/>
          <p:nvPr/>
        </p:nvSpPr>
        <p:spPr>
          <a:xfrm>
            <a:off x="393896" y="739948"/>
            <a:ext cx="11633981" cy="5626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B050"/>
                </a:solidFill>
              </a:rPr>
              <a:t>For effective DM, the parameters to be accounted are:</a:t>
            </a:r>
          </a:p>
          <a:p>
            <a:pPr marL="342900" indent="222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7030A0"/>
                </a:solidFill>
              </a:rPr>
              <a:t>Step Size (delta)</a:t>
            </a:r>
          </a:p>
          <a:p>
            <a:pPr marL="342900" indent="222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7030A0"/>
                </a:solidFill>
              </a:rPr>
              <a:t>Sampling Rate (fs)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B050"/>
                </a:solidFill>
              </a:rPr>
              <a:t>To have faster change in the signal, both must be increased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B050"/>
                </a:solidFill>
              </a:rPr>
              <a:t>But if we increase fs, Bandwidth also increases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B050"/>
                </a:solidFill>
              </a:rPr>
              <a:t>And increase in delta increases quantization error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B050"/>
                </a:solidFill>
              </a:rPr>
              <a:t>By choosing of wrong step size leads to two issues:</a:t>
            </a:r>
          </a:p>
          <a:p>
            <a:pPr marL="342900" indent="2222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002060"/>
                </a:solidFill>
              </a:rPr>
              <a:t>Slope Overload Distortion (When input signal is fast varying, step size is small)</a:t>
            </a:r>
          </a:p>
          <a:p>
            <a:pPr marL="342900">
              <a:lnSpc>
                <a:spcPct val="150000"/>
              </a:lnSpc>
            </a:pPr>
            <a:r>
              <a:rPr lang="en-US" sz="2200" b="1" dirty="0">
                <a:solidFill>
                  <a:srgbClr val="002060"/>
                </a:solidFill>
              </a:rPr>
              <a:t>    To avoid slope overload distortion, Choose Larger step size or increase fs</a:t>
            </a:r>
          </a:p>
          <a:p>
            <a:pPr marL="342900" indent="2222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rgbClr val="002060"/>
                </a:solidFill>
              </a:rPr>
              <a:t>Granular Noise (When input signal is slow varying, step size is large)</a:t>
            </a:r>
          </a:p>
          <a:p>
            <a:pPr marL="342900">
              <a:lnSpc>
                <a:spcPct val="150000"/>
              </a:lnSpc>
            </a:pPr>
            <a:r>
              <a:rPr lang="en-US" sz="2200" b="1" dirty="0">
                <a:solidFill>
                  <a:srgbClr val="002060"/>
                </a:solidFill>
              </a:rPr>
              <a:t>    To avoid Granular Noise, Choose smaller step size</a:t>
            </a:r>
          </a:p>
        </p:txBody>
      </p:sp>
    </p:spTree>
    <p:extLst>
      <p:ext uri="{BB962C8B-B14F-4D97-AF65-F5344CB8AC3E}">
        <p14:creationId xmlns:p14="http://schemas.microsoft.com/office/powerpoint/2010/main" val="4165396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889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Slope overload distortion</a:t>
            </a:r>
            <a:endParaRPr lang="en-US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1" y="808892"/>
            <a:ext cx="11676185" cy="594359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size is too small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condition for no over slope distortion is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en-US" dirty="0">
              <a:solidFill>
                <a:srgbClr val="0404E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621" y="1077790"/>
            <a:ext cx="2867025" cy="1085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031" y="2432537"/>
            <a:ext cx="9788424" cy="402436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50714" y="3743288"/>
            <a:ext cx="32944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size is too small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56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650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Granular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077" y="1254370"/>
            <a:ext cx="11652738" cy="5287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step size is too large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75" y="2058863"/>
            <a:ext cx="9498310" cy="363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363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0050" y="211435"/>
            <a:ext cx="6737251" cy="93613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Quantization Noise in DM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57" y="4375675"/>
            <a:ext cx="5270989" cy="129264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3C77233-3F16-F094-5664-E8A5ACE4B749}"/>
              </a:ext>
            </a:extLst>
          </p:cNvPr>
          <p:cNvCxnSpPr/>
          <p:nvPr/>
        </p:nvCxnSpPr>
        <p:spPr>
          <a:xfrm>
            <a:off x="9495692" y="1055077"/>
            <a:ext cx="0" cy="302455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F9E68D-CE66-8D24-918C-1904A20D8BFB}"/>
              </a:ext>
            </a:extLst>
          </p:cNvPr>
          <p:cNvCxnSpPr>
            <a:cxnSpLocks/>
          </p:cNvCxnSpPr>
          <p:nvPr/>
        </p:nvCxnSpPr>
        <p:spPr>
          <a:xfrm>
            <a:off x="7413674" y="2542735"/>
            <a:ext cx="409369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5E24F7-1048-BD4D-77CF-C3BAA6DED90F}"/>
              </a:ext>
            </a:extLst>
          </p:cNvPr>
          <p:cNvCxnSpPr/>
          <p:nvPr/>
        </p:nvCxnSpPr>
        <p:spPr>
          <a:xfrm>
            <a:off x="9495692" y="1603717"/>
            <a:ext cx="185810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60D40D-CFC9-193D-959D-6AB5F27CC191}"/>
              </a:ext>
            </a:extLst>
          </p:cNvPr>
          <p:cNvCxnSpPr/>
          <p:nvPr/>
        </p:nvCxnSpPr>
        <p:spPr>
          <a:xfrm>
            <a:off x="7637584" y="3429000"/>
            <a:ext cx="185810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6CCA23-71BC-717D-75CE-2CB47C6FE9A5}"/>
              </a:ext>
            </a:extLst>
          </p:cNvPr>
          <p:cNvCxnSpPr>
            <a:cxnSpLocks/>
          </p:cNvCxnSpPr>
          <p:nvPr/>
        </p:nvCxnSpPr>
        <p:spPr>
          <a:xfrm flipV="1">
            <a:off x="9495692" y="1603717"/>
            <a:ext cx="0" cy="18252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C2AF01D-C3AA-9E89-23A6-19A4BF91BAD2}"/>
              </a:ext>
            </a:extLst>
          </p:cNvPr>
          <p:cNvSpPr txBox="1"/>
          <p:nvPr/>
        </p:nvSpPr>
        <p:spPr>
          <a:xfrm>
            <a:off x="8918917" y="1372883"/>
            <a:ext cx="576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l-GR" sz="2400" b="1" dirty="0">
                <a:solidFill>
                  <a:srgbClr val="FF0000"/>
                </a:solidFill>
              </a:rPr>
              <a:t>Δ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DE1EF4-9548-AC2D-4EFE-0E0DD2241F62}"/>
              </a:ext>
            </a:extLst>
          </p:cNvPr>
          <p:cNvSpPr txBox="1"/>
          <p:nvPr/>
        </p:nvSpPr>
        <p:spPr>
          <a:xfrm>
            <a:off x="9460523" y="3198168"/>
            <a:ext cx="576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-</a:t>
            </a:r>
            <a:r>
              <a:rPr lang="el-GR" sz="2400" b="1" dirty="0">
                <a:solidFill>
                  <a:srgbClr val="FF0000"/>
                </a:solidFill>
              </a:rPr>
              <a:t>Δ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4F4028-5084-B2FE-9C2B-0A7E57F7CEFC}"/>
              </a:ext>
            </a:extLst>
          </p:cNvPr>
          <p:cNvSpPr txBox="1"/>
          <p:nvPr/>
        </p:nvSpPr>
        <p:spPr>
          <a:xfrm>
            <a:off x="9441912" y="679503"/>
            <a:ext cx="900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</a:t>
            </a:r>
            <a:r>
              <a:rPr lang="en-US" sz="2400" b="1" baseline="-25000" dirty="0">
                <a:solidFill>
                  <a:srgbClr val="FF0000"/>
                </a:solidFill>
              </a:rPr>
              <a:t>q</a:t>
            </a:r>
            <a:r>
              <a:rPr lang="en-US" sz="2400" b="1" dirty="0">
                <a:solidFill>
                  <a:srgbClr val="FF0000"/>
                </a:solidFill>
              </a:rPr>
              <a:t>(n)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98E4DB-809E-03CF-DE6D-12315317E8F4}"/>
              </a:ext>
            </a:extLst>
          </p:cNvPr>
          <p:cNvSpPr txBox="1"/>
          <p:nvPr/>
        </p:nvSpPr>
        <p:spPr>
          <a:xfrm>
            <a:off x="11342076" y="2492880"/>
            <a:ext cx="780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e(n)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158D49-5C97-E738-A77C-F649FEB2E614}"/>
              </a:ext>
            </a:extLst>
          </p:cNvPr>
          <p:cNvSpPr txBox="1"/>
          <p:nvPr/>
        </p:nvSpPr>
        <p:spPr>
          <a:xfrm>
            <a:off x="323557" y="1603715"/>
            <a:ext cx="67372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In PCM, variance    = (Delta)^2/12</a:t>
            </a:r>
          </a:p>
          <a:p>
            <a:r>
              <a:rPr lang="en-US" sz="2800" dirty="0">
                <a:solidFill>
                  <a:srgbClr val="002060"/>
                </a:solidFill>
              </a:rPr>
              <a:t>For DM, step size	= 2*Delta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                                     (since Delta –(-Delta))</a:t>
            </a:r>
          </a:p>
          <a:p>
            <a:r>
              <a:rPr lang="en-US" sz="2800" dirty="0">
                <a:solidFill>
                  <a:srgbClr val="002060"/>
                </a:solidFill>
              </a:rPr>
              <a:t>Therefore variance = 4*(Delta)^2/12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                                   = (Delta)^2/3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109296-1227-D5A2-17AF-50E450F30180}"/>
              </a:ext>
            </a:extLst>
          </p:cNvPr>
          <p:cNvSpPr txBox="1"/>
          <p:nvPr/>
        </p:nvSpPr>
        <p:spPr>
          <a:xfrm>
            <a:off x="323557" y="1166721"/>
            <a:ext cx="8757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SQNR can not be calculated directly in DM due to the distortions</a:t>
            </a:r>
          </a:p>
        </p:txBody>
      </p:sp>
    </p:spTree>
    <p:extLst>
      <p:ext uri="{BB962C8B-B14F-4D97-AF65-F5344CB8AC3E}">
        <p14:creationId xmlns:p14="http://schemas.microsoft.com/office/powerpoint/2010/main" val="2003282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37" y="1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SQNR for 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953" y="808892"/>
            <a:ext cx="11922369" cy="5931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 an input signal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condition for no slope overload distortion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410" y="914401"/>
            <a:ext cx="3324225" cy="514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76" y="2015636"/>
            <a:ext cx="2725803" cy="10323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107" y="2997445"/>
            <a:ext cx="8258175" cy="10763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1382" y="4149235"/>
            <a:ext cx="3314700" cy="628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091" y="5086713"/>
            <a:ext cx="2019300" cy="10001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5391" y="5131044"/>
            <a:ext cx="244792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1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5446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SQNR for DM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91" y="679938"/>
            <a:ext cx="11852032" cy="6178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quantization noise power 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signal power</a:t>
            </a: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 the Signal Quantization Noise Ratio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691" y="583956"/>
            <a:ext cx="1616771" cy="10550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1266458"/>
            <a:ext cx="1524000" cy="990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15" y="3007704"/>
            <a:ext cx="10429875" cy="12763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92" y="4273431"/>
            <a:ext cx="3971925" cy="1238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716" y="5926571"/>
            <a:ext cx="4181475" cy="6381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2016" y="4692863"/>
            <a:ext cx="5380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not depend on amplitude</a:t>
            </a:r>
          </a:p>
        </p:txBody>
      </p:sp>
    </p:spTree>
    <p:extLst>
      <p:ext uri="{BB962C8B-B14F-4D97-AF65-F5344CB8AC3E}">
        <p14:creationId xmlns:p14="http://schemas.microsoft.com/office/powerpoint/2010/main" val="392470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6330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the post reconstruction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323" y="763309"/>
            <a:ext cx="11711353" cy="57078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the cut-off frequency of LPF at the receiver output be equal to message signal bandwidth ‘</a:t>
            </a:r>
            <a:r>
              <a:rPr lang="en-US" sz="3200" i="1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Hz.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 the noise power at the receiver output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 the Signal Quantization Noise Ratio</a:t>
            </a: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391" y="1676931"/>
            <a:ext cx="2447925" cy="1104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38642"/>
            <a:ext cx="12192000" cy="17417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23" y="4607849"/>
            <a:ext cx="3609975" cy="11334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293" y="5437168"/>
            <a:ext cx="4181475" cy="6381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232" y="5896319"/>
            <a:ext cx="21145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1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99DF3D8-B10E-8B96-F70D-4D036378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778" y="2857500"/>
            <a:ext cx="1806405" cy="1143000"/>
          </a:xfrm>
        </p:spPr>
        <p:txBody>
          <a:bodyPr/>
          <a:lstStyle/>
          <a:p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23CD8-BED0-5A35-2521-392F28A6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56571-2706-313E-3CF1-9DFF3C1B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30673-1996-66DD-340E-03849AE8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1029</TotalTime>
  <Words>479</Words>
  <Application>Microsoft Office PowerPoint</Application>
  <PresentationFormat>Widescreen</PresentationFormat>
  <Paragraphs>74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Digital Communication</vt:lpstr>
      <vt:lpstr>Delta Modulation</vt:lpstr>
      <vt:lpstr>Delta Modulation</vt:lpstr>
      <vt:lpstr>PowerPoint Presentation</vt:lpstr>
      <vt:lpstr>PowerPoint Presentation</vt:lpstr>
      <vt:lpstr>Quantization errors in DM</vt:lpstr>
      <vt:lpstr>Slope overload distortion</vt:lpstr>
      <vt:lpstr>Granular noise</vt:lpstr>
      <vt:lpstr>Quantization Noise in DM</vt:lpstr>
      <vt:lpstr>SQNR for DM</vt:lpstr>
      <vt:lpstr>SQNR for DM…</vt:lpstr>
      <vt:lpstr>With the post reconstruction filter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syam sundar pillalamarri</cp:lastModifiedBy>
  <cp:revision>17</cp:revision>
  <dcterms:created xsi:type="dcterms:W3CDTF">2023-05-08T13:48:07Z</dcterms:created>
  <dcterms:modified xsi:type="dcterms:W3CDTF">2024-01-02T01:40:06Z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