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33"/>
  </p:notesMasterIdLst>
  <p:handoutMasterIdLst>
    <p:handoutMasterId r:id="rId34"/>
  </p:handoutMasterIdLst>
  <p:sldIdLst>
    <p:sldId id="289" r:id="rId5"/>
    <p:sldId id="433" r:id="rId6"/>
    <p:sldId id="432" r:id="rId7"/>
    <p:sldId id="449" r:id="rId8"/>
    <p:sldId id="714" r:id="rId9"/>
    <p:sldId id="431" r:id="rId10"/>
    <p:sldId id="430" r:id="rId11"/>
    <p:sldId id="450" r:id="rId12"/>
    <p:sldId id="434" r:id="rId13"/>
    <p:sldId id="435" r:id="rId14"/>
    <p:sldId id="436" r:id="rId15"/>
    <p:sldId id="437" r:id="rId16"/>
    <p:sldId id="451" r:id="rId17"/>
    <p:sldId id="438" r:id="rId18"/>
    <p:sldId id="439" r:id="rId19"/>
    <p:sldId id="440" r:id="rId20"/>
    <p:sldId id="441" r:id="rId21"/>
    <p:sldId id="442" r:id="rId22"/>
    <p:sldId id="443" r:id="rId23"/>
    <p:sldId id="776" r:id="rId24"/>
    <p:sldId id="444" r:id="rId25"/>
    <p:sldId id="445" r:id="rId26"/>
    <p:sldId id="446" r:id="rId27"/>
    <p:sldId id="447" r:id="rId28"/>
    <p:sldId id="353" r:id="rId29"/>
    <p:sldId id="774" r:id="rId30"/>
    <p:sldId id="775" r:id="rId31"/>
    <p:sldId id="42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AED73D35-5D11-49F4-9636-DAE00C90C8A9}" v="2" dt="2023-11-30T05:14:39.196"/>
    <p1510:client id="{C25E1DC8-A601-40AC-ACC5-1C017B431D19}" v="4" dt="2023-11-30T04:39:57.975"/>
    <p1510:client id="{E4DDD848-9BF3-4B32-A72E-01899E74668D}" v="1" dt="2023-11-30T05:06:17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GR" userId="f2c0952e-ef03-4304-8056-d84e15f5cef7" providerId="ADAL" clId="{E4DDD848-9BF3-4B32-A72E-01899E74668D}"/>
    <pc:docChg chg="delSld modSld">
      <pc:chgData name="MVGR" userId="f2c0952e-ef03-4304-8056-d84e15f5cef7" providerId="ADAL" clId="{E4DDD848-9BF3-4B32-A72E-01899E74668D}" dt="2023-11-30T05:06:50.991" v="54" actId="20577"/>
      <pc:docMkLst>
        <pc:docMk/>
      </pc:docMkLst>
      <pc:sldChg chg="del">
        <pc:chgData name="MVGR" userId="f2c0952e-ef03-4304-8056-d84e15f5cef7" providerId="ADAL" clId="{E4DDD848-9BF3-4B32-A72E-01899E74668D}" dt="2023-11-30T05:05:35.704" v="0" actId="47"/>
        <pc:sldMkLst>
          <pc:docMk/>
          <pc:sldMk cId="0" sldId="256"/>
        </pc:sldMkLst>
      </pc:sldChg>
      <pc:sldChg chg="modSp mod">
        <pc:chgData name="MVGR" userId="f2c0952e-ef03-4304-8056-d84e15f5cef7" providerId="ADAL" clId="{E4DDD848-9BF3-4B32-A72E-01899E74668D}" dt="2023-11-30T05:06:50.991" v="54" actId="20577"/>
        <pc:sldMkLst>
          <pc:docMk/>
          <pc:sldMk cId="0" sldId="332"/>
        </pc:sldMkLst>
        <pc:spChg chg="mod">
          <ac:chgData name="MVGR" userId="f2c0952e-ef03-4304-8056-d84e15f5cef7" providerId="ADAL" clId="{E4DDD848-9BF3-4B32-A72E-01899E74668D}" dt="2023-11-30T05:06:50.991" v="54" actId="20577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E4DDD848-9BF3-4B32-A72E-01899E74668D}" dt="2023-11-30T05:05:36.064" v="2" actId="47"/>
        <pc:sldMkLst>
          <pc:docMk/>
          <pc:sldMk cId="0" sldId="377"/>
        </pc:sldMkLst>
      </pc:sldChg>
      <pc:sldChg chg="del">
        <pc:chgData name="MVGR" userId="f2c0952e-ef03-4304-8056-d84e15f5cef7" providerId="ADAL" clId="{E4DDD848-9BF3-4B32-A72E-01899E74668D}" dt="2023-11-30T05:05:36.990" v="7" actId="47"/>
        <pc:sldMkLst>
          <pc:docMk/>
          <pc:sldMk cId="0" sldId="378"/>
        </pc:sldMkLst>
      </pc:sldChg>
      <pc:sldChg chg="del">
        <pc:chgData name="MVGR" userId="f2c0952e-ef03-4304-8056-d84e15f5cef7" providerId="ADAL" clId="{E4DDD848-9BF3-4B32-A72E-01899E74668D}" dt="2023-11-30T05:05:36.786" v="6" actId="47"/>
        <pc:sldMkLst>
          <pc:docMk/>
          <pc:sldMk cId="0" sldId="379"/>
        </pc:sldMkLst>
      </pc:sldChg>
      <pc:sldChg chg="del">
        <pc:chgData name="MVGR" userId="f2c0952e-ef03-4304-8056-d84e15f5cef7" providerId="ADAL" clId="{E4DDD848-9BF3-4B32-A72E-01899E74668D}" dt="2023-11-30T05:05:36.441" v="4" actId="47"/>
        <pc:sldMkLst>
          <pc:docMk/>
          <pc:sldMk cId="0" sldId="383"/>
        </pc:sldMkLst>
      </pc:sldChg>
      <pc:sldChg chg="del">
        <pc:chgData name="MVGR" userId="f2c0952e-ef03-4304-8056-d84e15f5cef7" providerId="ADAL" clId="{E4DDD848-9BF3-4B32-A72E-01899E74668D}" dt="2023-11-30T05:05:36.619" v="5" actId="47"/>
        <pc:sldMkLst>
          <pc:docMk/>
          <pc:sldMk cId="1527496806" sldId="384"/>
        </pc:sldMkLst>
      </pc:sldChg>
      <pc:sldChg chg="del">
        <pc:chgData name="MVGR" userId="f2c0952e-ef03-4304-8056-d84e15f5cef7" providerId="ADAL" clId="{E4DDD848-9BF3-4B32-A72E-01899E74668D}" dt="2023-11-30T05:05:36.284" v="3" actId="47"/>
        <pc:sldMkLst>
          <pc:docMk/>
          <pc:sldMk cId="0" sldId="385"/>
        </pc:sldMkLst>
      </pc:sldChg>
      <pc:sldChg chg="del">
        <pc:chgData name="MVGR" userId="f2c0952e-ef03-4304-8056-d84e15f5cef7" providerId="ADAL" clId="{E4DDD848-9BF3-4B32-A72E-01899E74668D}" dt="2023-11-30T05:05:37.164" v="8" actId="47"/>
        <pc:sldMkLst>
          <pc:docMk/>
          <pc:sldMk cId="0" sldId="387"/>
        </pc:sldMkLst>
      </pc:sldChg>
      <pc:sldChg chg="del">
        <pc:chgData name="MVGR" userId="f2c0952e-ef03-4304-8056-d84e15f5cef7" providerId="ADAL" clId="{E4DDD848-9BF3-4B32-A72E-01899E74668D}" dt="2023-11-30T05:05:37.369" v="9" actId="47"/>
        <pc:sldMkLst>
          <pc:docMk/>
          <pc:sldMk cId="2832711863" sldId="388"/>
        </pc:sldMkLst>
      </pc:sldChg>
      <pc:sldChg chg="del">
        <pc:chgData name="MVGR" userId="f2c0952e-ef03-4304-8056-d84e15f5cef7" providerId="ADAL" clId="{E4DDD848-9BF3-4B32-A72E-01899E74668D}" dt="2023-11-30T05:05:38.254" v="13" actId="47"/>
        <pc:sldMkLst>
          <pc:docMk/>
          <pc:sldMk cId="0" sldId="389"/>
        </pc:sldMkLst>
      </pc:sldChg>
      <pc:sldChg chg="del">
        <pc:chgData name="MVGR" userId="f2c0952e-ef03-4304-8056-d84e15f5cef7" providerId="ADAL" clId="{E4DDD848-9BF3-4B32-A72E-01899E74668D}" dt="2023-11-30T05:05:37.558" v="10" actId="47"/>
        <pc:sldMkLst>
          <pc:docMk/>
          <pc:sldMk cId="0" sldId="390"/>
        </pc:sldMkLst>
      </pc:sldChg>
      <pc:sldChg chg="del">
        <pc:chgData name="MVGR" userId="f2c0952e-ef03-4304-8056-d84e15f5cef7" providerId="ADAL" clId="{E4DDD848-9BF3-4B32-A72E-01899E74668D}" dt="2023-11-30T05:05:38.510" v="14" actId="47"/>
        <pc:sldMkLst>
          <pc:docMk/>
          <pc:sldMk cId="0" sldId="392"/>
        </pc:sldMkLst>
      </pc:sldChg>
      <pc:sldChg chg="del">
        <pc:chgData name="MVGR" userId="f2c0952e-ef03-4304-8056-d84e15f5cef7" providerId="ADAL" clId="{E4DDD848-9BF3-4B32-A72E-01899E74668D}" dt="2023-11-30T05:05:35.909" v="1" actId="47"/>
        <pc:sldMkLst>
          <pc:docMk/>
          <pc:sldMk cId="0" sldId="395"/>
        </pc:sldMkLst>
      </pc:sldChg>
      <pc:sldChg chg="del">
        <pc:chgData name="MVGR" userId="f2c0952e-ef03-4304-8056-d84e15f5cef7" providerId="ADAL" clId="{E4DDD848-9BF3-4B32-A72E-01899E74668D}" dt="2023-11-30T05:05:38.748" v="15" actId="47"/>
        <pc:sldMkLst>
          <pc:docMk/>
          <pc:sldMk cId="2809874033" sldId="400"/>
        </pc:sldMkLst>
      </pc:sldChg>
      <pc:sldChg chg="del">
        <pc:chgData name="MVGR" userId="f2c0952e-ef03-4304-8056-d84e15f5cef7" providerId="ADAL" clId="{E4DDD848-9BF3-4B32-A72E-01899E74668D}" dt="2023-11-30T05:06:22.990" v="21" actId="47"/>
        <pc:sldMkLst>
          <pc:docMk/>
          <pc:sldMk cId="910520229" sldId="414"/>
        </pc:sldMkLst>
      </pc:sldChg>
      <pc:sldChg chg="del">
        <pc:chgData name="MVGR" userId="f2c0952e-ef03-4304-8056-d84e15f5cef7" providerId="ADAL" clId="{E4DDD848-9BF3-4B32-A72E-01899E74668D}" dt="2023-11-30T05:05:39.478" v="18" actId="47"/>
        <pc:sldMkLst>
          <pc:docMk/>
          <pc:sldMk cId="0" sldId="416"/>
        </pc:sldMkLst>
      </pc:sldChg>
      <pc:sldChg chg="del">
        <pc:chgData name="MVGR" userId="f2c0952e-ef03-4304-8056-d84e15f5cef7" providerId="ADAL" clId="{E4DDD848-9BF3-4B32-A72E-01899E74668D}" dt="2023-11-30T05:05:39.198" v="17" actId="47"/>
        <pc:sldMkLst>
          <pc:docMk/>
          <pc:sldMk cId="0" sldId="417"/>
        </pc:sldMkLst>
      </pc:sldChg>
      <pc:sldChg chg="del">
        <pc:chgData name="MVGR" userId="f2c0952e-ef03-4304-8056-d84e15f5cef7" providerId="ADAL" clId="{E4DDD848-9BF3-4B32-A72E-01899E74668D}" dt="2023-11-30T05:05:38.980" v="16" actId="47"/>
        <pc:sldMkLst>
          <pc:docMk/>
          <pc:sldMk cId="0" sldId="419"/>
        </pc:sldMkLst>
      </pc:sldChg>
      <pc:sldChg chg="del">
        <pc:chgData name="MVGR" userId="f2c0952e-ef03-4304-8056-d84e15f5cef7" providerId="ADAL" clId="{E4DDD848-9BF3-4B32-A72E-01899E74668D}" dt="2023-11-30T05:05:37.764" v="11" actId="47"/>
        <pc:sldMkLst>
          <pc:docMk/>
          <pc:sldMk cId="0" sldId="420"/>
        </pc:sldMkLst>
      </pc:sldChg>
      <pc:sldChg chg="del">
        <pc:chgData name="MVGR" userId="f2c0952e-ef03-4304-8056-d84e15f5cef7" providerId="ADAL" clId="{E4DDD848-9BF3-4B32-A72E-01899E74668D}" dt="2023-11-30T05:05:38.001" v="12" actId="47"/>
        <pc:sldMkLst>
          <pc:docMk/>
          <pc:sldMk cId="0" sldId="423"/>
        </pc:sldMkLst>
      </pc:sldChg>
      <pc:sldChg chg="del">
        <pc:chgData name="MVGR" userId="f2c0952e-ef03-4304-8056-d84e15f5cef7" providerId="ADAL" clId="{E4DDD848-9BF3-4B32-A72E-01899E74668D}" dt="2023-11-30T05:05:39.766" v="19" actId="47"/>
        <pc:sldMkLst>
          <pc:docMk/>
          <pc:sldMk cId="0" sldId="424"/>
        </pc:sldMkLst>
      </pc:sldChg>
      <pc:sldChg chg="del">
        <pc:chgData name="MVGR" userId="f2c0952e-ef03-4304-8056-d84e15f5cef7" providerId="ADAL" clId="{E4DDD848-9BF3-4B32-A72E-01899E74668D}" dt="2023-11-30T05:05:40.677" v="20" actId="47"/>
        <pc:sldMkLst>
          <pc:docMk/>
          <pc:sldMk cId="3735150934" sldId="433"/>
        </pc:sldMkLst>
      </pc:sldChg>
    </pc:docChg>
  </pc:docChgLst>
  <pc:docChgLst>
    <pc:chgData name="MVGR" userId="f2c0952e-ef03-4304-8056-d84e15f5cef7" providerId="ADAL" clId="{AED73D35-5D11-49F4-9636-DAE00C90C8A9}"/>
    <pc:docChg chg="undo custSel addSld delSld modSld">
      <pc:chgData name="MVGR" userId="f2c0952e-ef03-4304-8056-d84e15f5cef7" providerId="ADAL" clId="{AED73D35-5D11-49F4-9636-DAE00C90C8A9}" dt="2023-11-30T05:17:45.666" v="72" actId="47"/>
      <pc:docMkLst>
        <pc:docMk/>
      </pc:docMkLst>
      <pc:sldChg chg="del">
        <pc:chgData name="MVGR" userId="f2c0952e-ef03-4304-8056-d84e15f5cef7" providerId="ADAL" clId="{AED73D35-5D11-49F4-9636-DAE00C90C8A9}" dt="2023-11-30T05:16:27.703" v="68" actId="47"/>
        <pc:sldMkLst>
          <pc:docMk/>
          <pc:sldMk cId="3255831775" sldId="263"/>
        </pc:sldMkLst>
      </pc:sldChg>
      <pc:sldChg chg="add del">
        <pc:chgData name="MVGR" userId="f2c0952e-ef03-4304-8056-d84e15f5cef7" providerId="ADAL" clId="{AED73D35-5D11-49F4-9636-DAE00C90C8A9}" dt="2023-11-30T05:16:34.340" v="70" actId="47"/>
        <pc:sldMkLst>
          <pc:docMk/>
          <pc:sldMk cId="1985119699" sldId="265"/>
        </pc:sldMkLst>
      </pc:sldChg>
      <pc:sldChg chg="modSp del mod">
        <pc:chgData name="MVGR" userId="f2c0952e-ef03-4304-8056-d84e15f5cef7" providerId="ADAL" clId="{AED73D35-5D11-49F4-9636-DAE00C90C8A9}" dt="2023-11-30T05:12:22.574" v="61" actId="47"/>
        <pc:sldMkLst>
          <pc:docMk/>
          <pc:sldMk cId="77658415" sldId="295"/>
        </pc:sldMkLst>
        <pc:picChg chg="mod">
          <ac:chgData name="MVGR" userId="f2c0952e-ef03-4304-8056-d84e15f5cef7" providerId="ADAL" clId="{AED73D35-5D11-49F4-9636-DAE00C90C8A9}" dt="2023-11-30T05:12:03.265" v="60" actId="1076"/>
          <ac:picMkLst>
            <pc:docMk/>
            <pc:sldMk cId="77658415" sldId="295"/>
            <ac:picMk id="4" creationId="{00000000-0000-0000-0000-000000000000}"/>
          </ac:picMkLst>
        </pc:picChg>
      </pc:sldChg>
      <pc:sldChg chg="del">
        <pc:chgData name="MVGR" userId="f2c0952e-ef03-4304-8056-d84e15f5cef7" providerId="ADAL" clId="{AED73D35-5D11-49F4-9636-DAE00C90C8A9}" dt="2023-11-30T05:17:44.582" v="71" actId="47"/>
        <pc:sldMkLst>
          <pc:docMk/>
          <pc:sldMk cId="3670358276" sldId="300"/>
        </pc:sldMkLst>
      </pc:sldChg>
      <pc:sldChg chg="del">
        <pc:chgData name="MVGR" userId="f2c0952e-ef03-4304-8056-d84e15f5cef7" providerId="ADAL" clId="{AED73D35-5D11-49F4-9636-DAE00C90C8A9}" dt="2023-11-30T05:17:45.666" v="72" actId="47"/>
        <pc:sldMkLst>
          <pc:docMk/>
          <pc:sldMk cId="4179753649" sldId="301"/>
        </pc:sldMkLst>
      </pc:sldChg>
      <pc:sldChg chg="del">
        <pc:chgData name="MVGR" userId="f2c0952e-ef03-4304-8056-d84e15f5cef7" providerId="ADAL" clId="{AED73D35-5D11-49F4-9636-DAE00C90C8A9}" dt="2023-11-30T05:15:20.420" v="62" actId="47"/>
        <pc:sldMkLst>
          <pc:docMk/>
          <pc:sldMk cId="229231674" sldId="321"/>
        </pc:sldMkLst>
      </pc:sldChg>
      <pc:sldChg chg="del">
        <pc:chgData name="MVGR" userId="f2c0952e-ef03-4304-8056-d84e15f5cef7" providerId="ADAL" clId="{AED73D35-5D11-49F4-9636-DAE00C90C8A9}" dt="2023-11-30T05:16:13.704" v="64" actId="47"/>
        <pc:sldMkLst>
          <pc:docMk/>
          <pc:sldMk cId="3218787766" sldId="323"/>
        </pc:sldMkLst>
      </pc:sldChg>
      <pc:sldChg chg="del">
        <pc:chgData name="MVGR" userId="f2c0952e-ef03-4304-8056-d84e15f5cef7" providerId="ADAL" clId="{AED73D35-5D11-49F4-9636-DAE00C90C8A9}" dt="2023-11-30T05:16:16.759" v="65" actId="47"/>
        <pc:sldMkLst>
          <pc:docMk/>
          <pc:sldMk cId="2052622799" sldId="324"/>
        </pc:sldMkLst>
      </pc:sldChg>
      <pc:sldChg chg="modSp mod">
        <pc:chgData name="MVGR" userId="f2c0952e-ef03-4304-8056-d84e15f5cef7" providerId="ADAL" clId="{AED73D35-5D11-49F4-9636-DAE00C90C8A9}" dt="2023-11-30T05:08:49.675" v="32" actId="20577"/>
        <pc:sldMkLst>
          <pc:docMk/>
          <pc:sldMk cId="0" sldId="332"/>
        </pc:sldMkLst>
        <pc:spChg chg="mod">
          <ac:chgData name="MVGR" userId="f2c0952e-ef03-4304-8056-d84e15f5cef7" providerId="ADAL" clId="{AED73D35-5D11-49F4-9636-DAE00C90C8A9}" dt="2023-11-30T05:08:49.675" v="32" actId="20577"/>
          <ac:spMkLst>
            <pc:docMk/>
            <pc:sldMk cId="0" sldId="332"/>
            <ac:spMk id="5" creationId="{958D3960-278F-60DC-1BDE-D851D37FC194}"/>
          </ac:spMkLst>
        </pc:spChg>
      </pc:sldChg>
      <pc:sldChg chg="modSp del mod">
        <pc:chgData name="MVGR" userId="f2c0952e-ef03-4304-8056-d84e15f5cef7" providerId="ADAL" clId="{AED73D35-5D11-49F4-9636-DAE00C90C8A9}" dt="2023-11-30T05:15:30.831" v="63" actId="47"/>
        <pc:sldMkLst>
          <pc:docMk/>
          <pc:sldMk cId="3129309577" sldId="339"/>
        </pc:sldMkLst>
        <pc:spChg chg="mod">
          <ac:chgData name="MVGR" userId="f2c0952e-ef03-4304-8056-d84e15f5cef7" providerId="ADAL" clId="{AED73D35-5D11-49F4-9636-DAE00C90C8A9}" dt="2023-11-30T05:11:30.902" v="58" actId="207"/>
          <ac:spMkLst>
            <pc:docMk/>
            <pc:sldMk cId="3129309577" sldId="339"/>
            <ac:spMk id="2" creationId="{00000000-0000-0000-0000-000000000000}"/>
          </ac:spMkLst>
        </pc:spChg>
        <pc:spChg chg="mod">
          <ac:chgData name="MVGR" userId="f2c0952e-ef03-4304-8056-d84e15f5cef7" providerId="ADAL" clId="{AED73D35-5D11-49F4-9636-DAE00C90C8A9}" dt="2023-11-30T05:11:37.712" v="59" actId="2711"/>
          <ac:spMkLst>
            <pc:docMk/>
            <pc:sldMk cId="3129309577" sldId="339"/>
            <ac:spMk id="3" creationId="{00000000-0000-0000-0000-000000000000}"/>
          </ac:spMkLst>
        </pc:spChg>
      </pc:sldChg>
      <pc:sldChg chg="del">
        <pc:chgData name="MVGR" userId="f2c0952e-ef03-4304-8056-d84e15f5cef7" providerId="ADAL" clId="{AED73D35-5D11-49F4-9636-DAE00C90C8A9}" dt="2023-11-30T05:16:23.528" v="66" actId="47"/>
        <pc:sldMkLst>
          <pc:docMk/>
          <pc:sldMk cId="0" sldId="372"/>
        </pc:sldMkLst>
      </pc:sldChg>
      <pc:sldChg chg="del">
        <pc:chgData name="MVGR" userId="f2c0952e-ef03-4304-8056-d84e15f5cef7" providerId="ADAL" clId="{AED73D35-5D11-49F4-9636-DAE00C90C8A9}" dt="2023-11-30T05:09:00.585" v="43" actId="47"/>
        <pc:sldMkLst>
          <pc:docMk/>
          <pc:sldMk cId="4076518712" sldId="402"/>
        </pc:sldMkLst>
      </pc:sldChg>
      <pc:sldChg chg="del">
        <pc:chgData name="MVGR" userId="f2c0952e-ef03-4304-8056-d84e15f5cef7" providerId="ADAL" clId="{AED73D35-5D11-49F4-9636-DAE00C90C8A9}" dt="2023-11-30T05:09:00.332" v="42" actId="47"/>
        <pc:sldMkLst>
          <pc:docMk/>
          <pc:sldMk cId="3924704852" sldId="403"/>
        </pc:sldMkLst>
      </pc:sldChg>
      <pc:sldChg chg="del">
        <pc:chgData name="MVGR" userId="f2c0952e-ef03-4304-8056-d84e15f5cef7" providerId="ADAL" clId="{AED73D35-5D11-49F4-9636-DAE00C90C8A9}" dt="2023-11-30T05:09:00.081" v="41" actId="47"/>
        <pc:sldMkLst>
          <pc:docMk/>
          <pc:sldMk cId="652413029" sldId="404"/>
        </pc:sldMkLst>
      </pc:sldChg>
      <pc:sldChg chg="del">
        <pc:chgData name="MVGR" userId="f2c0952e-ef03-4304-8056-d84e15f5cef7" providerId="ADAL" clId="{AED73D35-5D11-49F4-9636-DAE00C90C8A9}" dt="2023-11-30T05:08:59.858" v="40" actId="47"/>
        <pc:sldMkLst>
          <pc:docMk/>
          <pc:sldMk cId="2003282423" sldId="405"/>
        </pc:sldMkLst>
      </pc:sldChg>
      <pc:sldChg chg="del">
        <pc:chgData name="MVGR" userId="f2c0952e-ef03-4304-8056-d84e15f5cef7" providerId="ADAL" clId="{AED73D35-5D11-49F4-9636-DAE00C90C8A9}" dt="2023-11-30T05:08:59.653" v="39" actId="47"/>
        <pc:sldMkLst>
          <pc:docMk/>
          <pc:sldMk cId="3278363132" sldId="406"/>
        </pc:sldMkLst>
      </pc:sldChg>
      <pc:sldChg chg="del">
        <pc:chgData name="MVGR" userId="f2c0952e-ef03-4304-8056-d84e15f5cef7" providerId="ADAL" clId="{AED73D35-5D11-49F4-9636-DAE00C90C8A9}" dt="2023-11-30T05:08:59.418" v="38" actId="47"/>
        <pc:sldMkLst>
          <pc:docMk/>
          <pc:sldMk cId="4013563190" sldId="407"/>
        </pc:sldMkLst>
      </pc:sldChg>
      <pc:sldChg chg="del">
        <pc:chgData name="MVGR" userId="f2c0952e-ef03-4304-8056-d84e15f5cef7" providerId="ADAL" clId="{AED73D35-5D11-49F4-9636-DAE00C90C8A9}" dt="2023-11-30T05:08:58.776" v="35" actId="47"/>
        <pc:sldMkLst>
          <pc:docMk/>
          <pc:sldMk cId="2805654647" sldId="408"/>
        </pc:sldMkLst>
      </pc:sldChg>
      <pc:sldChg chg="del">
        <pc:chgData name="MVGR" userId="f2c0952e-ef03-4304-8056-d84e15f5cef7" providerId="ADAL" clId="{AED73D35-5D11-49F4-9636-DAE00C90C8A9}" dt="2023-11-30T05:08:58.997" v="36" actId="47"/>
        <pc:sldMkLst>
          <pc:docMk/>
          <pc:sldMk cId="358211824" sldId="409"/>
        </pc:sldMkLst>
      </pc:sldChg>
      <pc:sldChg chg="del">
        <pc:chgData name="MVGR" userId="f2c0952e-ef03-4304-8056-d84e15f5cef7" providerId="ADAL" clId="{AED73D35-5D11-49F4-9636-DAE00C90C8A9}" dt="2023-11-30T05:08:58.589" v="34" actId="47"/>
        <pc:sldMkLst>
          <pc:docMk/>
          <pc:sldMk cId="2053081550" sldId="410"/>
        </pc:sldMkLst>
      </pc:sldChg>
      <pc:sldChg chg="del">
        <pc:chgData name="MVGR" userId="f2c0952e-ef03-4304-8056-d84e15f5cef7" providerId="ADAL" clId="{AED73D35-5D11-49F4-9636-DAE00C90C8A9}" dt="2023-11-30T05:08:58.377" v="33" actId="47"/>
        <pc:sldMkLst>
          <pc:docMk/>
          <pc:sldMk cId="1046856004" sldId="412"/>
        </pc:sldMkLst>
      </pc:sldChg>
      <pc:sldChg chg="del">
        <pc:chgData name="MVGR" userId="f2c0952e-ef03-4304-8056-d84e15f5cef7" providerId="ADAL" clId="{AED73D35-5D11-49F4-9636-DAE00C90C8A9}" dt="2023-11-30T05:08:59.212" v="37" actId="47"/>
        <pc:sldMkLst>
          <pc:docMk/>
          <pc:sldMk cId="4165396155" sldId="413"/>
        </pc:sldMkLst>
      </pc:sldChg>
      <pc:sldChg chg="del">
        <pc:chgData name="MVGR" userId="f2c0952e-ef03-4304-8056-d84e15f5cef7" providerId="ADAL" clId="{AED73D35-5D11-49F4-9636-DAE00C90C8A9}" dt="2023-11-30T05:16:26.401" v="67" actId="47"/>
        <pc:sldMkLst>
          <pc:docMk/>
          <pc:sldMk cId="696729061" sldId="429"/>
        </pc:sldMkLst>
      </pc:sldChg>
    </pc:docChg>
  </pc:docChgLst>
  <pc:docChgLst>
    <pc:chgData name="MVGR" userId="f2c0952e-ef03-4304-8056-d84e15f5cef7" providerId="ADAL" clId="{C25E1DC8-A601-40AC-ACC5-1C017B431D19}"/>
    <pc:docChg chg="custSel addSld delSld modSld">
      <pc:chgData name="MVGR" userId="f2c0952e-ef03-4304-8056-d84e15f5cef7" providerId="ADAL" clId="{C25E1DC8-A601-40AC-ACC5-1C017B431D19}" dt="2023-11-30T04:40:27.937" v="44" actId="478"/>
      <pc:docMkLst>
        <pc:docMk/>
      </pc:docMkLst>
      <pc:sldChg chg="del">
        <pc:chgData name="MVGR" userId="f2c0952e-ef03-4304-8056-d84e15f5cef7" providerId="ADAL" clId="{C25E1DC8-A601-40AC-ACC5-1C017B431D19}" dt="2023-11-30T04:39:51.394" v="29" actId="47"/>
        <pc:sldMkLst>
          <pc:docMk/>
          <pc:sldMk cId="0" sldId="264"/>
        </pc:sldMkLst>
      </pc:sldChg>
      <pc:sldChg chg="addSp delSp modSp mod">
        <pc:chgData name="MVGR" userId="f2c0952e-ef03-4304-8056-d84e15f5cef7" providerId="ADAL" clId="{C25E1DC8-A601-40AC-ACC5-1C017B431D19}" dt="2023-11-30T04:39:28.889" v="24" actId="1076"/>
        <pc:sldMkLst>
          <pc:docMk/>
          <pc:sldMk cId="0" sldId="332"/>
        </pc:sldMkLst>
        <pc:spChg chg="mod">
          <ac:chgData name="MVGR" userId="f2c0952e-ef03-4304-8056-d84e15f5cef7" providerId="ADAL" clId="{C25E1DC8-A601-40AC-ACC5-1C017B431D19}" dt="2023-11-30T04:39:07.993" v="22" actId="1076"/>
          <ac:spMkLst>
            <pc:docMk/>
            <pc:sldMk cId="0" sldId="332"/>
            <ac:spMk id="3" creationId="{2A7C63F9-A35B-8620-AFB6-E436A472F157}"/>
          </ac:spMkLst>
        </pc:spChg>
        <pc:spChg chg="add del mod">
          <ac:chgData name="MVGR" userId="f2c0952e-ef03-4304-8056-d84e15f5cef7" providerId="ADAL" clId="{C25E1DC8-A601-40AC-ACC5-1C017B431D19}" dt="2023-11-30T04:39:05.218" v="21" actId="478"/>
          <ac:spMkLst>
            <pc:docMk/>
            <pc:sldMk cId="0" sldId="332"/>
            <ac:spMk id="4" creationId="{910E7F88-A220-97EE-4BB0-1227D5D7990E}"/>
          </ac:spMkLst>
        </pc:spChg>
        <pc:spChg chg="add mod">
          <ac:chgData name="MVGR" userId="f2c0952e-ef03-4304-8056-d84e15f5cef7" providerId="ADAL" clId="{C25E1DC8-A601-40AC-ACC5-1C017B431D19}" dt="2023-11-30T04:39:28.889" v="24" actId="1076"/>
          <ac:spMkLst>
            <pc:docMk/>
            <pc:sldMk cId="0" sldId="332"/>
            <ac:spMk id="5" creationId="{958D3960-278F-60DC-1BDE-D851D37FC194}"/>
          </ac:spMkLst>
        </pc:spChg>
        <pc:spChg chg="del">
          <ac:chgData name="MVGR" userId="f2c0952e-ef03-4304-8056-d84e15f5cef7" providerId="ADAL" clId="{C25E1DC8-A601-40AC-ACC5-1C017B431D19}" dt="2023-11-30T04:39:02.399" v="20" actId="478"/>
          <ac:spMkLst>
            <pc:docMk/>
            <pc:sldMk cId="0" sldId="332"/>
            <ac:spMk id="28675" creationId="{EDF6C24C-65E2-6E02-A461-E248FDD063C5}"/>
          </ac:spMkLst>
        </pc:spChg>
        <pc:spChg chg="del mod">
          <ac:chgData name="MVGR" userId="f2c0952e-ef03-4304-8056-d84e15f5cef7" providerId="ADAL" clId="{C25E1DC8-A601-40AC-ACC5-1C017B431D19}" dt="2023-11-30T04:38:59.494" v="19" actId="478"/>
          <ac:spMkLst>
            <pc:docMk/>
            <pc:sldMk cId="0" sldId="332"/>
            <ac:spMk id="28676" creationId="{A12F97AF-3BC9-6EED-E58E-57C094F9B02A}"/>
          </ac:spMkLst>
        </pc:spChg>
      </pc:sldChg>
      <pc:sldChg chg="del">
        <pc:chgData name="MVGR" userId="f2c0952e-ef03-4304-8056-d84e15f5cef7" providerId="ADAL" clId="{C25E1DC8-A601-40AC-ACC5-1C017B431D19}" dt="2023-11-30T04:39:52.551" v="35" actId="47"/>
        <pc:sldMkLst>
          <pc:docMk/>
          <pc:sldMk cId="0" sldId="356"/>
        </pc:sldMkLst>
      </pc:sldChg>
      <pc:sldChg chg="del">
        <pc:chgData name="MVGR" userId="f2c0952e-ef03-4304-8056-d84e15f5cef7" providerId="ADAL" clId="{C25E1DC8-A601-40AC-ACC5-1C017B431D19}" dt="2023-11-30T04:39:52.807" v="36" actId="47"/>
        <pc:sldMkLst>
          <pc:docMk/>
          <pc:sldMk cId="0" sldId="357"/>
        </pc:sldMkLst>
      </pc:sldChg>
      <pc:sldChg chg="del">
        <pc:chgData name="MVGR" userId="f2c0952e-ef03-4304-8056-d84e15f5cef7" providerId="ADAL" clId="{C25E1DC8-A601-40AC-ACC5-1C017B431D19}" dt="2023-11-30T04:39:52.967" v="37" actId="47"/>
        <pc:sldMkLst>
          <pc:docMk/>
          <pc:sldMk cId="0" sldId="358"/>
        </pc:sldMkLst>
      </pc:sldChg>
      <pc:sldChg chg="del">
        <pc:chgData name="MVGR" userId="f2c0952e-ef03-4304-8056-d84e15f5cef7" providerId="ADAL" clId="{C25E1DC8-A601-40AC-ACC5-1C017B431D19}" dt="2023-11-30T04:39:53.280" v="38" actId="47"/>
        <pc:sldMkLst>
          <pc:docMk/>
          <pc:sldMk cId="0" sldId="359"/>
        </pc:sldMkLst>
      </pc:sldChg>
      <pc:sldChg chg="modSp add del mod">
        <pc:chgData name="MVGR" userId="f2c0952e-ef03-4304-8056-d84e15f5cef7" providerId="ADAL" clId="{C25E1DC8-A601-40AC-ACC5-1C017B431D19}" dt="2023-11-30T04:39:58.083" v="41" actId="27636"/>
        <pc:sldMkLst>
          <pc:docMk/>
          <pc:sldMk cId="1829920527" sldId="399"/>
        </pc:sldMkLst>
        <pc:spChg chg="mod">
          <ac:chgData name="MVGR" userId="f2c0952e-ef03-4304-8056-d84e15f5cef7" providerId="ADAL" clId="{C25E1DC8-A601-40AC-ACC5-1C017B431D19}" dt="2023-11-30T04:39:58.083" v="41" actId="27636"/>
          <ac:spMkLst>
            <pc:docMk/>
            <pc:sldMk cId="1829920527" sldId="399"/>
            <ac:spMk id="9218" creationId="{4FBEE1B1-9443-046E-E859-2A3276A14D2D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809874033" sldId="400"/>
        </pc:sldMkLst>
      </pc:sldChg>
      <pc:sldChg chg="del">
        <pc:chgData name="MVGR" userId="f2c0952e-ef03-4304-8056-d84e15f5cef7" providerId="ADAL" clId="{C25E1DC8-A601-40AC-ACC5-1C017B431D19}" dt="2023-11-30T04:39:51.737" v="31" actId="47"/>
        <pc:sldMkLst>
          <pc:docMk/>
          <pc:sldMk cId="3924704852" sldId="403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652413029" sldId="40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003282423" sldId="405"/>
        </pc:sldMkLst>
      </pc:sldChg>
      <pc:sldChg chg="modSp add mod">
        <pc:chgData name="MVGR" userId="f2c0952e-ef03-4304-8056-d84e15f5cef7" providerId="ADAL" clId="{C25E1DC8-A601-40AC-ACC5-1C017B431D19}" dt="2023-11-30T04:39:58.095" v="42" actId="27636"/>
        <pc:sldMkLst>
          <pc:docMk/>
          <pc:sldMk cId="3278363132" sldId="406"/>
        </pc:sldMkLst>
        <pc:spChg chg="mod">
          <ac:chgData name="MVGR" userId="f2c0952e-ef03-4304-8056-d84e15f5cef7" providerId="ADAL" clId="{C25E1DC8-A601-40AC-ACC5-1C017B431D19}" dt="2023-11-30T04:39:58.095" v="42" actId="27636"/>
          <ac:spMkLst>
            <pc:docMk/>
            <pc:sldMk cId="3278363132" sldId="406"/>
            <ac:spMk id="27650" creationId="{F1B0FCE7-3074-DAA9-BA7B-821A8FFC2F8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805654647" sldId="40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8"/>
        </pc:sldMkLst>
      </pc:sldChg>
      <pc:sldChg chg="del">
        <pc:chgData name="MVGR" userId="f2c0952e-ef03-4304-8056-d84e15f5cef7" providerId="ADAL" clId="{C25E1DC8-A601-40AC-ACC5-1C017B431D19}" dt="2023-11-30T04:39:51.036" v="27" actId="47"/>
        <pc:sldMkLst>
          <pc:docMk/>
          <pc:sldMk cId="0" sldId="42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1"/>
        </pc:sldMkLst>
      </pc:sldChg>
      <pc:sldChg chg="modSp add mod">
        <pc:chgData name="MVGR" userId="f2c0952e-ef03-4304-8056-d84e15f5cef7" providerId="ADAL" clId="{C25E1DC8-A601-40AC-ACC5-1C017B431D19}" dt="2023-11-30T04:40:21.616" v="43" actId="1076"/>
        <pc:sldMkLst>
          <pc:docMk/>
          <pc:sldMk cId="0" sldId="423"/>
        </pc:sldMkLst>
        <pc:spChg chg="mod">
          <ac:chgData name="MVGR" userId="f2c0952e-ef03-4304-8056-d84e15f5cef7" providerId="ADAL" clId="{C25E1DC8-A601-40AC-ACC5-1C017B431D19}" dt="2023-11-30T04:40:21.616" v="43" actId="1076"/>
          <ac:spMkLst>
            <pc:docMk/>
            <pc:sldMk cId="0" sldId="423"/>
            <ac:spMk id="5123" creationId="{7D9AC848-E9F2-610F-F8EF-71A1941E4DB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128667687" sldId="42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1657971954" sldId="43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302029068" sldId="43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3087074090" sldId="432"/>
        </pc:sldMkLst>
      </pc:sldChg>
      <pc:sldChg chg="delSp add mod">
        <pc:chgData name="MVGR" userId="f2c0952e-ef03-4304-8056-d84e15f5cef7" providerId="ADAL" clId="{C25E1DC8-A601-40AC-ACC5-1C017B431D19}" dt="2023-11-30T04:40:27.937" v="44" actId="478"/>
        <pc:sldMkLst>
          <pc:docMk/>
          <pc:sldMk cId="3735150934" sldId="433"/>
        </pc:sldMkLst>
        <pc:spChg chg="del">
          <ac:chgData name="MVGR" userId="f2c0952e-ef03-4304-8056-d84e15f5cef7" providerId="ADAL" clId="{C25E1DC8-A601-40AC-ACC5-1C017B431D19}" dt="2023-11-30T04:40:27.937" v="44" actId="478"/>
          <ac:spMkLst>
            <pc:docMk/>
            <pc:sldMk cId="3735150934" sldId="433"/>
            <ac:spMk id="7170" creationId="{0459FD30-B188-C0CC-A57C-24D59A8DA94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3208834539" sldId="43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198748095" sldId="43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1242481943" sldId="43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1761805201" sldId="43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00738375" sldId="440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690335408" sldId="44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584179347" sldId="442"/>
        </pc:sldMkLst>
      </pc:sldChg>
      <pc:sldChg chg="del">
        <pc:chgData name="MVGR" userId="f2c0952e-ef03-4304-8056-d84e15f5cef7" providerId="ADAL" clId="{C25E1DC8-A601-40AC-ACC5-1C017B431D19}" dt="2023-11-30T04:39:51.947" v="32" actId="47"/>
        <pc:sldMkLst>
          <pc:docMk/>
          <pc:sldMk cId="3454534067" sldId="442"/>
        </pc:sldMkLst>
      </pc:sldChg>
      <pc:sldChg chg="del">
        <pc:chgData name="MVGR" userId="f2c0952e-ef03-4304-8056-d84e15f5cef7" providerId="ADAL" clId="{C25E1DC8-A601-40AC-ACC5-1C017B431D19}" dt="2023-11-30T04:39:51.217" v="28" actId="47"/>
        <pc:sldMkLst>
          <pc:docMk/>
          <pc:sldMk cId="964175867" sldId="443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1877274866" sldId="443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577035352" sldId="444"/>
        </pc:sldMkLst>
      </pc:sldChg>
      <pc:sldChg chg="del">
        <pc:chgData name="MVGR" userId="f2c0952e-ef03-4304-8056-d84e15f5cef7" providerId="ADAL" clId="{C25E1DC8-A601-40AC-ACC5-1C017B431D19}" dt="2023-11-30T04:39:51.560" v="30" actId="47"/>
        <pc:sldMkLst>
          <pc:docMk/>
          <pc:sldMk cId="898281547" sldId="44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870361083" sldId="445"/>
        </pc:sldMkLst>
      </pc:sldChg>
      <pc:sldChg chg="del">
        <pc:chgData name="MVGR" userId="f2c0952e-ef03-4304-8056-d84e15f5cef7" providerId="ADAL" clId="{C25E1DC8-A601-40AC-ACC5-1C017B431D19}" dt="2023-11-30T04:39:52.348" v="34" actId="47"/>
        <pc:sldMkLst>
          <pc:docMk/>
          <pc:sldMk cId="2593004543" sldId="445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11514789" sldId="446"/>
        </pc:sldMkLst>
      </pc:sldChg>
      <pc:sldChg chg="del">
        <pc:chgData name="MVGR" userId="f2c0952e-ef03-4304-8056-d84e15f5cef7" providerId="ADAL" clId="{C25E1DC8-A601-40AC-ACC5-1C017B431D19}" dt="2023-11-30T04:39:52.140" v="33" actId="47"/>
        <pc:sldMkLst>
          <pc:docMk/>
          <pc:sldMk cId="3447073771" sldId="44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3712537137" sldId="44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3318402442" sldId="44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3262929594" sldId="449"/>
        </pc:sldMkLst>
      </pc:sldChg>
    </pc:docChg>
  </pc:docChgLst>
  <pc:docChgLst>
    <pc:chgData name="MVGR" userId="f2c0952e-ef03-4304-8056-d84e15f5cef7" providerId="ADAL" clId="{4FC3D46A-FF2E-42AC-89B8-02A9E330841D}"/>
    <pc:docChg chg="delSld modSld">
      <pc:chgData name="MVGR" userId="f2c0952e-ef03-4304-8056-d84e15f5cef7" providerId="ADAL" clId="{4FC3D46A-FF2E-42AC-89B8-02A9E330841D}" dt="2023-11-30T04:48:17.720" v="86" actId="1076"/>
      <pc:docMkLst>
        <pc:docMk/>
      </pc:docMkLst>
      <pc:sldChg chg="addSp modSp mod">
        <pc:chgData name="MVGR" userId="f2c0952e-ef03-4304-8056-d84e15f5cef7" providerId="ADAL" clId="{4FC3D46A-FF2E-42AC-89B8-02A9E330841D}" dt="2023-11-30T04:47:15.519" v="51" actId="207"/>
        <pc:sldMkLst>
          <pc:docMk/>
          <pc:sldMk cId="0" sldId="332"/>
        </pc:sldMkLst>
        <pc:spChg chg="add mod">
          <ac:chgData name="MVGR" userId="f2c0952e-ef03-4304-8056-d84e15f5cef7" providerId="ADAL" clId="{4FC3D46A-FF2E-42AC-89B8-02A9E330841D}" dt="2023-11-30T04:47:15.519" v="51" actId="207"/>
          <ac:spMkLst>
            <pc:docMk/>
            <pc:sldMk cId="0" sldId="332"/>
            <ac:spMk id="2" creationId="{6961DA53-72B2-3DE0-D936-373617E33241}"/>
          </ac:spMkLst>
        </pc:spChg>
        <pc:spChg chg="mod">
          <ac:chgData name="MVGR" userId="f2c0952e-ef03-4304-8056-d84e15f5cef7" providerId="ADAL" clId="{4FC3D46A-FF2E-42AC-89B8-02A9E330841D}" dt="2023-11-30T04:46:48.536" v="37" actId="1076"/>
          <ac:spMkLst>
            <pc:docMk/>
            <pc:sldMk cId="0" sldId="332"/>
            <ac:spMk id="3" creationId="{2A7C63F9-A35B-8620-AFB6-E436A472F157}"/>
          </ac:spMkLst>
        </pc:spChg>
        <pc:spChg chg="mod">
          <ac:chgData name="MVGR" userId="f2c0952e-ef03-4304-8056-d84e15f5cef7" providerId="ADAL" clId="{4FC3D46A-FF2E-42AC-89B8-02A9E330841D}" dt="2023-11-30T04:46:52.834" v="38" actId="1076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4FC3D46A-FF2E-42AC-89B8-02A9E330841D}" dt="2023-11-30T04:47:27.114" v="56" actId="47"/>
        <pc:sldMkLst>
          <pc:docMk/>
          <pc:sldMk cId="1829920527" sldId="399"/>
        </pc:sldMkLst>
      </pc:sldChg>
      <pc:sldChg chg="del">
        <pc:chgData name="MVGR" userId="f2c0952e-ef03-4304-8056-d84e15f5cef7" providerId="ADAL" clId="{4FC3D46A-FF2E-42AC-89B8-02A9E330841D}" dt="2023-11-30T04:47:32.160" v="75" actId="47"/>
        <pc:sldMkLst>
          <pc:docMk/>
          <pc:sldMk cId="2809874033" sldId="400"/>
        </pc:sldMkLst>
      </pc:sldChg>
      <pc:sldChg chg="del">
        <pc:chgData name="MVGR" userId="f2c0952e-ef03-4304-8056-d84e15f5cef7" providerId="ADAL" clId="{4FC3D46A-FF2E-42AC-89B8-02A9E330841D}" dt="2023-11-30T04:47:33.335" v="78" actId="47"/>
        <pc:sldMkLst>
          <pc:docMk/>
          <pc:sldMk cId="652413029" sldId="404"/>
        </pc:sldMkLst>
      </pc:sldChg>
      <pc:sldChg chg="del">
        <pc:chgData name="MVGR" userId="f2c0952e-ef03-4304-8056-d84e15f5cef7" providerId="ADAL" clId="{4FC3D46A-FF2E-42AC-89B8-02A9E330841D}" dt="2023-11-30T04:47:34.715" v="81" actId="47"/>
        <pc:sldMkLst>
          <pc:docMk/>
          <pc:sldMk cId="2003282423" sldId="405"/>
        </pc:sldMkLst>
      </pc:sldChg>
      <pc:sldChg chg="del">
        <pc:chgData name="MVGR" userId="f2c0952e-ef03-4304-8056-d84e15f5cef7" providerId="ADAL" clId="{4FC3D46A-FF2E-42AC-89B8-02A9E330841D}" dt="2023-11-30T04:47:31.545" v="73" actId="47"/>
        <pc:sldMkLst>
          <pc:docMk/>
          <pc:sldMk cId="3278363132" sldId="406"/>
        </pc:sldMkLst>
      </pc:sldChg>
      <pc:sldChg chg="del">
        <pc:chgData name="MVGR" userId="f2c0952e-ef03-4304-8056-d84e15f5cef7" providerId="ADAL" clId="{4FC3D46A-FF2E-42AC-89B8-02A9E330841D}" dt="2023-11-30T04:47:32.571" v="76" actId="47"/>
        <pc:sldMkLst>
          <pc:docMk/>
          <pc:sldMk cId="2805654647" sldId="408"/>
        </pc:sldMkLst>
      </pc:sldChg>
      <pc:sldChg chg="del">
        <pc:chgData name="MVGR" userId="f2c0952e-ef03-4304-8056-d84e15f5cef7" providerId="ADAL" clId="{4FC3D46A-FF2E-42AC-89B8-02A9E330841D}" dt="2023-11-30T04:47:28.640" v="62" actId="47"/>
        <pc:sldMkLst>
          <pc:docMk/>
          <pc:sldMk cId="0" sldId="417"/>
        </pc:sldMkLst>
      </pc:sldChg>
      <pc:sldChg chg="del">
        <pc:chgData name="MVGR" userId="f2c0952e-ef03-4304-8056-d84e15f5cef7" providerId="ADAL" clId="{4FC3D46A-FF2E-42AC-89B8-02A9E330841D}" dt="2023-11-30T04:47:28.106" v="60" actId="47"/>
        <pc:sldMkLst>
          <pc:docMk/>
          <pc:sldMk cId="0" sldId="418"/>
        </pc:sldMkLst>
      </pc:sldChg>
      <pc:sldChg chg="del">
        <pc:chgData name="MVGR" userId="f2c0952e-ef03-4304-8056-d84e15f5cef7" providerId="ADAL" clId="{4FC3D46A-FF2E-42AC-89B8-02A9E330841D}" dt="2023-11-30T04:47:36.121" v="83" actId="47"/>
        <pc:sldMkLst>
          <pc:docMk/>
          <pc:sldMk cId="0" sldId="421"/>
        </pc:sldMkLst>
      </pc:sldChg>
      <pc:sldChg chg="del">
        <pc:chgData name="MVGR" userId="f2c0952e-ef03-4304-8056-d84e15f5cef7" providerId="ADAL" clId="{4FC3D46A-FF2E-42AC-89B8-02A9E330841D}" dt="2023-11-30T04:47:26.349" v="52" actId="47"/>
        <pc:sldMkLst>
          <pc:docMk/>
          <pc:sldMk cId="0" sldId="423"/>
        </pc:sldMkLst>
      </pc:sldChg>
      <pc:sldChg chg="del">
        <pc:chgData name="MVGR" userId="f2c0952e-ef03-4304-8056-d84e15f5cef7" providerId="ADAL" clId="{4FC3D46A-FF2E-42AC-89B8-02A9E330841D}" dt="2023-11-30T04:47:26.539" v="53" actId="47"/>
        <pc:sldMkLst>
          <pc:docMk/>
          <pc:sldMk cId="0" sldId="424"/>
        </pc:sldMkLst>
      </pc:sldChg>
      <pc:sldChg chg="del">
        <pc:chgData name="MVGR" userId="f2c0952e-ef03-4304-8056-d84e15f5cef7" providerId="ADAL" clId="{4FC3D46A-FF2E-42AC-89B8-02A9E330841D}" dt="2023-11-30T04:47:27.302" v="57" actId="47"/>
        <pc:sldMkLst>
          <pc:docMk/>
          <pc:sldMk cId="0" sldId="427"/>
        </pc:sldMkLst>
      </pc:sldChg>
      <pc:sldChg chg="modSp del mod">
        <pc:chgData name="MVGR" userId="f2c0952e-ef03-4304-8056-d84e15f5cef7" providerId="ADAL" clId="{4FC3D46A-FF2E-42AC-89B8-02A9E330841D}" dt="2023-11-30T04:48:17.720" v="86" actId="1076"/>
        <pc:sldMkLst>
          <pc:docMk/>
          <pc:sldMk cId="0" sldId="428"/>
        </pc:sldMkLst>
        <pc:spChg chg="mod">
          <ac:chgData name="MVGR" userId="f2c0952e-ef03-4304-8056-d84e15f5cef7" providerId="ADAL" clId="{4FC3D46A-FF2E-42AC-89B8-02A9E330841D}" dt="2023-11-30T04:48:17.720" v="86" actId="1076"/>
          <ac:spMkLst>
            <pc:docMk/>
            <pc:sldMk cId="0" sldId="428"/>
            <ac:spMk id="35842" creationId="{C99DF3D8-B10E-8B96-F70D-4D036378D795}"/>
          </ac:spMkLst>
        </pc:spChg>
      </pc:sldChg>
      <pc:sldChg chg="del">
        <pc:chgData name="MVGR" userId="f2c0952e-ef03-4304-8056-d84e15f5cef7" providerId="ADAL" clId="{4FC3D46A-FF2E-42AC-89B8-02A9E330841D}" dt="2023-11-30T04:47:28.382" v="61" actId="47"/>
        <pc:sldMkLst>
          <pc:docMk/>
          <pc:sldMk cId="128667687" sldId="429"/>
        </pc:sldMkLst>
      </pc:sldChg>
      <pc:sldChg chg="del">
        <pc:chgData name="MVGR" userId="f2c0952e-ef03-4304-8056-d84e15f5cef7" providerId="ADAL" clId="{4FC3D46A-FF2E-42AC-89B8-02A9E330841D}" dt="2023-11-30T04:47:27.576" v="58" actId="47"/>
        <pc:sldMkLst>
          <pc:docMk/>
          <pc:sldMk cId="1657971954" sldId="430"/>
        </pc:sldMkLst>
      </pc:sldChg>
      <pc:sldChg chg="del">
        <pc:chgData name="MVGR" userId="f2c0952e-ef03-4304-8056-d84e15f5cef7" providerId="ADAL" clId="{4FC3D46A-FF2E-42AC-89B8-02A9E330841D}" dt="2023-11-30T04:47:29.101" v="64" actId="47"/>
        <pc:sldMkLst>
          <pc:docMk/>
          <pc:sldMk cId="302029068" sldId="431"/>
        </pc:sldMkLst>
      </pc:sldChg>
      <pc:sldChg chg="del">
        <pc:chgData name="MVGR" userId="f2c0952e-ef03-4304-8056-d84e15f5cef7" providerId="ADAL" clId="{4FC3D46A-FF2E-42AC-89B8-02A9E330841D}" dt="2023-11-30T04:47:31.241" v="72" actId="47"/>
        <pc:sldMkLst>
          <pc:docMk/>
          <pc:sldMk cId="3087074090" sldId="432"/>
        </pc:sldMkLst>
      </pc:sldChg>
      <pc:sldChg chg="del">
        <pc:chgData name="MVGR" userId="f2c0952e-ef03-4304-8056-d84e15f5cef7" providerId="ADAL" clId="{4FC3D46A-FF2E-42AC-89B8-02A9E330841D}" dt="2023-11-30T04:47:26.751" v="54" actId="47"/>
        <pc:sldMkLst>
          <pc:docMk/>
          <pc:sldMk cId="3735150934" sldId="433"/>
        </pc:sldMkLst>
      </pc:sldChg>
      <pc:sldChg chg="del">
        <pc:chgData name="MVGR" userId="f2c0952e-ef03-4304-8056-d84e15f5cef7" providerId="ADAL" clId="{4FC3D46A-FF2E-42AC-89B8-02A9E330841D}" dt="2023-11-30T04:47:31.814" v="74" actId="47"/>
        <pc:sldMkLst>
          <pc:docMk/>
          <pc:sldMk cId="3208834539" sldId="436"/>
        </pc:sldMkLst>
      </pc:sldChg>
      <pc:sldChg chg="del">
        <pc:chgData name="MVGR" userId="f2c0952e-ef03-4304-8056-d84e15f5cef7" providerId="ADAL" clId="{4FC3D46A-FF2E-42AC-89B8-02A9E330841D}" dt="2023-11-30T04:47:32.974" v="77" actId="47"/>
        <pc:sldMkLst>
          <pc:docMk/>
          <pc:sldMk cId="2198748095" sldId="437"/>
        </pc:sldMkLst>
      </pc:sldChg>
      <pc:sldChg chg="del">
        <pc:chgData name="MVGR" userId="f2c0952e-ef03-4304-8056-d84e15f5cef7" providerId="ADAL" clId="{4FC3D46A-FF2E-42AC-89B8-02A9E330841D}" dt="2023-11-30T04:47:33.767" v="79" actId="47"/>
        <pc:sldMkLst>
          <pc:docMk/>
          <pc:sldMk cId="1242481943" sldId="438"/>
        </pc:sldMkLst>
      </pc:sldChg>
      <pc:sldChg chg="del">
        <pc:chgData name="MVGR" userId="f2c0952e-ef03-4304-8056-d84e15f5cef7" providerId="ADAL" clId="{4FC3D46A-FF2E-42AC-89B8-02A9E330841D}" dt="2023-11-30T04:47:34.121" v="80" actId="47"/>
        <pc:sldMkLst>
          <pc:docMk/>
          <pc:sldMk cId="1761805201" sldId="439"/>
        </pc:sldMkLst>
      </pc:sldChg>
      <pc:sldChg chg="del">
        <pc:chgData name="MVGR" userId="f2c0952e-ef03-4304-8056-d84e15f5cef7" providerId="ADAL" clId="{4FC3D46A-FF2E-42AC-89B8-02A9E330841D}" dt="2023-11-30T04:47:35.227" v="82" actId="47"/>
        <pc:sldMkLst>
          <pc:docMk/>
          <pc:sldMk cId="200738375" sldId="440"/>
        </pc:sldMkLst>
      </pc:sldChg>
      <pc:sldChg chg="del">
        <pc:chgData name="MVGR" userId="f2c0952e-ef03-4304-8056-d84e15f5cef7" providerId="ADAL" clId="{4FC3D46A-FF2E-42AC-89B8-02A9E330841D}" dt="2023-11-30T04:47:26.922" v="55" actId="47"/>
        <pc:sldMkLst>
          <pc:docMk/>
          <pc:sldMk cId="690335408" sldId="441"/>
        </pc:sldMkLst>
      </pc:sldChg>
      <pc:sldChg chg="del">
        <pc:chgData name="MVGR" userId="f2c0952e-ef03-4304-8056-d84e15f5cef7" providerId="ADAL" clId="{4FC3D46A-FF2E-42AC-89B8-02A9E330841D}" dt="2023-11-30T04:47:28.874" v="63" actId="47"/>
        <pc:sldMkLst>
          <pc:docMk/>
          <pc:sldMk cId="584179347" sldId="442"/>
        </pc:sldMkLst>
      </pc:sldChg>
      <pc:sldChg chg="del">
        <pc:chgData name="MVGR" userId="f2c0952e-ef03-4304-8056-d84e15f5cef7" providerId="ADAL" clId="{4FC3D46A-FF2E-42AC-89B8-02A9E330841D}" dt="2023-11-30T04:47:29.306" v="65" actId="47"/>
        <pc:sldMkLst>
          <pc:docMk/>
          <pc:sldMk cId="1877274866" sldId="443"/>
        </pc:sldMkLst>
      </pc:sldChg>
      <pc:sldChg chg="del">
        <pc:chgData name="MVGR" userId="f2c0952e-ef03-4304-8056-d84e15f5cef7" providerId="ADAL" clId="{4FC3D46A-FF2E-42AC-89B8-02A9E330841D}" dt="2023-11-30T04:47:29.494" v="66" actId="47"/>
        <pc:sldMkLst>
          <pc:docMk/>
          <pc:sldMk cId="577035352" sldId="444"/>
        </pc:sldMkLst>
      </pc:sldChg>
      <pc:sldChg chg="del">
        <pc:chgData name="MVGR" userId="f2c0952e-ef03-4304-8056-d84e15f5cef7" providerId="ADAL" clId="{4FC3D46A-FF2E-42AC-89B8-02A9E330841D}" dt="2023-11-30T04:47:30.788" v="71" actId="47"/>
        <pc:sldMkLst>
          <pc:docMk/>
          <pc:sldMk cId="870361083" sldId="445"/>
        </pc:sldMkLst>
      </pc:sldChg>
      <pc:sldChg chg="del">
        <pc:chgData name="MVGR" userId="f2c0952e-ef03-4304-8056-d84e15f5cef7" providerId="ADAL" clId="{4FC3D46A-FF2E-42AC-89B8-02A9E330841D}" dt="2023-11-30T04:47:29.715" v="67" actId="47"/>
        <pc:sldMkLst>
          <pc:docMk/>
          <pc:sldMk cId="11514789" sldId="446"/>
        </pc:sldMkLst>
      </pc:sldChg>
      <pc:sldChg chg="del">
        <pc:chgData name="MVGR" userId="f2c0952e-ef03-4304-8056-d84e15f5cef7" providerId="ADAL" clId="{4FC3D46A-FF2E-42AC-89B8-02A9E330841D}" dt="2023-11-30T04:47:29.975" v="68" actId="47"/>
        <pc:sldMkLst>
          <pc:docMk/>
          <pc:sldMk cId="3712537137" sldId="447"/>
        </pc:sldMkLst>
      </pc:sldChg>
      <pc:sldChg chg="del">
        <pc:chgData name="MVGR" userId="f2c0952e-ef03-4304-8056-d84e15f5cef7" providerId="ADAL" clId="{4FC3D46A-FF2E-42AC-89B8-02A9E330841D}" dt="2023-11-30T04:47:30.315" v="69" actId="47"/>
        <pc:sldMkLst>
          <pc:docMk/>
          <pc:sldMk cId="3318402442" sldId="448"/>
        </pc:sldMkLst>
      </pc:sldChg>
      <pc:sldChg chg="del">
        <pc:chgData name="MVGR" userId="f2c0952e-ef03-4304-8056-d84e15f5cef7" providerId="ADAL" clId="{4FC3D46A-FF2E-42AC-89B8-02A9E330841D}" dt="2023-11-30T04:47:30.552" v="70" actId="47"/>
        <pc:sldMkLst>
          <pc:docMk/>
          <pc:sldMk cId="3262929594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14-03-2025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14-03-2025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IQ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8.emf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711740" y="-152398"/>
            <a:ext cx="10523706" cy="1470025"/>
          </a:xfrm>
        </p:spPr>
        <p:txBody>
          <a:bodyPr>
            <a:normAutofit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23EC2208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1524000" y="2438400"/>
            <a:ext cx="9144000" cy="3200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M. </a:t>
            </a:r>
            <a:r>
              <a:rPr lang="en-US" altLang="en-US" sz="4000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Venu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025A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Gopala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A.M.I.E.T.E</a:t>
            </a:r>
            <a:r>
              <a:rPr lang="en-US" altLang="en-US" sz="4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Cert. in R.S.T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&amp; Guild’s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Institute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F.I.E.T.E,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L.M.I.S.T.E,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I.S.O.I.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S.S.I.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M.I.A.E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Professor,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ECE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L University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mvgr03@kluniversity.in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752600" y="152400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rgbClr val="FF0000"/>
                </a:solidFill>
              </a:rPr>
              <a:t>Spread-Spectrum Communications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A401-5367-D0C9-1D11-F43B327E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486" y="136525"/>
            <a:ext cx="5701496" cy="6071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550C8-6E7B-8BDC-41BC-9FCE641C8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79676"/>
            <a:ext cx="11956649" cy="5602147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traditional digital communication systems, the design of baseband pulse-shaping and modulation techniques aim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minimize the amount of bandwidth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consumed by the modulated signal during transmission. This principal objective is clearly motivated by the desire to achieve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spectral efficiency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thus to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conserve bandwidth resource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3800" kern="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Nevertheless, a narrowband digital communication system exhibits two major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weaknesses</a:t>
            </a:r>
            <a:r>
              <a:rPr lang="en-IN" sz="3800" kern="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IN" sz="3800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First, its concentrated spectrum makes it an easy target for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detection and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interception 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by unintended users (e.g., battlefield enemies and unauthorized eavesdroppers). </a:t>
            </a:r>
            <a:endParaRPr lang="en-IN" sz="3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Second, its narrow band, having very little redundancy, is more vulnerable to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jamming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since even a partial band jamming can jeopardize the signal reception.</a:t>
            </a:r>
            <a:endParaRPr lang="en-IN" sz="3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Spread spectrum technologies were initially developed for the military and intelligence communities to overcome the two afore mentioned short comings against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interception 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jamming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05681-A4B9-8111-01D9-393E4571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9530F-FE93-9E8D-2B8A-5BBB2FA1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66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89BE-B7C9-8B66-ADF1-138D9FA09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20" y="0"/>
            <a:ext cx="11859228" cy="6858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basic idea was to expand each user signal to occupy a much broader spectrum than necessary. For fixed transmission power, a broader spectrum means both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lower signal power level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higher spectral redundancy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IN" sz="2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low signal power level makes the communication signals difficult to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detect and intercept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endParaRPr lang="en-IN" sz="2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whereas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spectral redundancy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makes the signals more resilient against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partial band jamming and interference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whether intentional or unintentional.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definition</a:t>
            </a:r>
            <a:r>
              <a:rPr lang="en-IN" kern="1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spread spectrum may be stated in two parts: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kern="1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</a:t>
            </a:r>
            <a:r>
              <a:rPr lang="en-IN" sz="2600" kern="1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500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Spread Spectrum is a means of transmission in which the data sequence occupies a bandwidth in excess of the minimum bandwidth necessary to send it.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5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The spectrum spreading is accomplished before transmission through the use of a (spreading) code that is independent of the data sequence.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500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2500" kern="100" dirty="0">
                <a:solidFill>
                  <a:srgbClr val="00B0F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same code is used in the receiver (operating in synchronism with the transmitter) to </a:t>
            </a:r>
            <a:r>
              <a:rPr lang="en-IN" sz="2500" kern="100" dirty="0" err="1">
                <a:solidFill>
                  <a:srgbClr val="00B0F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despread</a:t>
            </a:r>
            <a:r>
              <a:rPr lang="en-IN" sz="2500" kern="100" dirty="0">
                <a:solidFill>
                  <a:srgbClr val="00B0F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received signal so that the original data sequence may be recovered.</a:t>
            </a:r>
            <a:endParaRPr lang="en-IN" sz="2500" dirty="0">
              <a:solidFill>
                <a:srgbClr val="00B0F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FF01B-4E38-9A01-AF2B-E4149175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9368E-CD84-F604-C9F5-0994AE70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4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FD306-6C27-C29D-5FCB-D9FF2764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1B1F5-85E5-DC0F-A34A-8E6019D0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DFE6AB-5B47-42BE-479E-D1179FDCA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7620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292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7" name="Line 3"/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ar-IQ"/>
          </a:p>
        </p:txBody>
      </p:sp>
      <p:sp>
        <p:nvSpPr>
          <p:cNvPr id="825348" name="Text Box 4"/>
          <p:cNvSpPr txBox="1">
            <a:spLocks noChangeArrowheads="1"/>
          </p:cNvSpPr>
          <p:nvPr/>
        </p:nvSpPr>
        <p:spPr bwMode="auto">
          <a:xfrm>
            <a:off x="3446834" y="68720"/>
            <a:ext cx="46474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Spreading the input data</a:t>
            </a:r>
            <a:endParaRPr lang="en-US" sz="32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2535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6281" y="822771"/>
            <a:ext cx="10856068" cy="4264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75097" y="5256139"/>
            <a:ext cx="696536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Pseudo noise (PN) code symbols are called chips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Chip rate or PN code rate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&gt;&gt;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original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signal</a:t>
            </a:r>
            <a:endParaRPr lang="ar-IQ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1AE52-38DD-8FEC-E187-6D5174175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"/>
            <a:ext cx="10515600" cy="6040438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4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There are many application fields for spreading the spectrum: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Antijamming, 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Interference rejection,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Low probability of intercept, 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Multiple access, Multipath reception, 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dirty="0"/>
              <a:t>mobile communications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Diversity reception, 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resolution ranging,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Accurate universal timing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en-IN" sz="24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Advantages of Spread Spectrum: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333FF"/>
              </a:buClr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Increased tolerance to interferences.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333FF"/>
              </a:buClr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Low probability of detection and interception.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333FF"/>
              </a:buClr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Increased tolerance to multipath.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333FF"/>
              </a:buClr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Increased ranging capabilities.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4C85A-9E2A-15DD-6783-F0F19A40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75437"/>
            <a:ext cx="4114800" cy="365125"/>
          </a:xfrm>
        </p:spPr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97349-7545-6CF8-80E2-2CBB61FD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59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3B22-8D78-A638-54E6-20616B7D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05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Types of Spread Spectrum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9E56F-140D-F098-1D17-6B86FB25F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 Sequence Spread Spectrum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Frequency Hope Spread Spectrum</a:t>
            </a: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9900A-CE85-A268-FAED-E2F9AFA5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9D39C-D914-FC50-C0EF-9E721080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34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7623-767C-840A-CDC2-F92056CCC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569" y="248540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Sequence Spread Spectrum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E1B2-6F9D-8933-730C-2CE53590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EFAC4-0F52-A378-9B37-7AB574AC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536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AE823-765B-9143-E804-92FD7D8D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FBDE-40CA-B1DD-A8F4-4B67B5CF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1086" y="136526"/>
            <a:ext cx="9082267" cy="1206138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3200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Idealized model of Baseband Spread Spectrum Communication System</a:t>
            </a:r>
            <a:endParaRPr lang="en-IN" sz="32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7278F-CC5A-8C61-7DC3-2B358C0F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EF951-D281-B10A-DE0E-23B01AFC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5BE901-602A-3EC1-CDB9-895F6559C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9" y="4230609"/>
            <a:ext cx="11630025" cy="619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081C8C-CF47-CBBC-3BFE-2B306B0B8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" y="5003329"/>
            <a:ext cx="12106275" cy="4857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76EA0-719C-81B2-8A54-AF5E14778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302" y="1305544"/>
            <a:ext cx="8910955" cy="27714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86F51F-F2F0-4C43-9292-0B3768882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69" y="1579282"/>
            <a:ext cx="2020917" cy="6191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B2622B-F3FA-092B-0F63-667A84417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90" y="5434317"/>
            <a:ext cx="106299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59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CF1E-6295-B440-7B30-30667C8A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66EF0-9821-A097-6968-7347269E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BEB22-BD50-94A2-73F8-D7B777E9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1AA63E-5FB6-829A-97CF-64A156430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425" y="63781"/>
            <a:ext cx="9882086" cy="8390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179598-FD4B-2356-1A15-DD26E51B3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93" y="1261641"/>
            <a:ext cx="6875362" cy="2057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A2DFB5-2D33-667D-9626-A34E7DEC8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39" y="5029161"/>
            <a:ext cx="7407797" cy="12683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F1F172-6000-DFC6-43B6-DEEEE5540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892" y="728416"/>
            <a:ext cx="900110" cy="16969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1EF91A-184F-2483-F509-EA7895FC5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1180" y="5127574"/>
            <a:ext cx="3632255" cy="1593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3135F1-711E-7A74-8A73-5B7D97784F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8250" y="554157"/>
            <a:ext cx="4253193" cy="48063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84F2DD-0FB9-8E21-99D2-204F8A894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6996" y="3458722"/>
            <a:ext cx="3859527" cy="1511648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57741A-9D71-0BD2-5904-BF24E190401B}"/>
              </a:ext>
            </a:extLst>
          </p:cNvPr>
          <p:cNvCxnSpPr>
            <a:cxnSpLocks/>
          </p:cNvCxnSpPr>
          <p:nvPr/>
        </p:nvCxnSpPr>
        <p:spPr>
          <a:xfrm flipH="1">
            <a:off x="5787342" y="2824223"/>
            <a:ext cx="2049956" cy="126786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A8C6D0-1160-8A65-AF25-F371C82034C0}"/>
              </a:ext>
            </a:extLst>
          </p:cNvPr>
          <p:cNvCxnSpPr>
            <a:cxnSpLocks/>
          </p:cNvCxnSpPr>
          <p:nvPr/>
        </p:nvCxnSpPr>
        <p:spPr>
          <a:xfrm flipH="1">
            <a:off x="2875269" y="2911485"/>
            <a:ext cx="6696994" cy="258881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87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5F57-971B-93F9-E393-B3FECBD1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E0F98-6538-2AC3-47D5-12C6CA76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D7864-20C4-46DD-F11C-A0F5148A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139637-8351-932E-38A7-84CABC9A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507" y="928795"/>
            <a:ext cx="7375786" cy="2176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C31AFA-78F6-2A1E-A738-EAF4737E6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31"/>
            <a:ext cx="12192000" cy="8688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D6B060-1685-DEA8-A84C-61A54AE5C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200" y="2462942"/>
            <a:ext cx="2771775" cy="5429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35E09B-2E09-F786-BBB4-35877A0AA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04" y="1216308"/>
            <a:ext cx="3514619" cy="1255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AE9786-8E95-4055-618D-35D620255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647" y="4112750"/>
            <a:ext cx="4352925" cy="4381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458524-458F-7F6F-31D1-56AFEDC8A5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648" y="4742847"/>
            <a:ext cx="9982200" cy="12382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BB78BC7-7763-E11D-823D-99062B16D4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574" y="3155609"/>
            <a:ext cx="104013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3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9EFF-B67F-C810-F1EF-8653B811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3929-C654-107C-10D1-8D31146B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Sequence Spread Spectrum with Coherent BPSK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3B2735-0354-99CA-BD57-DE37D627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1AFD6-02C6-815B-66AC-C02F5B0C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748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691A-74E9-8E6B-E1ED-F760EB33B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A059-A545-FB04-59E7-F71EEE70A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37" y="117243"/>
            <a:ext cx="10338122" cy="59557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DSSS with Coherent BPSK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1DF60-E936-72D4-FE11-EA229C27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6EB56-23F0-6B7B-BF2C-9FF91862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B70734-6254-8666-F7B2-3B4EA45C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009" y="118899"/>
            <a:ext cx="3965145" cy="48100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7ADCBD-9FF3-0BC4-EBA2-D1B3B1769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88" y="1007319"/>
            <a:ext cx="7614426" cy="230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BFECAB-5D5C-1F7B-E5E7-9C8C828FC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3953"/>
            <a:ext cx="7848600" cy="400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50D9EB-F60F-6CB4-50DF-CFEA81E46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773" y="4434805"/>
            <a:ext cx="3972420" cy="4659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33B8DB-128B-FC00-7A77-E16474CD0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7" y="4957577"/>
            <a:ext cx="9198896" cy="117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7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9FE89-8E05-818F-9B71-E617AE4A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98EA8-2684-8335-54E4-020E3C6D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2A9FC-B025-B213-15E3-1E16EC876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82156-E60E-EA07-1E18-3B34B9995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27" y="0"/>
            <a:ext cx="8007263" cy="1216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16E601-033E-A571-F27A-27E1D9FFC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67" y="1216790"/>
            <a:ext cx="10252424" cy="11139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EF343F-4537-DEF8-4AEE-35EEDFC76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365" y="2086569"/>
            <a:ext cx="6433736" cy="409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D06E79-EDAF-F196-7C9F-81F4929CC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4" y="2882097"/>
            <a:ext cx="5605786" cy="236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8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F06F0-C4C0-7B08-9D66-43B0D253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80767-CF8D-260D-C177-70DEC4956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34768-FEC3-7A4B-0473-295F5BDD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7A50C-32D6-89C9-C415-36844C10B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914"/>
            <a:ext cx="11808149" cy="342614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467B8F3-ECD8-9089-7295-089A7BFB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190" y="85460"/>
            <a:ext cx="4868119" cy="47982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Coherent Demodulation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6474DB-1713-E394-6FB0-FDFD27D38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8" y="3377397"/>
            <a:ext cx="3257550" cy="381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E38FE0-A116-92C5-AF11-C1E78362B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23" y="3793054"/>
            <a:ext cx="10077450" cy="12858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97D255-C58B-99AB-1086-89BF0BAC9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267" y="5288240"/>
            <a:ext cx="974407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0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4517-4144-9F4F-4CB8-3F077268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9A778-3932-B6A3-2D48-03F7C1E5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F7D35-51E9-1BDB-8695-793CA7EC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D73A3D-8722-9B94-FE49-AB865742A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785" y="2599039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of DSSS BPSK System for Analysis Purpose</a:t>
            </a:r>
            <a:endParaRPr lang="en-IN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3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CDF57-DBBC-0CB2-8A18-7312C731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9636-F19E-537F-C9E3-8892BD2A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497" y="-54457"/>
            <a:ext cx="9774642" cy="96307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of DSSS BPSK System for Analysis Purpose</a:t>
            </a:r>
            <a:endParaRPr lang="en-IN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56CAF-C23F-A409-FBC5-D6F85818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8EE35-5DA2-2731-2394-93356622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7CC35-7BD9-73BD-7824-ADE5881A146F}"/>
              </a:ext>
            </a:extLst>
          </p:cNvPr>
          <p:cNvSpPr txBox="1"/>
          <p:nvPr/>
        </p:nvSpPr>
        <p:spPr>
          <a:xfrm>
            <a:off x="69449" y="4155312"/>
            <a:ext cx="12022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Interchanging the operations of spectrum spreading and BPSK modulation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54AF46-5E80-69EC-A8F1-67658A799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027" y="657551"/>
            <a:ext cx="12192000" cy="35117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44DBDB-3FC4-9BAF-675E-0D5830456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82" y="4936058"/>
            <a:ext cx="3296231" cy="10133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D4A04B-8A8F-3E39-67E8-0551E8E51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88" y="4814346"/>
            <a:ext cx="7604607" cy="158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3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488B-4071-1175-845D-945F4EE1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EFC1-1394-3292-E6EE-CFA33D6A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702" y="0"/>
            <a:ext cx="7772400" cy="68817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 Noise (PN) Sequences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3E64E-3230-730F-CEAB-A5C0CEA0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1" y="625023"/>
            <a:ext cx="11806176" cy="595755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 Noise (PN) Sequence is a periodic binary sequence with noise like waveform that is usually generated by means of a feedback register.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feedback shift register consists of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IN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ordinary shift register made up                                                           of m flip-flops, 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 logic circuit that ate interconnected                                                                                      to form multi-loop feedback circuit.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flip-flops in shift register are                                                                             regulated by a single timing clock.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each pulse (tick) of the clock the state of each flip-flop is shifted to the next one down the line.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each clock pulse the logic circuit computes Boolean function of the states of the flip-flops.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PN sequence is generated by length m of the shift register, its initial state and feed back logic.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B64CC-94C7-9482-0FEB-665AB1F1A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4672-E031-18C4-3756-00FC0EB1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8389C-68CB-5150-8A7F-CE852BBF6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94219"/>
            <a:ext cx="5598464" cy="27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7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E8E28-A55A-3162-09D4-F2762109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85049-FB82-F0F2-0282-78D6A365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4EFE38-4AEC-8E97-982A-62C88390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1474B1-61B4-644F-A45F-C6D7E3D89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9" y="146858"/>
            <a:ext cx="11861287" cy="9874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98A9E5-571D-2E76-DAC2-AA1773FDF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0524"/>
            <a:ext cx="11859432" cy="869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EA1694-F1F8-BAB1-5433-E700C66B9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917" y="1971791"/>
            <a:ext cx="6905625" cy="3238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FD079EF-2C70-DAC7-6F56-355D5A3A2B86}"/>
              </a:ext>
            </a:extLst>
          </p:cNvPr>
          <p:cNvSpPr txBox="1"/>
          <p:nvPr/>
        </p:nvSpPr>
        <p:spPr>
          <a:xfrm>
            <a:off x="305099" y="2069247"/>
            <a:ext cx="50032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Maximum sequence</a:t>
            </a:r>
          </a:p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generator for m = 3.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6C6B9B-52C2-E836-AD75-7896ABD1B9C4}"/>
              </a:ext>
            </a:extLst>
          </p:cNvPr>
          <p:cNvSpPr txBox="1"/>
          <p:nvPr/>
        </p:nvSpPr>
        <p:spPr>
          <a:xfrm>
            <a:off x="305099" y="3016215"/>
            <a:ext cx="4280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 initial state: 1 0 0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99EB3-09A6-6A43-8AE2-DF5DCFEA904E}"/>
              </a:ext>
            </a:extLst>
          </p:cNvPr>
          <p:cNvSpPr txBox="1"/>
          <p:nvPr/>
        </p:nvSpPr>
        <p:spPr>
          <a:xfrm>
            <a:off x="0" y="3573282"/>
            <a:ext cx="5240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the successive states are: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378A9C-C34F-7E9F-59EC-70326D11018E}"/>
              </a:ext>
            </a:extLst>
          </p:cNvPr>
          <p:cNvSpPr txBox="1"/>
          <p:nvPr/>
        </p:nvSpPr>
        <p:spPr>
          <a:xfrm>
            <a:off x="82950" y="4142363"/>
            <a:ext cx="5977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</a:t>
            </a:r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 1 0, 1 1 1, 0 1 1, 0 0 1,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</a:t>
            </a:r>
            <a:endParaRPr lang="en-IN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42519B-650F-BE0F-71D6-E4E510953C03}"/>
              </a:ext>
            </a:extLst>
          </p:cNvPr>
          <p:cNvSpPr txBox="1"/>
          <p:nvPr/>
        </p:nvSpPr>
        <p:spPr>
          <a:xfrm>
            <a:off x="0" y="4640184"/>
            <a:ext cx="12109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output sequence (the last </a:t>
            </a:r>
          </a:p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 of each state of the shift register) is therefore 0 0 1 1 1 0 1 0 ….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C15319-2B39-474C-9DCF-1DD78799A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43" y="5633080"/>
            <a:ext cx="5954875" cy="5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7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8649-1A1D-E60C-F102-E190A8D1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1036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Maximum-length sequence generator for m = 3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07115-CF02-7117-25A5-4172AF5F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9CAE-2264-4555-99EA-EAEF99BEDD65}" type="datetime1">
              <a:rPr lang="en-US" smtClean="0"/>
              <a:t>3/14/2025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56A4-539B-9DB4-6E87-177DF8C0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0F36-554B-265D-7922-B9CDE3DD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C18F79-22B3-31CD-6901-72D6E4E7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93" y="1071243"/>
            <a:ext cx="11614905" cy="471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38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F06A-9C4A-64C1-0F31-517B74B45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661A4-9AF9-EC5B-6B50-EFC8D792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98" y="136525"/>
            <a:ext cx="7946985" cy="64187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m-sequence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CA170-C74C-ADC4-3E80-3E5218D2D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87" y="778396"/>
            <a:ext cx="11984477" cy="573913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Balance property: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 each period of m-sequence, the No. of ‘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’s is always one more than the No. of ‘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’s.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Property2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Runs property: Among the runs of ‘1’s and ‘0’s, in each period of m-sequence,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one half the runs of </a:t>
            </a: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kind are of length one, one-fourth are of length two, one-eight are of length three and so on.</a:t>
            </a:r>
          </a:p>
          <a:p>
            <a:pPr marL="0" indent="0">
              <a:buNone/>
            </a:pP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Property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The Autocorrelation function of m-sequence is periodic and binary valued.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The period of m-sequence length is given by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Let the binary symbols 0 and 1  of the sequence denoted by the levels -1 and +1 respectively.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35895-31F3-5527-CDC8-00533588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65D9E-312E-99CF-147A-F9588ED9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45D47E-4A10-9146-D9BC-AB7192E64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07" y="3145772"/>
            <a:ext cx="10206974" cy="469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A09335-8A4D-1918-5973-F72DBB5F8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489" y="4719006"/>
            <a:ext cx="1576801" cy="4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35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4A04A-0EDE-0369-A381-74F21536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06AD2-63F3-28EC-A17B-733F93FE6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736" y="136525"/>
                <a:ext cx="11896928" cy="6040438"/>
              </a:xfrm>
            </p:spPr>
            <p:txBody>
              <a:bodyPr/>
              <a:lstStyle/>
              <a:p>
                <a:r>
                  <a:rPr lang="en-IN" dirty="0"/>
                  <a:t>           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:r>
                  <a:rPr lang="en-IN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IN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denotes the resulting waveform of the m-sequence.</a:t>
                </a:r>
              </a:p>
              <a:p>
                <a:pPr>
                  <a:lnSpc>
                    <a:spcPct val="10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period of the waveform </a:t>
                </a:r>
                <a:r>
                  <a:rPr lang="en-IN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IN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                where       is the data bit duration and     is the chip duration. </a:t>
                </a:r>
              </a:p>
              <a:p>
                <a:pPr>
                  <a:lnSpc>
                    <a:spcPct val="15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Autocorrelation of periodic signal 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c(t)</a:t>
                </a: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IN" dirty="0">
                  <a:solidFill>
                    <a:srgbClr val="0909B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endParaRPr lang="en-IN" dirty="0">
                  <a:solidFill>
                    <a:srgbClr val="0909B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endParaRPr lang="en-IN" dirty="0">
                  <a:solidFill>
                    <a:srgbClr val="0909B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endParaRPr lang="en-IN" dirty="0">
                  <a:solidFill>
                    <a:srgbClr val="0909B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corresponding power spectral density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06AD2-63F3-28EC-A17B-733F93FE6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736" y="136525"/>
                <a:ext cx="11896928" cy="6040438"/>
              </a:xfrm>
              <a:blipFill>
                <a:blip r:embed="rId2"/>
                <a:stretch>
                  <a:fillRect l="-923" t="-1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53EA0-81BC-96B2-93F9-7A0D61830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A3D76-7651-4938-DBF6-2A0EEF29C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4449CE-0B73-83A3-9CA0-6D39F7ADD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332" y="668592"/>
            <a:ext cx="1371247" cy="5407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631655-E75D-DE91-1B38-A0505814EAF0}"/>
                  </a:ext>
                </a:extLst>
              </p:cNvPr>
              <p:cNvSpPr txBox="1"/>
              <p:nvPr/>
            </p:nvSpPr>
            <p:spPr>
              <a:xfrm>
                <a:off x="8613858" y="627582"/>
                <a:ext cx="3550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631655-E75D-DE91-1B38-A0505814E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858" y="627582"/>
                <a:ext cx="355060" cy="523220"/>
              </a:xfrm>
              <a:prstGeom prst="rect">
                <a:avLst/>
              </a:prstGeom>
              <a:blipFill>
                <a:blip r:embed="rId4"/>
                <a:stretch>
                  <a:fillRect r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7DC9456-F9F3-5275-035C-4E3FD4BA9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568" y="1120759"/>
            <a:ext cx="420602" cy="5407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FA4696-DEE0-8081-91F9-1A6F4D859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114" y="2921237"/>
            <a:ext cx="5001486" cy="10423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464459-974F-3961-8DE1-7B34B65ED2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753" y="5146643"/>
            <a:ext cx="7313533" cy="108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6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8490-2741-F668-B723-3002BA97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EAB29-A740-0768-41A0-957464B8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F724A-09EB-0193-A2CE-9EEF1B26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20D19B-0292-42A2-B78C-BEB3831AA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41" y="559714"/>
            <a:ext cx="8866850" cy="476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FBDACD-A16E-B1C7-5D75-A01A6672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71" y="1337296"/>
            <a:ext cx="10850206" cy="9632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54B8B8-3C6A-561A-4C75-681DB0A6A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71" y="2426709"/>
            <a:ext cx="8711253" cy="1781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C6039F-DBED-D049-126F-E4ADBEAEE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05" y="4482759"/>
            <a:ext cx="8851225" cy="16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5F3D-89D8-23B5-895B-8DD618CA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045E2-4E15-4BA9-4D95-D0339C9C3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E8B3D-8C41-764E-3DD2-FC4E6299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F21683-E4B8-24F9-1073-0609D9E5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195" y="136525"/>
            <a:ext cx="7889127" cy="2538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63BF8-336F-55CF-22CD-448CD162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0" y="2972941"/>
            <a:ext cx="6446900" cy="2641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D27AB8-7540-AA83-3240-B3073AEA2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982" y="2773156"/>
            <a:ext cx="4422478" cy="33703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21D73A-E831-4CC5-F447-0832E28C0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540" y="2773156"/>
            <a:ext cx="1970436" cy="35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37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0484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1335895" y="134925"/>
            <a:ext cx="8677940" cy="6858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spcBef>
                <a:spcPct val="50000"/>
              </a:spcBef>
              <a:defRPr sz="4000" b="1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Processing Gain</a:t>
            </a:r>
          </a:p>
        </p:txBody>
      </p:sp>
      <p:sp>
        <p:nvSpPr>
          <p:cNvPr id="2" name="Rectangle 1"/>
          <p:cNvSpPr/>
          <p:nvPr/>
        </p:nvSpPr>
        <p:spPr>
          <a:xfrm>
            <a:off x="269132" y="913172"/>
            <a:ext cx="11653736" cy="2536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Processing gain is the ratio of the spread RF bandwidth to the original information bandwidth.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effect of multipath fading as well as interference can be reduced by a factor equivalent to the processing gain.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fact, it quantifies the degree of interference rejection.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678321"/>
              </p:ext>
            </p:extLst>
          </p:nvPr>
        </p:nvGraphicFramePr>
        <p:xfrm>
          <a:off x="1151070" y="3639518"/>
          <a:ext cx="1608955" cy="1186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47" imgH="431613" progId="">
                  <p:embed/>
                </p:oleObj>
              </mc:Choice>
              <mc:Fallback>
                <p:oleObj name="Equation" r:id="rId2" imgW="583947" imgH="431613" progId="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070" y="3639518"/>
                        <a:ext cx="1608955" cy="11869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51735"/>
              </p:ext>
            </p:extLst>
          </p:nvPr>
        </p:nvGraphicFramePr>
        <p:xfrm>
          <a:off x="5012384" y="3541891"/>
          <a:ext cx="1531088" cy="1230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9" imgH="431613" progId="">
                  <p:embed/>
                </p:oleObj>
              </mc:Choice>
              <mc:Fallback>
                <p:oleObj name="Equation" r:id="rId4" imgW="533169" imgH="431613" progId="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2384" y="3541891"/>
                        <a:ext cx="1531088" cy="12303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365784"/>
              </p:ext>
            </p:extLst>
          </p:nvPr>
        </p:nvGraphicFramePr>
        <p:xfrm>
          <a:off x="8393794" y="3541891"/>
          <a:ext cx="1531088" cy="1167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558" imgH="431613" progId="">
                  <p:embed/>
                </p:oleObj>
              </mc:Choice>
              <mc:Fallback>
                <p:oleObj name="Equation" r:id="rId6" imgW="558558" imgH="431613" progId="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3794" y="3541891"/>
                        <a:ext cx="1531088" cy="11677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85A7597-35B4-C690-941C-D34DDA6895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5664" y="4899744"/>
            <a:ext cx="8644528" cy="147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7362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68D7-576A-67B3-5775-29E0BB049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02" y="500062"/>
            <a:ext cx="1152889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direct sequence spread binary phase shift keying system uses a feedback shift register of length 19 for the generation of PN sequence. Calculate the processing gain of the system.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7ABF3-1B10-CCE6-A996-EEF8A67E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749" y="2187574"/>
            <a:ext cx="11528898" cy="361011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length of shift register  = m  =19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Therefore, length of PN sequence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  <a:r>
              <a:rPr lang="en-IN" baseline="30000" dirty="0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1= 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524287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Processing gain PG = Tb/Tc =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dB =10log</a:t>
            </a:r>
            <a:r>
              <a:rPr lang="en-IN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= 10 log</a:t>
            </a:r>
            <a:r>
              <a:rPr lang="en-IN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(2</a:t>
            </a:r>
            <a:r>
              <a:rPr lang="en-IN" baseline="30000" dirty="0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 = 57 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1770F-7118-052C-9620-AD56C564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9CAE-2264-4555-99EA-EAEF99BEDD65}" type="datetime1">
              <a:rPr lang="en-US" smtClean="0"/>
              <a:t>3/14/2025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EE721-AAE7-E47C-A1F7-9359CFB71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3ADAF-0382-9C19-FE07-18FFDEE2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657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66DC-58E2-3862-BD03-9E910B38F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C551-2F14-BBE8-D172-9FF2E58C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5570"/>
            <a:ext cx="10896600" cy="132556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Spread spectrum communication system has the following parameters.</a:t>
            </a:r>
            <a:b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bit duration Tb = 1.024 msecs and PN chip duration of 1μsecs. The</a:t>
            </a:r>
            <a:b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probability of error of system is not to exceed 10-5. </a:t>
            </a:r>
            <a:b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(a) Length of shift register (b) Processing gain (c) jamming margin</a:t>
            </a:r>
            <a:endParaRPr lang="en-IN" sz="24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7A26-6A00-4339-7BD5-A7AFB5E13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80" y="1620822"/>
            <a:ext cx="1208141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 gain PG =N= Tb/Tc =1024, then length of shift register m = 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case of coherent BPSK For Probability of error 10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[Referring to error function table] Eb/N0 =10.8. Therefore jamming margin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31C54-3AA0-5095-9372-56B08E6C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9CAE-2264-4555-99EA-EAEF99BEDD65}" type="datetime1">
              <a:rPr lang="en-US" smtClean="0"/>
              <a:t>3/14/2025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00A04-66A6-E692-374A-9FE921FC5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C5939-A682-1D85-1F89-A9F5EA75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6652D7-F127-50DD-A192-89B2BF29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346" y="2865586"/>
            <a:ext cx="9088343" cy="388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75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965</TotalTime>
  <Words>1428</Words>
  <Application>Microsoft Office PowerPoint</Application>
  <PresentationFormat>Widescreen</PresentationFormat>
  <Paragraphs>150</Paragraphs>
  <Slides>28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Equation</vt:lpstr>
      <vt:lpstr>Digital Communication 23EC2208</vt:lpstr>
      <vt:lpstr>Introduction</vt:lpstr>
      <vt:lpstr>PowerPoint Presentation</vt:lpstr>
      <vt:lpstr>PowerPoint Presentation</vt:lpstr>
      <vt:lpstr>PowerPoint Presentation</vt:lpstr>
      <vt:lpstr>PowerPoint Presentation</vt:lpstr>
      <vt:lpstr>Types of Spread Spectrum</vt:lpstr>
      <vt:lpstr>Direct Sequence Spread Spectrum</vt:lpstr>
      <vt:lpstr>Idealized model of Baseband Spread Spectrum Communication System</vt:lpstr>
      <vt:lpstr>PowerPoint Presentation</vt:lpstr>
      <vt:lpstr>PowerPoint Presentation</vt:lpstr>
      <vt:lpstr>Direct Sequence Spread Spectrum with Coherent BPSK</vt:lpstr>
      <vt:lpstr>DSSS with Coherent BPSK</vt:lpstr>
      <vt:lpstr>PowerPoint Presentation</vt:lpstr>
      <vt:lpstr>Coherent Demodulation</vt:lpstr>
      <vt:lpstr>Model of DSSS BPSK System for Analysis Purpose</vt:lpstr>
      <vt:lpstr>Model of DSSS BPSK System for Analysis Purpose</vt:lpstr>
      <vt:lpstr>Pseudo Noise (PN) Sequences</vt:lpstr>
      <vt:lpstr>PowerPoint Presentation</vt:lpstr>
      <vt:lpstr>Maximum-length sequence generator for m = 3</vt:lpstr>
      <vt:lpstr>Properties of m-sequence</vt:lpstr>
      <vt:lpstr>PowerPoint Presentation</vt:lpstr>
      <vt:lpstr>PowerPoint Presentation</vt:lpstr>
      <vt:lpstr>PowerPoint Presentation</vt:lpstr>
      <vt:lpstr>PowerPoint Presentation</vt:lpstr>
      <vt:lpstr>A direct sequence spread binary phase shift keying system uses a feedback shift register of length 19 for the generation of PN sequence. Calculate the processing gain of the system.</vt:lpstr>
      <vt:lpstr>A Spread spectrum communication system has the following parameters. Information bit duration Tb = 1.024 msecs and PN chip duration of 1μsecs. The average probability of error of system is not to exceed 10-5.  Calculate (a) Length of shift register (b) Processing gain (c) jamming margin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38</cp:revision>
  <dcterms:created xsi:type="dcterms:W3CDTF">2023-05-08T13:48:07Z</dcterms:created>
  <dcterms:modified xsi:type="dcterms:W3CDTF">2025-03-14T07:03:52Z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