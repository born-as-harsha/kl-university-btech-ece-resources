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26" r:id="rId2"/>
    <p:sldId id="834" r:id="rId3"/>
    <p:sldId id="836" r:id="rId4"/>
    <p:sldId id="843" r:id="rId5"/>
    <p:sldId id="844" r:id="rId6"/>
    <p:sldId id="835" r:id="rId7"/>
    <p:sldId id="837" r:id="rId8"/>
    <p:sldId id="845" r:id="rId9"/>
    <p:sldId id="846" r:id="rId10"/>
    <p:sldId id="33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0FF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1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35BDBB-650D-4050-B32D-8589B2BD05DC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26B768-9392-452C-87A9-0023C70AE1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822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FE7BA5-9AA7-43A8-9EE5-C23B4ED60B7B}" type="slidenum">
              <a:rPr lang="en-US" altLang="en-US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7325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D36A6-AAF8-4559-A3C7-1F2DBD34D098}" type="datetime1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11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941FF-F596-4481-91F0-8C37161ED739}" type="datetime1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10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1D3F4-C043-4F06-BBCD-CEADFADBB7BA}" type="datetime1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53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80D2D-2B2B-4DE0-88D9-391579A5D2CF}" type="datetime1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86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810D2-ECD0-4F49-ABB8-81FFE5BCA8ED}" type="datetime1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76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60022-0E4D-4501-82E5-F6690F6D9E71}" type="datetime1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108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B1C4-2ADA-4BD9-9911-6635F9908CEC}" type="datetime1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89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FD60A-1323-453F-A55B-AE28262ED7FF}" type="datetime1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34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45353-AA69-4956-A71D-D793DBA30667}" type="datetime1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632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01F40-EEAA-4496-9A45-1FA68EF4CCCC}" type="datetime1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323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472AF-C287-4527-A40D-C9A065992363}" type="datetime1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696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A413AD-0482-4F82-9F17-B28A8651B440}" type="datetime1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59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2209800" y="714845"/>
            <a:ext cx="7772400" cy="819237"/>
          </a:xfrm>
        </p:spPr>
        <p:txBody>
          <a:bodyPr>
            <a:normAutofit fontScale="90000"/>
          </a:bodyPr>
          <a:lstStyle/>
          <a:p>
            <a:r>
              <a:rPr lang="en-US" altLang="en-US" sz="54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Communication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9E4DFE-ABF8-36AE-00DA-2674189E1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AD25-8CB4-4093-9172-C154A236B6D5}" type="datetime1">
              <a:rPr lang="en-US" smtClean="0"/>
              <a:t>12/31/2025</a:t>
            </a:fld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1F28B81-C580-60B6-B57A-FB9DCEE604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291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43DCA-70D0-79FC-4C2F-F73031FF7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8329" y="2379279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3600" kern="100" dirty="0">
                <a:solidFill>
                  <a:srgbClr val="1914F8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Characteristics of Communication Channels</a:t>
            </a:r>
            <a:endParaRPr lang="en-IN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965FD-3BCC-8474-71AA-E4D941004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ECF48-2159-47EF-BDC7-F3BEE6036C61}" type="datetime1">
              <a:rPr lang="en-US" smtClean="0"/>
              <a:t>12/31/2025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77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27E57-2A4D-C608-0263-EE5FD7173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kern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Distortion-less Transmission</a:t>
            </a:r>
            <a:br>
              <a:rPr lang="en-US" sz="3600" b="1" kern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3600" b="1" kern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n-IN" sz="36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Ideal channel characteristics</a:t>
            </a:r>
            <a:r>
              <a:rPr lang="en-US" sz="3600" b="1" kern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1B2AD-3EC3-812E-1EC3-498BCE6AA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81" y="1462088"/>
            <a:ext cx="10231395" cy="886377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kern="1200" dirty="0">
                <a:solidFill>
                  <a:srgbClr val="1914F8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distortion-less transmission should have the following characteristics shown below:</a:t>
            </a:r>
            <a:r>
              <a:rPr lang="en-US" kern="1200" dirty="0">
                <a:solidFill>
                  <a:srgbClr val="1914F8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4A977-8504-86D0-A0B4-80E1241BE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97995-4795-4CFB-8F1E-8931C8ED5928}" type="datetime1">
              <a:rPr lang="en-US" smtClean="0"/>
              <a:t>12/31/2025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94CB17-8332-2166-0AB1-21F51A59A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0335" y="2451908"/>
            <a:ext cx="5968314" cy="1642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6BAD97-00B7-E50C-EAB1-A3ACB3474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77" y="4317396"/>
            <a:ext cx="9258686" cy="8863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6A7793B-D049-DCDF-D45B-E819ADD7B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708" y="5379317"/>
            <a:ext cx="8398865" cy="94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01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27E57-2A4D-C608-0263-EE5FD7173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25" y="146959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kern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Distortion-less Transmission</a:t>
            </a:r>
            <a:br>
              <a:rPr lang="en-US" sz="3600" b="1" kern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3600" b="1" kern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n-IN" sz="36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Ideal channel characteristics</a:t>
            </a:r>
            <a:r>
              <a:rPr lang="en-US" sz="3600" b="1" kern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</a:t>
            </a:r>
            <a:endParaRPr lang="en-IN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4A977-8504-86D0-A0B4-80E1241BE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E6C84-4656-47DC-95BA-2A277DEB5A61}" type="datetime1">
              <a:rPr lang="en-US" smtClean="0"/>
              <a:t>12/31/2025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94CB17-8332-2166-0AB1-21F51A59A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0537" y="1322588"/>
            <a:ext cx="6105390" cy="1680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E5D8036-FB3B-C52F-C007-32BA87834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23" y="2972252"/>
            <a:ext cx="6267978" cy="10169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13465C8-41C1-AA2A-387C-09CF90DCED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506" y="5046834"/>
            <a:ext cx="5562600" cy="8667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72D8B09-1BD9-1E40-AF92-35AFAED14E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312" y="4131667"/>
            <a:ext cx="8343900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852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27E57-2A4D-C608-0263-EE5FD7173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25" y="14695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3600" b="1" kern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Frequency Response of Distortion-less Transmission</a:t>
            </a:r>
            <a:br>
              <a:rPr lang="en-US" sz="3600" b="1" kern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3600" b="1" kern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n-IN" sz="36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Ideal channel characteristics</a:t>
            </a:r>
            <a:r>
              <a:rPr lang="en-US" sz="3600" b="1" kern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</a:t>
            </a:r>
            <a:endParaRPr lang="en-IN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4A977-8504-86D0-A0B4-80E1241BE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72545-D5F8-40C2-B5A5-700D3195372A}" type="datetime1">
              <a:rPr lang="en-US" smtClean="0"/>
              <a:t>12/31/2025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94CB17-8332-2166-0AB1-21F51A59A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0930" y="1196148"/>
            <a:ext cx="5053914" cy="1390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graph of a rectangular object with a cross&#10;&#10;Description automatically generated with medium confidence">
            <a:extLst>
              <a:ext uri="{FF2B5EF4-FFF2-40B4-BE49-F238E27FC236}">
                <a16:creationId xmlns:a16="http://schemas.microsoft.com/office/drawing/2014/main" id="{3AB9E472-514D-60A1-0110-5E032544E4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307" y="2837180"/>
            <a:ext cx="7450786" cy="3267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2968F8-51A7-4EBE-2DF6-358E69D21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440" y="1729675"/>
            <a:ext cx="6109998" cy="7416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1167233-AAFC-7CF3-02F4-86613ACC9B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13" y="2976562"/>
            <a:ext cx="4590268" cy="115059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CE94CB-3DCF-7958-E8CB-A32F488B49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267" y="4439817"/>
            <a:ext cx="3539364" cy="135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086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60EA2-5697-976B-6F90-E9A62494F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205" y="365126"/>
            <a:ext cx="11907795" cy="365126"/>
          </a:xfrm>
        </p:spPr>
        <p:txBody>
          <a:bodyPr>
            <a:normAutofit fontScale="90000"/>
          </a:bodyPr>
          <a:lstStyle/>
          <a:p>
            <a:r>
              <a:rPr lang="en-US" sz="3600" kern="1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 transmission of digital data over a baseband channel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C826C-9257-1A65-DC9A-7B6187137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923" y="877327"/>
            <a:ext cx="11994292" cy="606717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600" kern="1200" dirty="0">
                <a:solidFill>
                  <a:srgbClr val="00B05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Digital data have a broad spectrum with a significantly low-frequency content.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600" kern="1200" dirty="0">
                <a:solidFill>
                  <a:srgbClr val="1914F8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Base-band transmission of digital data therefore requires the use of a low-pass channel with a band width large enough to accommodate the essential frequency content of the data stream.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Dispersive nature of channel:</a:t>
            </a:r>
            <a:endParaRPr lang="en-IN" sz="2600" kern="100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600" kern="1200" dirty="0">
                <a:solidFill>
                  <a:srgbClr val="00B05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Typically, however, the channel is </a:t>
            </a:r>
            <a:r>
              <a:rPr lang="en-US" sz="2600" i="1" kern="1200" dirty="0">
                <a:solidFill>
                  <a:srgbClr val="00B05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dispersive </a:t>
            </a:r>
            <a:r>
              <a:rPr lang="en-US" sz="2600" kern="1200" dirty="0">
                <a:solidFill>
                  <a:srgbClr val="00B05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 that its frequency response deviates from that of an ideal low-pass filter. The simplest example of a dispersive channel is the </a:t>
            </a:r>
            <a:r>
              <a:rPr lang="en-US" sz="2600" i="1" kern="1200" dirty="0">
                <a:solidFill>
                  <a:srgbClr val="00B05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band-limited channel.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600" kern="1200" dirty="0">
                <a:solidFill>
                  <a:srgbClr val="1914F8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result of data transmission over such a channel is that each received pulse is affected somewhat by adjacent pulses causing bit errors, thereby giving rise to a common form of interference called </a:t>
            </a:r>
            <a:r>
              <a:rPr lang="en-US" sz="2600" i="1" kern="1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inter symbol interference</a:t>
            </a:r>
            <a:r>
              <a:rPr lang="en-US" sz="2600" i="1" kern="1200" dirty="0">
                <a:solidFill>
                  <a:srgbClr val="1914F8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kern="1200" dirty="0">
                <a:solidFill>
                  <a:srgbClr val="1914F8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(ISI). </a:t>
            </a: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Pulse shaping criteria is used in both transmitter and receiver to eliminate the ISI.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IN" sz="2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712B2-32FE-EDC1-66E6-5D950E448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4E917-31C1-47AB-B8B3-731B8295B788}" type="datetime1">
              <a:rPr lang="en-US" smtClean="0"/>
              <a:t>12/31/2025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620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60EA2-5697-976B-6F90-E9A62494F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83" y="-17941"/>
            <a:ext cx="11172568" cy="771697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Dispersive channel causes Inter Symbol Interference</a:t>
            </a:r>
            <a:endParaRPr lang="en-IN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712B2-32FE-EDC1-66E6-5D950E448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23C11-F338-4015-BAD6-ED75046AC047}" type="datetime1">
              <a:rPr lang="en-US" smtClean="0"/>
              <a:t>12/31/2025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D233D5-BB69-0827-9220-5D01E77A3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76275"/>
            <a:ext cx="10318475" cy="568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828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60EA2-5697-976B-6F90-E9A62494F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205" y="365126"/>
            <a:ext cx="11907795" cy="365126"/>
          </a:xfrm>
        </p:spPr>
        <p:txBody>
          <a:bodyPr>
            <a:normAutofit fontScale="90000"/>
          </a:bodyPr>
          <a:lstStyle/>
          <a:p>
            <a:r>
              <a:rPr lang="en-US" sz="3600" kern="1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 transmission of digital data over a baseband channel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C826C-9257-1A65-DC9A-7B6187137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923" y="1037968"/>
            <a:ext cx="11994292" cy="5454906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Channel Noise:</a:t>
            </a:r>
            <a:endParaRPr lang="en-IN" sz="2600" kern="100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1A0F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Another source of bit errors in a baseband data transmission system is the ubiquitous </a:t>
            </a:r>
            <a:r>
              <a:rPr lang="en-IN" i="1" dirty="0">
                <a:solidFill>
                  <a:srgbClr val="1A0F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receiver noise </a:t>
            </a:r>
            <a:r>
              <a:rPr lang="en-IN" dirty="0">
                <a:solidFill>
                  <a:srgbClr val="1A0F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(channel noise). 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Channel noise is independent of the transmitted signal; its effect on data transmission over the band-limited channel shows up at the receiver input, once the data transmission system is switched 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A0F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basic problem that often arises in the study of communication systems is that of detecting a pulse transmitted over a channel that is corrupted by channel noise.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device (an LTI filter) for optimum detection of a pulse corrupted by noise in the channel is referred to as Matched filter</a:t>
            </a:r>
            <a:endParaRPr lang="en-IN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712B2-32FE-EDC1-66E6-5D950E448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77563-F822-49AB-A456-6AA22F59AFE8}" type="datetime1">
              <a:rPr lang="en-US" smtClean="0"/>
              <a:t>12/31/2025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291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60EA2-5697-976B-6F90-E9A62494F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205" y="365126"/>
            <a:ext cx="11907795" cy="365126"/>
          </a:xfrm>
        </p:spPr>
        <p:txBody>
          <a:bodyPr>
            <a:normAutofit fontScale="90000"/>
          </a:bodyPr>
          <a:lstStyle/>
          <a:p>
            <a:r>
              <a:rPr lang="en-US" sz="3600" kern="1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 transmission of digital data over a baseband channel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C826C-9257-1A65-DC9A-7B6187137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923" y="1037968"/>
            <a:ext cx="11994292" cy="5454906"/>
          </a:xfrm>
        </p:spPr>
        <p:txBody>
          <a:bodyPr/>
          <a:lstStyle/>
          <a:p>
            <a:pPr marL="0" lvl="0" indent="0">
              <a:lnSpc>
                <a:spcPct val="100000"/>
              </a:lnSpc>
              <a:buNone/>
            </a:pPr>
            <a:r>
              <a:rPr lang="en-I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impairments include: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Attenuation, 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Non-linear distortion</a:t>
            </a:r>
            <a:r>
              <a:rPr lang="en-IN" dirty="0">
                <a:solidFill>
                  <a:srgbClr val="1A0F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Arises from non-linearities in amplifiers and </a:t>
            </a:r>
            <a:r>
              <a:rPr lang="en-IN" dirty="0" err="1">
                <a:solidFill>
                  <a:srgbClr val="1A0F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companders</a:t>
            </a:r>
            <a:r>
              <a:rPr lang="en-IN" dirty="0">
                <a:solidFill>
                  <a:srgbClr val="1A0F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Effect is small but difficult to correct.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Frequency off-set</a:t>
            </a:r>
            <a:r>
              <a:rPr lang="en-IN" dirty="0">
                <a:solidFill>
                  <a:srgbClr val="1A0F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Approximately less than 5 Hz. Effect is severe in high-speed transmission systems and synchronous coherent detection.</a:t>
            </a:r>
            <a:r>
              <a:rPr lang="en-IN" dirty="0">
                <a:solidFill>
                  <a:srgbClr val="1A0F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delay and phase jitter</a:t>
            </a:r>
            <a:r>
              <a:rPr lang="en-IN" dirty="0">
                <a:solidFill>
                  <a:srgbClr val="1A0F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Low index frequency modulation with the low-frequency harmonics of the power line (50 Hz). 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Impulse and thermal noise.</a:t>
            </a:r>
            <a:r>
              <a:rPr lang="en-IN" dirty="0">
                <a:solidFill>
                  <a:srgbClr val="1A0FFD"/>
                </a:solidFill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endParaRPr lang="en-IN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712B2-32FE-EDC1-66E6-5D950E448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726F-BEAA-44CB-A003-51E1563582EF}" type="datetime1">
              <a:rPr lang="en-US" smtClean="0"/>
              <a:t>12/31/2025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19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7AA9E-561E-8FC1-690A-3C4B219C7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424" y="2766218"/>
            <a:ext cx="1633152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BB9316-3455-E3E3-AB26-6399C0B58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F8A15-BDCE-4CD5-9CF9-6BBBCE081E23}" type="datetime1">
              <a:rPr lang="en-US" smtClean="0"/>
              <a:t>12/31/2025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501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4006</TotalTime>
  <Words>413</Words>
  <Application>Microsoft Office PowerPoint</Application>
  <PresentationFormat>Widescreen</PresentationFormat>
  <Paragraphs>39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Theme</vt:lpstr>
      <vt:lpstr>Digital Communication</vt:lpstr>
      <vt:lpstr>Characteristics of Communication Channels</vt:lpstr>
      <vt:lpstr>Distortion-less Transmission  (Ideal channel characteristics)</vt:lpstr>
      <vt:lpstr>Distortion-less Transmission  (Ideal channel characteristics)</vt:lpstr>
      <vt:lpstr>Frequency Response of Distortion-less Transmission  (Ideal channel characteristics)</vt:lpstr>
      <vt:lpstr>The transmission of digital data over a baseband channel</vt:lpstr>
      <vt:lpstr>Dispersive channel causes Inter Symbol Interference</vt:lpstr>
      <vt:lpstr>The transmission of digital data over a baseband channel</vt:lpstr>
      <vt:lpstr>The transmission of digital data over a baseband channel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Delta Modulation</dc:title>
  <dc:creator>MVGR</dc:creator>
  <cp:lastModifiedBy>D Sreenivasa Rao</cp:lastModifiedBy>
  <cp:revision>185</cp:revision>
  <dcterms:created xsi:type="dcterms:W3CDTF">2017-03-12T06:53:45Z</dcterms:created>
  <dcterms:modified xsi:type="dcterms:W3CDTF">2025-12-31T05:21:43Z</dcterms:modified>
</cp:coreProperties>
</file>