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4"/>
  </p:sldMasterIdLst>
  <p:notesMasterIdLst>
    <p:notesMasterId r:id="rId18"/>
  </p:notesMasterIdLst>
  <p:handoutMasterIdLst>
    <p:handoutMasterId r:id="rId19"/>
  </p:handoutMasterIdLst>
  <p:sldIdLst>
    <p:sldId id="332" r:id="rId5"/>
    <p:sldId id="412" r:id="rId6"/>
    <p:sldId id="410" r:id="rId7"/>
    <p:sldId id="408" r:id="rId8"/>
    <p:sldId id="409" r:id="rId9"/>
    <p:sldId id="413" r:id="rId10"/>
    <p:sldId id="407" r:id="rId11"/>
    <p:sldId id="406" r:id="rId12"/>
    <p:sldId id="405" r:id="rId13"/>
    <p:sldId id="404" r:id="rId14"/>
    <p:sldId id="403" r:id="rId15"/>
    <p:sldId id="402" r:id="rId16"/>
    <p:sldId id="42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09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C3D46A-FF2E-42AC-89B8-02A9E330841D}" v="5" dt="2023-11-30T04:48:04.558"/>
    <p1510:client id="{C25E1DC8-A601-40AC-ACC5-1C017B431D19}" v="4" dt="2023-11-30T04:39:57.975"/>
    <p1510:client id="{E4DDD848-9BF3-4B32-A72E-01899E74668D}" v="1" dt="2023-11-30T05:06:17.0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42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VGR" userId="f2c0952e-ef03-4304-8056-d84e15f5cef7" providerId="ADAL" clId="{E4DDD848-9BF3-4B32-A72E-01899E74668D}"/>
    <pc:docChg chg="delSld modSld">
      <pc:chgData name="MVGR" userId="f2c0952e-ef03-4304-8056-d84e15f5cef7" providerId="ADAL" clId="{E4DDD848-9BF3-4B32-A72E-01899E74668D}" dt="2023-11-30T05:06:50.991" v="54" actId="20577"/>
      <pc:docMkLst>
        <pc:docMk/>
      </pc:docMkLst>
      <pc:sldChg chg="del">
        <pc:chgData name="MVGR" userId="f2c0952e-ef03-4304-8056-d84e15f5cef7" providerId="ADAL" clId="{E4DDD848-9BF3-4B32-A72E-01899E74668D}" dt="2023-11-30T05:05:35.704" v="0" actId="47"/>
        <pc:sldMkLst>
          <pc:docMk/>
          <pc:sldMk cId="0" sldId="256"/>
        </pc:sldMkLst>
      </pc:sldChg>
      <pc:sldChg chg="modSp mod">
        <pc:chgData name="MVGR" userId="f2c0952e-ef03-4304-8056-d84e15f5cef7" providerId="ADAL" clId="{E4DDD848-9BF3-4B32-A72E-01899E74668D}" dt="2023-11-30T05:06:50.991" v="54" actId="20577"/>
        <pc:sldMkLst>
          <pc:docMk/>
          <pc:sldMk cId="0" sldId="332"/>
        </pc:sldMkLst>
        <pc:spChg chg="mod">
          <ac:chgData name="MVGR" userId="f2c0952e-ef03-4304-8056-d84e15f5cef7" providerId="ADAL" clId="{E4DDD848-9BF3-4B32-A72E-01899E74668D}" dt="2023-11-30T05:06:50.991" v="54" actId="20577"/>
          <ac:spMkLst>
            <pc:docMk/>
            <pc:sldMk cId="0" sldId="332"/>
            <ac:spMk id="5" creationId="{958D3960-278F-60DC-1BDE-D851D37FC194}"/>
          </ac:spMkLst>
        </pc:spChg>
      </pc:sldChg>
      <pc:sldChg chg="del">
        <pc:chgData name="MVGR" userId="f2c0952e-ef03-4304-8056-d84e15f5cef7" providerId="ADAL" clId="{E4DDD848-9BF3-4B32-A72E-01899E74668D}" dt="2023-11-30T05:05:36.064" v="2" actId="47"/>
        <pc:sldMkLst>
          <pc:docMk/>
          <pc:sldMk cId="0" sldId="377"/>
        </pc:sldMkLst>
      </pc:sldChg>
      <pc:sldChg chg="del">
        <pc:chgData name="MVGR" userId="f2c0952e-ef03-4304-8056-d84e15f5cef7" providerId="ADAL" clId="{E4DDD848-9BF3-4B32-A72E-01899E74668D}" dt="2023-11-30T05:05:36.990" v="7" actId="47"/>
        <pc:sldMkLst>
          <pc:docMk/>
          <pc:sldMk cId="0" sldId="378"/>
        </pc:sldMkLst>
      </pc:sldChg>
      <pc:sldChg chg="del">
        <pc:chgData name="MVGR" userId="f2c0952e-ef03-4304-8056-d84e15f5cef7" providerId="ADAL" clId="{E4DDD848-9BF3-4B32-A72E-01899E74668D}" dt="2023-11-30T05:05:36.786" v="6" actId="47"/>
        <pc:sldMkLst>
          <pc:docMk/>
          <pc:sldMk cId="0" sldId="379"/>
        </pc:sldMkLst>
      </pc:sldChg>
      <pc:sldChg chg="del">
        <pc:chgData name="MVGR" userId="f2c0952e-ef03-4304-8056-d84e15f5cef7" providerId="ADAL" clId="{E4DDD848-9BF3-4B32-A72E-01899E74668D}" dt="2023-11-30T05:05:36.441" v="4" actId="47"/>
        <pc:sldMkLst>
          <pc:docMk/>
          <pc:sldMk cId="0" sldId="383"/>
        </pc:sldMkLst>
      </pc:sldChg>
      <pc:sldChg chg="del">
        <pc:chgData name="MVGR" userId="f2c0952e-ef03-4304-8056-d84e15f5cef7" providerId="ADAL" clId="{E4DDD848-9BF3-4B32-A72E-01899E74668D}" dt="2023-11-30T05:05:36.619" v="5" actId="47"/>
        <pc:sldMkLst>
          <pc:docMk/>
          <pc:sldMk cId="0" sldId="384"/>
        </pc:sldMkLst>
      </pc:sldChg>
      <pc:sldChg chg="del">
        <pc:chgData name="MVGR" userId="f2c0952e-ef03-4304-8056-d84e15f5cef7" providerId="ADAL" clId="{E4DDD848-9BF3-4B32-A72E-01899E74668D}" dt="2023-11-30T05:05:36.284" v="3" actId="47"/>
        <pc:sldMkLst>
          <pc:docMk/>
          <pc:sldMk cId="0" sldId="385"/>
        </pc:sldMkLst>
      </pc:sldChg>
      <pc:sldChg chg="del">
        <pc:chgData name="MVGR" userId="f2c0952e-ef03-4304-8056-d84e15f5cef7" providerId="ADAL" clId="{E4DDD848-9BF3-4B32-A72E-01899E74668D}" dt="2023-11-30T05:05:37.164" v="8" actId="47"/>
        <pc:sldMkLst>
          <pc:docMk/>
          <pc:sldMk cId="0" sldId="387"/>
        </pc:sldMkLst>
      </pc:sldChg>
      <pc:sldChg chg="del">
        <pc:chgData name="MVGR" userId="f2c0952e-ef03-4304-8056-d84e15f5cef7" providerId="ADAL" clId="{E4DDD848-9BF3-4B32-A72E-01899E74668D}" dt="2023-11-30T05:05:37.369" v="9" actId="47"/>
        <pc:sldMkLst>
          <pc:docMk/>
          <pc:sldMk cId="0" sldId="388"/>
        </pc:sldMkLst>
      </pc:sldChg>
      <pc:sldChg chg="del">
        <pc:chgData name="MVGR" userId="f2c0952e-ef03-4304-8056-d84e15f5cef7" providerId="ADAL" clId="{E4DDD848-9BF3-4B32-A72E-01899E74668D}" dt="2023-11-30T05:05:38.254" v="13" actId="47"/>
        <pc:sldMkLst>
          <pc:docMk/>
          <pc:sldMk cId="0" sldId="389"/>
        </pc:sldMkLst>
      </pc:sldChg>
      <pc:sldChg chg="del">
        <pc:chgData name="MVGR" userId="f2c0952e-ef03-4304-8056-d84e15f5cef7" providerId="ADAL" clId="{E4DDD848-9BF3-4B32-A72E-01899E74668D}" dt="2023-11-30T05:05:37.558" v="10" actId="47"/>
        <pc:sldMkLst>
          <pc:docMk/>
          <pc:sldMk cId="0" sldId="390"/>
        </pc:sldMkLst>
      </pc:sldChg>
      <pc:sldChg chg="del">
        <pc:chgData name="MVGR" userId="f2c0952e-ef03-4304-8056-d84e15f5cef7" providerId="ADAL" clId="{E4DDD848-9BF3-4B32-A72E-01899E74668D}" dt="2023-11-30T05:05:38.510" v="14" actId="47"/>
        <pc:sldMkLst>
          <pc:docMk/>
          <pc:sldMk cId="0" sldId="392"/>
        </pc:sldMkLst>
      </pc:sldChg>
      <pc:sldChg chg="del">
        <pc:chgData name="MVGR" userId="f2c0952e-ef03-4304-8056-d84e15f5cef7" providerId="ADAL" clId="{E4DDD848-9BF3-4B32-A72E-01899E74668D}" dt="2023-11-30T05:05:35.909" v="1" actId="47"/>
        <pc:sldMkLst>
          <pc:docMk/>
          <pc:sldMk cId="0" sldId="395"/>
        </pc:sldMkLst>
      </pc:sldChg>
      <pc:sldChg chg="del">
        <pc:chgData name="MVGR" userId="f2c0952e-ef03-4304-8056-d84e15f5cef7" providerId="ADAL" clId="{E4DDD848-9BF3-4B32-A72E-01899E74668D}" dt="2023-11-30T05:05:38.748" v="15" actId="47"/>
        <pc:sldMkLst>
          <pc:docMk/>
          <pc:sldMk cId="0" sldId="400"/>
        </pc:sldMkLst>
      </pc:sldChg>
      <pc:sldChg chg="del">
        <pc:chgData name="MVGR" userId="f2c0952e-ef03-4304-8056-d84e15f5cef7" providerId="ADAL" clId="{E4DDD848-9BF3-4B32-A72E-01899E74668D}" dt="2023-11-30T05:06:22.990" v="21" actId="47"/>
        <pc:sldMkLst>
          <pc:docMk/>
          <pc:sldMk cId="910520229" sldId="414"/>
        </pc:sldMkLst>
      </pc:sldChg>
      <pc:sldChg chg="del">
        <pc:chgData name="MVGR" userId="f2c0952e-ef03-4304-8056-d84e15f5cef7" providerId="ADAL" clId="{E4DDD848-9BF3-4B32-A72E-01899E74668D}" dt="2023-11-30T05:05:39.478" v="18" actId="47"/>
        <pc:sldMkLst>
          <pc:docMk/>
          <pc:sldMk cId="0" sldId="416"/>
        </pc:sldMkLst>
      </pc:sldChg>
      <pc:sldChg chg="del">
        <pc:chgData name="MVGR" userId="f2c0952e-ef03-4304-8056-d84e15f5cef7" providerId="ADAL" clId="{E4DDD848-9BF3-4B32-A72E-01899E74668D}" dt="2023-11-30T05:05:39.198" v="17" actId="47"/>
        <pc:sldMkLst>
          <pc:docMk/>
          <pc:sldMk cId="0" sldId="417"/>
        </pc:sldMkLst>
      </pc:sldChg>
      <pc:sldChg chg="del">
        <pc:chgData name="MVGR" userId="f2c0952e-ef03-4304-8056-d84e15f5cef7" providerId="ADAL" clId="{E4DDD848-9BF3-4B32-A72E-01899E74668D}" dt="2023-11-30T05:05:38.980" v="16" actId="47"/>
        <pc:sldMkLst>
          <pc:docMk/>
          <pc:sldMk cId="0" sldId="419"/>
        </pc:sldMkLst>
      </pc:sldChg>
      <pc:sldChg chg="del">
        <pc:chgData name="MVGR" userId="f2c0952e-ef03-4304-8056-d84e15f5cef7" providerId="ADAL" clId="{E4DDD848-9BF3-4B32-A72E-01899E74668D}" dt="2023-11-30T05:05:37.764" v="11" actId="47"/>
        <pc:sldMkLst>
          <pc:docMk/>
          <pc:sldMk cId="0" sldId="420"/>
        </pc:sldMkLst>
      </pc:sldChg>
      <pc:sldChg chg="del">
        <pc:chgData name="MVGR" userId="f2c0952e-ef03-4304-8056-d84e15f5cef7" providerId="ADAL" clId="{E4DDD848-9BF3-4B32-A72E-01899E74668D}" dt="2023-11-30T05:05:38.001" v="12" actId="47"/>
        <pc:sldMkLst>
          <pc:docMk/>
          <pc:sldMk cId="0" sldId="423"/>
        </pc:sldMkLst>
      </pc:sldChg>
      <pc:sldChg chg="del">
        <pc:chgData name="MVGR" userId="f2c0952e-ef03-4304-8056-d84e15f5cef7" providerId="ADAL" clId="{E4DDD848-9BF3-4B32-A72E-01899E74668D}" dt="2023-11-30T05:05:39.766" v="19" actId="47"/>
        <pc:sldMkLst>
          <pc:docMk/>
          <pc:sldMk cId="0" sldId="424"/>
        </pc:sldMkLst>
      </pc:sldChg>
      <pc:sldChg chg="del">
        <pc:chgData name="MVGR" userId="f2c0952e-ef03-4304-8056-d84e15f5cef7" providerId="ADAL" clId="{E4DDD848-9BF3-4B32-A72E-01899E74668D}" dt="2023-11-30T05:05:40.677" v="20" actId="47"/>
        <pc:sldMkLst>
          <pc:docMk/>
          <pc:sldMk cId="3735150934" sldId="433"/>
        </pc:sldMkLst>
      </pc:sldChg>
    </pc:docChg>
  </pc:docChgLst>
  <pc:docChgLst>
    <pc:chgData name="MVGR" userId="f2c0952e-ef03-4304-8056-d84e15f5cef7" providerId="ADAL" clId="{C25E1DC8-A601-40AC-ACC5-1C017B431D19}"/>
    <pc:docChg chg="custSel addSld delSld modSld">
      <pc:chgData name="MVGR" userId="f2c0952e-ef03-4304-8056-d84e15f5cef7" providerId="ADAL" clId="{C25E1DC8-A601-40AC-ACC5-1C017B431D19}" dt="2023-11-30T04:40:27.937" v="44" actId="478"/>
      <pc:docMkLst>
        <pc:docMk/>
      </pc:docMkLst>
      <pc:sldChg chg="del">
        <pc:chgData name="MVGR" userId="f2c0952e-ef03-4304-8056-d84e15f5cef7" providerId="ADAL" clId="{C25E1DC8-A601-40AC-ACC5-1C017B431D19}" dt="2023-11-30T04:39:51.394" v="29" actId="47"/>
        <pc:sldMkLst>
          <pc:docMk/>
          <pc:sldMk cId="0" sldId="264"/>
        </pc:sldMkLst>
      </pc:sldChg>
      <pc:sldChg chg="addSp delSp modSp mod">
        <pc:chgData name="MVGR" userId="f2c0952e-ef03-4304-8056-d84e15f5cef7" providerId="ADAL" clId="{C25E1DC8-A601-40AC-ACC5-1C017B431D19}" dt="2023-11-30T04:39:28.889" v="24" actId="1076"/>
        <pc:sldMkLst>
          <pc:docMk/>
          <pc:sldMk cId="0" sldId="332"/>
        </pc:sldMkLst>
        <pc:spChg chg="mod">
          <ac:chgData name="MVGR" userId="f2c0952e-ef03-4304-8056-d84e15f5cef7" providerId="ADAL" clId="{C25E1DC8-A601-40AC-ACC5-1C017B431D19}" dt="2023-11-30T04:39:07.993" v="22" actId="1076"/>
          <ac:spMkLst>
            <pc:docMk/>
            <pc:sldMk cId="0" sldId="332"/>
            <ac:spMk id="3" creationId="{2A7C63F9-A35B-8620-AFB6-E436A472F157}"/>
          </ac:spMkLst>
        </pc:spChg>
        <pc:spChg chg="add del mod">
          <ac:chgData name="MVGR" userId="f2c0952e-ef03-4304-8056-d84e15f5cef7" providerId="ADAL" clId="{C25E1DC8-A601-40AC-ACC5-1C017B431D19}" dt="2023-11-30T04:39:05.218" v="21" actId="478"/>
          <ac:spMkLst>
            <pc:docMk/>
            <pc:sldMk cId="0" sldId="332"/>
            <ac:spMk id="4" creationId="{910E7F88-A220-97EE-4BB0-1227D5D7990E}"/>
          </ac:spMkLst>
        </pc:spChg>
        <pc:spChg chg="add mod">
          <ac:chgData name="MVGR" userId="f2c0952e-ef03-4304-8056-d84e15f5cef7" providerId="ADAL" clId="{C25E1DC8-A601-40AC-ACC5-1C017B431D19}" dt="2023-11-30T04:39:28.889" v="24" actId="1076"/>
          <ac:spMkLst>
            <pc:docMk/>
            <pc:sldMk cId="0" sldId="332"/>
            <ac:spMk id="5" creationId="{958D3960-278F-60DC-1BDE-D851D37FC194}"/>
          </ac:spMkLst>
        </pc:spChg>
        <pc:spChg chg="del">
          <ac:chgData name="MVGR" userId="f2c0952e-ef03-4304-8056-d84e15f5cef7" providerId="ADAL" clId="{C25E1DC8-A601-40AC-ACC5-1C017B431D19}" dt="2023-11-30T04:39:02.399" v="20" actId="478"/>
          <ac:spMkLst>
            <pc:docMk/>
            <pc:sldMk cId="0" sldId="332"/>
            <ac:spMk id="28675" creationId="{EDF6C24C-65E2-6E02-A461-E248FDD063C5}"/>
          </ac:spMkLst>
        </pc:spChg>
        <pc:spChg chg="del mod">
          <ac:chgData name="MVGR" userId="f2c0952e-ef03-4304-8056-d84e15f5cef7" providerId="ADAL" clId="{C25E1DC8-A601-40AC-ACC5-1C017B431D19}" dt="2023-11-30T04:38:59.494" v="19" actId="478"/>
          <ac:spMkLst>
            <pc:docMk/>
            <pc:sldMk cId="0" sldId="332"/>
            <ac:spMk id="28676" creationId="{A12F97AF-3BC9-6EED-E58E-57C094F9B02A}"/>
          </ac:spMkLst>
        </pc:spChg>
      </pc:sldChg>
      <pc:sldChg chg="del">
        <pc:chgData name="MVGR" userId="f2c0952e-ef03-4304-8056-d84e15f5cef7" providerId="ADAL" clId="{C25E1DC8-A601-40AC-ACC5-1C017B431D19}" dt="2023-11-30T04:39:52.551" v="35" actId="47"/>
        <pc:sldMkLst>
          <pc:docMk/>
          <pc:sldMk cId="0" sldId="356"/>
        </pc:sldMkLst>
      </pc:sldChg>
      <pc:sldChg chg="del">
        <pc:chgData name="MVGR" userId="f2c0952e-ef03-4304-8056-d84e15f5cef7" providerId="ADAL" clId="{C25E1DC8-A601-40AC-ACC5-1C017B431D19}" dt="2023-11-30T04:39:52.807" v="36" actId="47"/>
        <pc:sldMkLst>
          <pc:docMk/>
          <pc:sldMk cId="0" sldId="357"/>
        </pc:sldMkLst>
      </pc:sldChg>
      <pc:sldChg chg="del">
        <pc:chgData name="MVGR" userId="f2c0952e-ef03-4304-8056-d84e15f5cef7" providerId="ADAL" clId="{C25E1DC8-A601-40AC-ACC5-1C017B431D19}" dt="2023-11-30T04:39:52.967" v="37" actId="47"/>
        <pc:sldMkLst>
          <pc:docMk/>
          <pc:sldMk cId="0" sldId="358"/>
        </pc:sldMkLst>
      </pc:sldChg>
      <pc:sldChg chg="del">
        <pc:chgData name="MVGR" userId="f2c0952e-ef03-4304-8056-d84e15f5cef7" providerId="ADAL" clId="{C25E1DC8-A601-40AC-ACC5-1C017B431D19}" dt="2023-11-30T04:39:53.280" v="38" actId="47"/>
        <pc:sldMkLst>
          <pc:docMk/>
          <pc:sldMk cId="0" sldId="359"/>
        </pc:sldMkLst>
      </pc:sldChg>
      <pc:sldChg chg="modSp add del mod">
        <pc:chgData name="MVGR" userId="f2c0952e-ef03-4304-8056-d84e15f5cef7" providerId="ADAL" clId="{C25E1DC8-A601-40AC-ACC5-1C017B431D19}" dt="2023-11-30T04:39:58.083" v="41" actId="27636"/>
        <pc:sldMkLst>
          <pc:docMk/>
          <pc:sldMk cId="0" sldId="399"/>
        </pc:sldMkLst>
        <pc:spChg chg="mod">
          <ac:chgData name="MVGR" userId="f2c0952e-ef03-4304-8056-d84e15f5cef7" providerId="ADAL" clId="{C25E1DC8-A601-40AC-ACC5-1C017B431D19}" dt="2023-11-30T04:39:58.083" v="41" actId="27636"/>
          <ac:spMkLst>
            <pc:docMk/>
            <pc:sldMk cId="0" sldId="399"/>
            <ac:spMk id="9218" creationId="{4FBEE1B1-9443-046E-E859-2A3276A14D2D}"/>
          </ac:spMkLst>
        </pc:spChg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00"/>
        </pc:sldMkLst>
      </pc:sldChg>
      <pc:sldChg chg="del">
        <pc:chgData name="MVGR" userId="f2c0952e-ef03-4304-8056-d84e15f5cef7" providerId="ADAL" clId="{C25E1DC8-A601-40AC-ACC5-1C017B431D19}" dt="2023-11-30T04:39:51.737" v="31" actId="47"/>
        <pc:sldMkLst>
          <pc:docMk/>
          <pc:sldMk cId="0" sldId="403"/>
        </pc:sldMkLst>
      </pc:sldChg>
      <pc:sldChg chg="add del">
        <pc:chgData name="MVGR" userId="f2c0952e-ef03-4304-8056-d84e15f5cef7" providerId="ADAL" clId="{C25E1DC8-A601-40AC-ACC5-1C017B431D19}" dt="2023-11-30T04:39:57.970" v="40"/>
        <pc:sldMkLst>
          <pc:docMk/>
          <pc:sldMk cId="0" sldId="404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05"/>
        </pc:sldMkLst>
      </pc:sldChg>
      <pc:sldChg chg="modSp add mod">
        <pc:chgData name="MVGR" userId="f2c0952e-ef03-4304-8056-d84e15f5cef7" providerId="ADAL" clId="{C25E1DC8-A601-40AC-ACC5-1C017B431D19}" dt="2023-11-30T04:39:58.095" v="42" actId="27636"/>
        <pc:sldMkLst>
          <pc:docMk/>
          <pc:sldMk cId="0" sldId="406"/>
        </pc:sldMkLst>
        <pc:spChg chg="mod">
          <ac:chgData name="MVGR" userId="f2c0952e-ef03-4304-8056-d84e15f5cef7" providerId="ADAL" clId="{C25E1DC8-A601-40AC-ACC5-1C017B431D19}" dt="2023-11-30T04:39:58.095" v="42" actId="27636"/>
          <ac:spMkLst>
            <pc:docMk/>
            <pc:sldMk cId="0" sldId="406"/>
            <ac:spMk id="27650" creationId="{F1B0FCE7-3074-DAA9-BA7B-821A8FFC2F8E}"/>
          </ac:spMkLst>
        </pc:spChg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08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17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18"/>
        </pc:sldMkLst>
      </pc:sldChg>
      <pc:sldChg chg="del">
        <pc:chgData name="MVGR" userId="f2c0952e-ef03-4304-8056-d84e15f5cef7" providerId="ADAL" clId="{C25E1DC8-A601-40AC-ACC5-1C017B431D19}" dt="2023-11-30T04:39:51.036" v="27" actId="47"/>
        <pc:sldMkLst>
          <pc:docMk/>
          <pc:sldMk cId="0" sldId="420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21"/>
        </pc:sldMkLst>
      </pc:sldChg>
      <pc:sldChg chg="modSp add mod">
        <pc:chgData name="MVGR" userId="f2c0952e-ef03-4304-8056-d84e15f5cef7" providerId="ADAL" clId="{C25E1DC8-A601-40AC-ACC5-1C017B431D19}" dt="2023-11-30T04:40:21.616" v="43" actId="1076"/>
        <pc:sldMkLst>
          <pc:docMk/>
          <pc:sldMk cId="0" sldId="423"/>
        </pc:sldMkLst>
        <pc:spChg chg="mod">
          <ac:chgData name="MVGR" userId="f2c0952e-ef03-4304-8056-d84e15f5cef7" providerId="ADAL" clId="{C25E1DC8-A601-40AC-ACC5-1C017B431D19}" dt="2023-11-30T04:40:21.616" v="43" actId="1076"/>
          <ac:spMkLst>
            <pc:docMk/>
            <pc:sldMk cId="0" sldId="423"/>
            <ac:spMk id="5123" creationId="{7D9AC848-E9F2-610F-F8EF-71A1941E4DBE}"/>
          </ac:spMkLst>
        </pc:spChg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24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27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28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29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30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31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32"/>
        </pc:sldMkLst>
      </pc:sldChg>
      <pc:sldChg chg="delSp add mod">
        <pc:chgData name="MVGR" userId="f2c0952e-ef03-4304-8056-d84e15f5cef7" providerId="ADAL" clId="{C25E1DC8-A601-40AC-ACC5-1C017B431D19}" dt="2023-11-30T04:40:27.937" v="44" actId="478"/>
        <pc:sldMkLst>
          <pc:docMk/>
          <pc:sldMk cId="3735150934" sldId="433"/>
        </pc:sldMkLst>
        <pc:spChg chg="del">
          <ac:chgData name="MVGR" userId="f2c0952e-ef03-4304-8056-d84e15f5cef7" providerId="ADAL" clId="{C25E1DC8-A601-40AC-ACC5-1C017B431D19}" dt="2023-11-30T04:40:27.937" v="44" actId="478"/>
          <ac:spMkLst>
            <pc:docMk/>
            <pc:sldMk cId="3735150934" sldId="433"/>
            <ac:spMk id="7170" creationId="{0459FD30-B188-C0CC-A57C-24D59A8DA94E}"/>
          </ac:spMkLst>
        </pc:spChg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36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37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38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39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40"/>
        </pc:sldMkLst>
      </pc:sldChg>
      <pc:sldChg chg="add del">
        <pc:chgData name="MVGR" userId="f2c0952e-ef03-4304-8056-d84e15f5cef7" providerId="ADAL" clId="{C25E1DC8-A601-40AC-ACC5-1C017B431D19}" dt="2023-11-30T04:39:57.970" v="40"/>
        <pc:sldMkLst>
          <pc:docMk/>
          <pc:sldMk cId="0" sldId="441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42"/>
        </pc:sldMkLst>
      </pc:sldChg>
      <pc:sldChg chg="del">
        <pc:chgData name="MVGR" userId="f2c0952e-ef03-4304-8056-d84e15f5cef7" providerId="ADAL" clId="{C25E1DC8-A601-40AC-ACC5-1C017B431D19}" dt="2023-11-30T04:39:51.947" v="32" actId="47"/>
        <pc:sldMkLst>
          <pc:docMk/>
          <pc:sldMk cId="3454534067" sldId="442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43"/>
        </pc:sldMkLst>
      </pc:sldChg>
      <pc:sldChg chg="del">
        <pc:chgData name="MVGR" userId="f2c0952e-ef03-4304-8056-d84e15f5cef7" providerId="ADAL" clId="{C25E1DC8-A601-40AC-ACC5-1C017B431D19}" dt="2023-11-30T04:39:51.217" v="28" actId="47"/>
        <pc:sldMkLst>
          <pc:docMk/>
          <pc:sldMk cId="964175867" sldId="443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44"/>
        </pc:sldMkLst>
      </pc:sldChg>
      <pc:sldChg chg="del">
        <pc:chgData name="MVGR" userId="f2c0952e-ef03-4304-8056-d84e15f5cef7" providerId="ADAL" clId="{C25E1DC8-A601-40AC-ACC5-1C017B431D19}" dt="2023-11-30T04:39:51.560" v="30" actId="47"/>
        <pc:sldMkLst>
          <pc:docMk/>
          <pc:sldMk cId="898281547" sldId="444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45"/>
        </pc:sldMkLst>
      </pc:sldChg>
      <pc:sldChg chg="del">
        <pc:chgData name="MVGR" userId="f2c0952e-ef03-4304-8056-d84e15f5cef7" providerId="ADAL" clId="{C25E1DC8-A601-40AC-ACC5-1C017B431D19}" dt="2023-11-30T04:39:52.348" v="34" actId="47"/>
        <pc:sldMkLst>
          <pc:docMk/>
          <pc:sldMk cId="2593004543" sldId="445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46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47"/>
        </pc:sldMkLst>
      </pc:sldChg>
      <pc:sldChg chg="del">
        <pc:chgData name="MVGR" userId="f2c0952e-ef03-4304-8056-d84e15f5cef7" providerId="ADAL" clId="{C25E1DC8-A601-40AC-ACC5-1C017B431D19}" dt="2023-11-30T04:39:52.140" v="33" actId="47"/>
        <pc:sldMkLst>
          <pc:docMk/>
          <pc:sldMk cId="3447073771" sldId="447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48"/>
        </pc:sldMkLst>
      </pc:sldChg>
      <pc:sldChg chg="add">
        <pc:chgData name="MVGR" userId="f2c0952e-ef03-4304-8056-d84e15f5cef7" providerId="ADAL" clId="{C25E1DC8-A601-40AC-ACC5-1C017B431D19}" dt="2023-11-30T04:39:57.970" v="40"/>
        <pc:sldMkLst>
          <pc:docMk/>
          <pc:sldMk cId="0" sldId="449"/>
        </pc:sldMkLst>
      </pc:sldChg>
    </pc:docChg>
  </pc:docChgLst>
  <pc:docChgLst>
    <pc:chgData name="MVGR" userId="f2c0952e-ef03-4304-8056-d84e15f5cef7" providerId="ADAL" clId="{4FC3D46A-FF2E-42AC-89B8-02A9E330841D}"/>
    <pc:docChg chg="delSld modSld">
      <pc:chgData name="MVGR" userId="f2c0952e-ef03-4304-8056-d84e15f5cef7" providerId="ADAL" clId="{4FC3D46A-FF2E-42AC-89B8-02A9E330841D}" dt="2023-11-30T04:48:17.720" v="86" actId="1076"/>
      <pc:docMkLst>
        <pc:docMk/>
      </pc:docMkLst>
      <pc:sldChg chg="addSp modSp mod">
        <pc:chgData name="MVGR" userId="f2c0952e-ef03-4304-8056-d84e15f5cef7" providerId="ADAL" clId="{4FC3D46A-FF2E-42AC-89B8-02A9E330841D}" dt="2023-11-30T04:47:15.519" v="51" actId="207"/>
        <pc:sldMkLst>
          <pc:docMk/>
          <pc:sldMk cId="0" sldId="332"/>
        </pc:sldMkLst>
        <pc:spChg chg="add mod">
          <ac:chgData name="MVGR" userId="f2c0952e-ef03-4304-8056-d84e15f5cef7" providerId="ADAL" clId="{4FC3D46A-FF2E-42AC-89B8-02A9E330841D}" dt="2023-11-30T04:47:15.519" v="51" actId="207"/>
          <ac:spMkLst>
            <pc:docMk/>
            <pc:sldMk cId="0" sldId="332"/>
            <ac:spMk id="2" creationId="{6961DA53-72B2-3DE0-D936-373617E33241}"/>
          </ac:spMkLst>
        </pc:spChg>
        <pc:spChg chg="mod">
          <ac:chgData name="MVGR" userId="f2c0952e-ef03-4304-8056-d84e15f5cef7" providerId="ADAL" clId="{4FC3D46A-FF2E-42AC-89B8-02A9E330841D}" dt="2023-11-30T04:46:48.536" v="37" actId="1076"/>
          <ac:spMkLst>
            <pc:docMk/>
            <pc:sldMk cId="0" sldId="332"/>
            <ac:spMk id="3" creationId="{2A7C63F9-A35B-8620-AFB6-E436A472F157}"/>
          </ac:spMkLst>
        </pc:spChg>
        <pc:spChg chg="mod">
          <ac:chgData name="MVGR" userId="f2c0952e-ef03-4304-8056-d84e15f5cef7" providerId="ADAL" clId="{4FC3D46A-FF2E-42AC-89B8-02A9E330841D}" dt="2023-11-30T04:46:52.834" v="38" actId="1076"/>
          <ac:spMkLst>
            <pc:docMk/>
            <pc:sldMk cId="0" sldId="332"/>
            <ac:spMk id="5" creationId="{958D3960-278F-60DC-1BDE-D851D37FC194}"/>
          </ac:spMkLst>
        </pc:spChg>
      </pc:sldChg>
      <pc:sldChg chg="del">
        <pc:chgData name="MVGR" userId="f2c0952e-ef03-4304-8056-d84e15f5cef7" providerId="ADAL" clId="{4FC3D46A-FF2E-42AC-89B8-02A9E330841D}" dt="2023-11-30T04:47:27.114" v="56" actId="47"/>
        <pc:sldMkLst>
          <pc:docMk/>
          <pc:sldMk cId="0" sldId="399"/>
        </pc:sldMkLst>
      </pc:sldChg>
      <pc:sldChg chg="del">
        <pc:chgData name="MVGR" userId="f2c0952e-ef03-4304-8056-d84e15f5cef7" providerId="ADAL" clId="{4FC3D46A-FF2E-42AC-89B8-02A9E330841D}" dt="2023-11-30T04:47:32.160" v="75" actId="47"/>
        <pc:sldMkLst>
          <pc:docMk/>
          <pc:sldMk cId="0" sldId="400"/>
        </pc:sldMkLst>
      </pc:sldChg>
      <pc:sldChg chg="del">
        <pc:chgData name="MVGR" userId="f2c0952e-ef03-4304-8056-d84e15f5cef7" providerId="ADAL" clId="{4FC3D46A-FF2E-42AC-89B8-02A9E330841D}" dt="2023-11-30T04:47:33.335" v="78" actId="47"/>
        <pc:sldMkLst>
          <pc:docMk/>
          <pc:sldMk cId="0" sldId="404"/>
        </pc:sldMkLst>
      </pc:sldChg>
      <pc:sldChg chg="del">
        <pc:chgData name="MVGR" userId="f2c0952e-ef03-4304-8056-d84e15f5cef7" providerId="ADAL" clId="{4FC3D46A-FF2E-42AC-89B8-02A9E330841D}" dt="2023-11-30T04:47:34.715" v="81" actId="47"/>
        <pc:sldMkLst>
          <pc:docMk/>
          <pc:sldMk cId="0" sldId="405"/>
        </pc:sldMkLst>
      </pc:sldChg>
      <pc:sldChg chg="del">
        <pc:chgData name="MVGR" userId="f2c0952e-ef03-4304-8056-d84e15f5cef7" providerId="ADAL" clId="{4FC3D46A-FF2E-42AC-89B8-02A9E330841D}" dt="2023-11-30T04:47:31.545" v="73" actId="47"/>
        <pc:sldMkLst>
          <pc:docMk/>
          <pc:sldMk cId="0" sldId="406"/>
        </pc:sldMkLst>
      </pc:sldChg>
      <pc:sldChg chg="del">
        <pc:chgData name="MVGR" userId="f2c0952e-ef03-4304-8056-d84e15f5cef7" providerId="ADAL" clId="{4FC3D46A-FF2E-42AC-89B8-02A9E330841D}" dt="2023-11-30T04:47:32.571" v="76" actId="47"/>
        <pc:sldMkLst>
          <pc:docMk/>
          <pc:sldMk cId="0" sldId="408"/>
        </pc:sldMkLst>
      </pc:sldChg>
      <pc:sldChg chg="del">
        <pc:chgData name="MVGR" userId="f2c0952e-ef03-4304-8056-d84e15f5cef7" providerId="ADAL" clId="{4FC3D46A-FF2E-42AC-89B8-02A9E330841D}" dt="2023-11-30T04:47:28.640" v="62" actId="47"/>
        <pc:sldMkLst>
          <pc:docMk/>
          <pc:sldMk cId="0" sldId="417"/>
        </pc:sldMkLst>
      </pc:sldChg>
      <pc:sldChg chg="del">
        <pc:chgData name="MVGR" userId="f2c0952e-ef03-4304-8056-d84e15f5cef7" providerId="ADAL" clId="{4FC3D46A-FF2E-42AC-89B8-02A9E330841D}" dt="2023-11-30T04:47:28.106" v="60" actId="47"/>
        <pc:sldMkLst>
          <pc:docMk/>
          <pc:sldMk cId="0" sldId="418"/>
        </pc:sldMkLst>
      </pc:sldChg>
      <pc:sldChg chg="del">
        <pc:chgData name="MVGR" userId="f2c0952e-ef03-4304-8056-d84e15f5cef7" providerId="ADAL" clId="{4FC3D46A-FF2E-42AC-89B8-02A9E330841D}" dt="2023-11-30T04:47:36.121" v="83" actId="47"/>
        <pc:sldMkLst>
          <pc:docMk/>
          <pc:sldMk cId="0" sldId="421"/>
        </pc:sldMkLst>
      </pc:sldChg>
      <pc:sldChg chg="del">
        <pc:chgData name="MVGR" userId="f2c0952e-ef03-4304-8056-d84e15f5cef7" providerId="ADAL" clId="{4FC3D46A-FF2E-42AC-89B8-02A9E330841D}" dt="2023-11-30T04:47:26.349" v="52" actId="47"/>
        <pc:sldMkLst>
          <pc:docMk/>
          <pc:sldMk cId="0" sldId="423"/>
        </pc:sldMkLst>
      </pc:sldChg>
      <pc:sldChg chg="del">
        <pc:chgData name="MVGR" userId="f2c0952e-ef03-4304-8056-d84e15f5cef7" providerId="ADAL" clId="{4FC3D46A-FF2E-42AC-89B8-02A9E330841D}" dt="2023-11-30T04:47:26.539" v="53" actId="47"/>
        <pc:sldMkLst>
          <pc:docMk/>
          <pc:sldMk cId="0" sldId="424"/>
        </pc:sldMkLst>
      </pc:sldChg>
      <pc:sldChg chg="del">
        <pc:chgData name="MVGR" userId="f2c0952e-ef03-4304-8056-d84e15f5cef7" providerId="ADAL" clId="{4FC3D46A-FF2E-42AC-89B8-02A9E330841D}" dt="2023-11-30T04:47:27.302" v="57" actId="47"/>
        <pc:sldMkLst>
          <pc:docMk/>
          <pc:sldMk cId="0" sldId="427"/>
        </pc:sldMkLst>
      </pc:sldChg>
      <pc:sldChg chg="modSp del mod">
        <pc:chgData name="MVGR" userId="f2c0952e-ef03-4304-8056-d84e15f5cef7" providerId="ADAL" clId="{4FC3D46A-FF2E-42AC-89B8-02A9E330841D}" dt="2023-11-30T04:48:17.720" v="86" actId="1076"/>
        <pc:sldMkLst>
          <pc:docMk/>
          <pc:sldMk cId="0" sldId="428"/>
        </pc:sldMkLst>
        <pc:spChg chg="mod">
          <ac:chgData name="MVGR" userId="f2c0952e-ef03-4304-8056-d84e15f5cef7" providerId="ADAL" clId="{4FC3D46A-FF2E-42AC-89B8-02A9E330841D}" dt="2023-11-30T04:48:17.720" v="86" actId="1076"/>
          <ac:spMkLst>
            <pc:docMk/>
            <pc:sldMk cId="0" sldId="428"/>
            <ac:spMk id="35842" creationId="{C99DF3D8-B10E-8B96-F70D-4D036378D795}"/>
          </ac:spMkLst>
        </pc:spChg>
      </pc:sldChg>
      <pc:sldChg chg="del">
        <pc:chgData name="MVGR" userId="f2c0952e-ef03-4304-8056-d84e15f5cef7" providerId="ADAL" clId="{4FC3D46A-FF2E-42AC-89B8-02A9E330841D}" dt="2023-11-30T04:47:28.382" v="61" actId="47"/>
        <pc:sldMkLst>
          <pc:docMk/>
          <pc:sldMk cId="0" sldId="429"/>
        </pc:sldMkLst>
      </pc:sldChg>
      <pc:sldChg chg="del">
        <pc:chgData name="MVGR" userId="f2c0952e-ef03-4304-8056-d84e15f5cef7" providerId="ADAL" clId="{4FC3D46A-FF2E-42AC-89B8-02A9E330841D}" dt="2023-11-30T04:47:27.576" v="58" actId="47"/>
        <pc:sldMkLst>
          <pc:docMk/>
          <pc:sldMk cId="0" sldId="430"/>
        </pc:sldMkLst>
      </pc:sldChg>
      <pc:sldChg chg="del">
        <pc:chgData name="MVGR" userId="f2c0952e-ef03-4304-8056-d84e15f5cef7" providerId="ADAL" clId="{4FC3D46A-FF2E-42AC-89B8-02A9E330841D}" dt="2023-11-30T04:47:29.101" v="64" actId="47"/>
        <pc:sldMkLst>
          <pc:docMk/>
          <pc:sldMk cId="0" sldId="431"/>
        </pc:sldMkLst>
      </pc:sldChg>
      <pc:sldChg chg="del">
        <pc:chgData name="MVGR" userId="f2c0952e-ef03-4304-8056-d84e15f5cef7" providerId="ADAL" clId="{4FC3D46A-FF2E-42AC-89B8-02A9E330841D}" dt="2023-11-30T04:47:31.241" v="72" actId="47"/>
        <pc:sldMkLst>
          <pc:docMk/>
          <pc:sldMk cId="0" sldId="432"/>
        </pc:sldMkLst>
      </pc:sldChg>
      <pc:sldChg chg="del">
        <pc:chgData name="MVGR" userId="f2c0952e-ef03-4304-8056-d84e15f5cef7" providerId="ADAL" clId="{4FC3D46A-FF2E-42AC-89B8-02A9E330841D}" dt="2023-11-30T04:47:26.751" v="54" actId="47"/>
        <pc:sldMkLst>
          <pc:docMk/>
          <pc:sldMk cId="3735150934" sldId="433"/>
        </pc:sldMkLst>
      </pc:sldChg>
      <pc:sldChg chg="del">
        <pc:chgData name="MVGR" userId="f2c0952e-ef03-4304-8056-d84e15f5cef7" providerId="ADAL" clId="{4FC3D46A-FF2E-42AC-89B8-02A9E330841D}" dt="2023-11-30T04:47:31.814" v="74" actId="47"/>
        <pc:sldMkLst>
          <pc:docMk/>
          <pc:sldMk cId="0" sldId="436"/>
        </pc:sldMkLst>
      </pc:sldChg>
      <pc:sldChg chg="del">
        <pc:chgData name="MVGR" userId="f2c0952e-ef03-4304-8056-d84e15f5cef7" providerId="ADAL" clId="{4FC3D46A-FF2E-42AC-89B8-02A9E330841D}" dt="2023-11-30T04:47:32.974" v="77" actId="47"/>
        <pc:sldMkLst>
          <pc:docMk/>
          <pc:sldMk cId="0" sldId="437"/>
        </pc:sldMkLst>
      </pc:sldChg>
      <pc:sldChg chg="del">
        <pc:chgData name="MVGR" userId="f2c0952e-ef03-4304-8056-d84e15f5cef7" providerId="ADAL" clId="{4FC3D46A-FF2E-42AC-89B8-02A9E330841D}" dt="2023-11-30T04:47:33.767" v="79" actId="47"/>
        <pc:sldMkLst>
          <pc:docMk/>
          <pc:sldMk cId="0" sldId="438"/>
        </pc:sldMkLst>
      </pc:sldChg>
      <pc:sldChg chg="del">
        <pc:chgData name="MVGR" userId="f2c0952e-ef03-4304-8056-d84e15f5cef7" providerId="ADAL" clId="{4FC3D46A-FF2E-42AC-89B8-02A9E330841D}" dt="2023-11-30T04:47:34.121" v="80" actId="47"/>
        <pc:sldMkLst>
          <pc:docMk/>
          <pc:sldMk cId="0" sldId="439"/>
        </pc:sldMkLst>
      </pc:sldChg>
      <pc:sldChg chg="del">
        <pc:chgData name="MVGR" userId="f2c0952e-ef03-4304-8056-d84e15f5cef7" providerId="ADAL" clId="{4FC3D46A-FF2E-42AC-89B8-02A9E330841D}" dt="2023-11-30T04:47:35.227" v="82" actId="47"/>
        <pc:sldMkLst>
          <pc:docMk/>
          <pc:sldMk cId="0" sldId="440"/>
        </pc:sldMkLst>
      </pc:sldChg>
      <pc:sldChg chg="del">
        <pc:chgData name="MVGR" userId="f2c0952e-ef03-4304-8056-d84e15f5cef7" providerId="ADAL" clId="{4FC3D46A-FF2E-42AC-89B8-02A9E330841D}" dt="2023-11-30T04:47:26.922" v="55" actId="47"/>
        <pc:sldMkLst>
          <pc:docMk/>
          <pc:sldMk cId="0" sldId="441"/>
        </pc:sldMkLst>
      </pc:sldChg>
      <pc:sldChg chg="del">
        <pc:chgData name="MVGR" userId="f2c0952e-ef03-4304-8056-d84e15f5cef7" providerId="ADAL" clId="{4FC3D46A-FF2E-42AC-89B8-02A9E330841D}" dt="2023-11-30T04:47:28.874" v="63" actId="47"/>
        <pc:sldMkLst>
          <pc:docMk/>
          <pc:sldMk cId="0" sldId="442"/>
        </pc:sldMkLst>
      </pc:sldChg>
      <pc:sldChg chg="del">
        <pc:chgData name="MVGR" userId="f2c0952e-ef03-4304-8056-d84e15f5cef7" providerId="ADAL" clId="{4FC3D46A-FF2E-42AC-89B8-02A9E330841D}" dt="2023-11-30T04:47:29.306" v="65" actId="47"/>
        <pc:sldMkLst>
          <pc:docMk/>
          <pc:sldMk cId="0" sldId="443"/>
        </pc:sldMkLst>
      </pc:sldChg>
      <pc:sldChg chg="del">
        <pc:chgData name="MVGR" userId="f2c0952e-ef03-4304-8056-d84e15f5cef7" providerId="ADAL" clId="{4FC3D46A-FF2E-42AC-89B8-02A9E330841D}" dt="2023-11-30T04:47:29.494" v="66" actId="47"/>
        <pc:sldMkLst>
          <pc:docMk/>
          <pc:sldMk cId="0" sldId="444"/>
        </pc:sldMkLst>
      </pc:sldChg>
      <pc:sldChg chg="del">
        <pc:chgData name="MVGR" userId="f2c0952e-ef03-4304-8056-d84e15f5cef7" providerId="ADAL" clId="{4FC3D46A-FF2E-42AC-89B8-02A9E330841D}" dt="2023-11-30T04:47:30.788" v="71" actId="47"/>
        <pc:sldMkLst>
          <pc:docMk/>
          <pc:sldMk cId="0" sldId="445"/>
        </pc:sldMkLst>
      </pc:sldChg>
      <pc:sldChg chg="del">
        <pc:chgData name="MVGR" userId="f2c0952e-ef03-4304-8056-d84e15f5cef7" providerId="ADAL" clId="{4FC3D46A-FF2E-42AC-89B8-02A9E330841D}" dt="2023-11-30T04:47:29.715" v="67" actId="47"/>
        <pc:sldMkLst>
          <pc:docMk/>
          <pc:sldMk cId="0" sldId="446"/>
        </pc:sldMkLst>
      </pc:sldChg>
      <pc:sldChg chg="del">
        <pc:chgData name="MVGR" userId="f2c0952e-ef03-4304-8056-d84e15f5cef7" providerId="ADAL" clId="{4FC3D46A-FF2E-42AC-89B8-02A9E330841D}" dt="2023-11-30T04:47:29.975" v="68" actId="47"/>
        <pc:sldMkLst>
          <pc:docMk/>
          <pc:sldMk cId="0" sldId="447"/>
        </pc:sldMkLst>
      </pc:sldChg>
      <pc:sldChg chg="del">
        <pc:chgData name="MVGR" userId="f2c0952e-ef03-4304-8056-d84e15f5cef7" providerId="ADAL" clId="{4FC3D46A-FF2E-42AC-89B8-02A9E330841D}" dt="2023-11-30T04:47:30.315" v="69" actId="47"/>
        <pc:sldMkLst>
          <pc:docMk/>
          <pc:sldMk cId="0" sldId="448"/>
        </pc:sldMkLst>
      </pc:sldChg>
      <pc:sldChg chg="del">
        <pc:chgData name="MVGR" userId="f2c0952e-ef03-4304-8056-d84e15f5cef7" providerId="ADAL" clId="{4FC3D46A-FF2E-42AC-89B8-02A9E330841D}" dt="2023-11-30T04:47:30.552" v="70" actId="47"/>
        <pc:sldMkLst>
          <pc:docMk/>
          <pc:sldMk cId="0" sldId="44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DB74D4-5E76-4C47-E7AA-61E2C648C8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962EDA-0A3B-5C3A-C8DF-7672C339CF9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5D750-AD1D-4C03-A026-1768137CC901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80489-5F61-FA08-A147-AE43BE9C49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D387C-1469-6716-E148-98BDCB6976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566E6-FD90-4AE7-9488-620D46A96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39155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6BB4A-8EA9-40D4-95BF-21E04B247614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BDDA1-7BB7-447A-97DE-AE5425C8F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00788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>
            <a:extLst>
              <a:ext uri="{FF2B5EF4-FFF2-40B4-BE49-F238E27FC236}">
                <a16:creationId xmlns:a16="http://schemas.microsoft.com/office/drawing/2014/main" id="{DA825265-D0CA-CD2C-F63F-C62D771C56A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>
            <a:extLst>
              <a:ext uri="{FF2B5EF4-FFF2-40B4-BE49-F238E27FC236}">
                <a16:creationId xmlns:a16="http://schemas.microsoft.com/office/drawing/2014/main" id="{B2831099-6276-9969-85D2-29B6D932247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6084" name="Slide Number Placeholder 3">
            <a:extLst>
              <a:ext uri="{FF2B5EF4-FFF2-40B4-BE49-F238E27FC236}">
                <a16:creationId xmlns:a16="http://schemas.microsoft.com/office/drawing/2014/main" id="{286C5438-B070-C625-07F8-E9F835DD2A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94F86EC-06BE-4CF1-B578-9687628E0BB2}" type="slidenum">
              <a:rPr lang="en-US" altLang="en-US"/>
              <a:pPr/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AED47-D61B-E309-5EB2-04BEA12A9E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12015A-4BD5-FB90-2194-40EC34F3C6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CA64A-8775-9B3D-9AE9-FD021694B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81261-2900-E08E-C669-3DFABF335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EC566-B985-EEED-64AD-AD1E74A84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76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6CA1A-1762-8CB7-50BB-A111D1295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22A42-2CDB-09CC-BE64-F16D5C826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ABE68-4EA6-9203-A5C9-B66C24AFE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AC3-7233-F0A8-8841-E703D8A9C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67B6A-FEE3-4AC6-8E54-D5FACAB4F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550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38C2C-E2CF-99A3-4B76-ADF5001F7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EC2576-8EE8-91D2-5E72-FA94CB728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034DF-70BD-585F-9DD0-E4C041783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EBFF7-3FE4-D642-3C34-C2AB78F74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8487C-E86A-5B42-AFD9-4459C3954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160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B7CD4-BDA6-3911-5E74-51628C7FA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B55A5-127A-FB1A-D6A8-2DB0C02502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972ADF-3BAF-8B6D-CE3D-0630A3BD8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AF980-DB77-3853-4FE3-4F5B590D7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6C360-183F-64E6-626F-727D1D8C5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984E52-C247-AD53-8DB0-9ECE2061F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145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2011E-FDD8-C6F9-54EC-646022162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5621B-0845-07C4-189D-F7BBBB0E1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79B479-E026-29B4-BC5D-A2969FF33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57F45F-1EF7-566D-CAC4-4C5D316E0F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046E26-E4BA-61B4-260D-FE06C29DDE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27DA7C-8C23-E683-8694-DF1F8F91F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BB2813-0E43-C0C5-55E0-B207BC180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E6E77F-AC73-4C85-9AF3-4E287B76D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669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EDFC9-9061-5F4F-63A1-3305678EE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6CD372-4898-7A0A-F18E-2955DE194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1026B0-5458-1CA3-28D7-348D05C70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D49DE8-CD82-8DB2-ECF2-2D40EF180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561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01F90C-55A9-31B0-CBB0-BB754054D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FE083F-F5FA-7EDC-022C-F983177B2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4D4BC-94EA-DC9F-DE3D-52353BCFE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714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E56F4-13D7-9DF0-566B-6B11FBCF0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662A4-F4B4-465C-1D29-3348E830F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31FD9-C665-610D-0289-9B7B8A5C29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6757DB-B89E-4A29-D0C5-6C71BF3D4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F85567-382F-8CF1-AD95-ABD0EA4CC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ECD8D5-E405-5DA9-B52B-41819F4EB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239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09B87-55C2-9F19-3623-91B7F4C3B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5A6723-D58C-1102-D7AC-4EB5F54D0B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97D962-ECA6-E890-FA89-C9836AA22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E0DDB2-6F1C-06B9-6100-0D082679E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786502-ED0C-6A23-60A8-C9EC1E679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67D0C5-413A-DA84-8A31-11018340B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061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FD69A-3DC0-DB39-3334-A9BA5A403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1D3BDA-5093-5E89-269A-69491664F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4D6DE-8E90-0D56-D28B-DE5724905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05BF5-4225-BB1D-1457-34DF8A62B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15106-45F8-64CE-C438-3456469AF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427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AC22B9-DE1E-5F16-BBC3-3C3783BBBA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ACD89A-B728-0F81-7454-DC5E2A878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58732-2337-1D9F-CEEA-43A1482A4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7DE17-567C-8524-BA24-E118292F3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F672A-C170-9AF8-1F51-A43D912BC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3916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2E7B62-8011-CCDC-959C-C770C92F8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A46B4-B884-807D-D2D2-4536B041F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281CC-4DF4-0090-E0ED-584BBD3B4D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F9F48-0658-B969-E15D-50A0133BC4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4D365-DD42-F8BB-FE9B-3A524593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ABCCC1-BF11-4F37-963E-1BCD5B23FD72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7" name="Picture 6" descr="Icon&#10;&#10;Description automatically generated with medium confidence">
            <a:extLst>
              <a:ext uri="{FF2B5EF4-FFF2-40B4-BE49-F238E27FC236}">
                <a16:creationId xmlns:a16="http://schemas.microsoft.com/office/drawing/2014/main" id="{FA6FD25C-E91B-3776-D178-4D9AF946F9A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B01E73-FD80-735E-7997-6704ACBA21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9" name="Picture 8" descr="Text&#10;&#10;Description automatically generated with medium confidence">
            <a:extLst>
              <a:ext uri="{FF2B5EF4-FFF2-40B4-BE49-F238E27FC236}">
                <a16:creationId xmlns:a16="http://schemas.microsoft.com/office/drawing/2014/main" id="{874DC773-DFA3-0B02-D75F-59F2159E3A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1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3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7C63F9-A35B-8620-AFB6-E436A472F157}"/>
              </a:ext>
            </a:extLst>
          </p:cNvPr>
          <p:cNvSpPr txBox="1"/>
          <p:nvPr/>
        </p:nvSpPr>
        <p:spPr>
          <a:xfrm>
            <a:off x="2081330" y="1308983"/>
            <a:ext cx="88270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40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Digital Communication 24EC2208</a:t>
            </a:r>
            <a:endParaRPr lang="en-US" sz="4000" dirty="0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958D3960-278F-60DC-1BDE-D851D37FC1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8300" y="3605719"/>
            <a:ext cx="89154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rgbClr val="FF0000"/>
                </a:solidFill>
                <a:latin typeface="Arial" panose="020B0604020202020204" pitchFamily="34" charset="0"/>
              </a:rPr>
              <a:t>Delta Modulation </a:t>
            </a:r>
            <a:r>
              <a:rPr lang="en-US" altLang="en-US" sz="4000">
                <a:solidFill>
                  <a:srgbClr val="FF0000"/>
                </a:solidFill>
                <a:latin typeface="Arial" panose="020B0604020202020204" pitchFamily="34" charset="0"/>
              </a:rPr>
              <a:t>and Demodulation</a:t>
            </a:r>
            <a:endParaRPr lang="en-US" altLang="en-US" sz="40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6961DA53-72B2-3DE0-D936-373617E332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2607" y="2376791"/>
            <a:ext cx="89154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000" dirty="0">
                <a:latin typeface="Arial" panose="020B0604020202020204" pitchFamily="34" charset="0"/>
              </a:rPr>
              <a:t>AY 2025-26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647" y="189279"/>
            <a:ext cx="10732477" cy="900967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Delta Modulation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44061" y="1465191"/>
            <a:ext cx="10574216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rgbClr val="0404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Delta modulation is a simplified version of DPCM: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</a:t>
            </a:r>
            <a:r>
              <a:rPr lang="en-US" sz="2800" dirty="0">
                <a:solidFill>
                  <a:srgbClr val="178F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 The prediction filter is first order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 * The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quantizer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is two level  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±</a:t>
            </a:r>
            <a:r>
              <a:rPr lang="el-GR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Δ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sampling rate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rgbClr val="0404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Analog signal is approximated by staircase function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Only a single binary digit is required for each sample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rgbClr val="178F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DM uses very simple hardware and is low cost for that reason</a:t>
            </a:r>
            <a:r>
              <a:rPr lang="en-US" sz="2800" dirty="0"/>
              <a:t>.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6856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85446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0404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Delta Modulation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123" y="668214"/>
            <a:ext cx="11816862" cy="5990493"/>
          </a:xfrm>
        </p:spPr>
        <p:txBody>
          <a:bodyPr/>
          <a:lstStyle/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6801" y="800591"/>
            <a:ext cx="8391733" cy="34908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55016" y="3907353"/>
            <a:ext cx="26259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DM Transmitter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123" y="3577440"/>
            <a:ext cx="4964252" cy="56074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123" y="4338151"/>
            <a:ext cx="3845169" cy="59573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049558"/>
            <a:ext cx="4961652" cy="50564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007834" y="992147"/>
            <a:ext cx="1348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bit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23745" y="1496435"/>
            <a:ext cx="5581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±</a:t>
            </a:r>
            <a:r>
              <a:rPr lang="el-GR" sz="2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Δ</a:t>
            </a:r>
            <a:endParaRPr lang="en-US" sz="2400" i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026" y="5555204"/>
            <a:ext cx="3595325" cy="990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081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404" y="136280"/>
            <a:ext cx="8841766" cy="6444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654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886" y="1080354"/>
            <a:ext cx="11409122" cy="29406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35108" y="3505200"/>
            <a:ext cx="28721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Receiver</a:t>
            </a:r>
          </a:p>
        </p:txBody>
      </p:sp>
    </p:spTree>
    <p:extLst>
      <p:ext uri="{BB962C8B-B14F-4D97-AF65-F5344CB8AC3E}">
        <p14:creationId xmlns:p14="http://schemas.microsoft.com/office/powerpoint/2010/main" val="358211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3031" y="363417"/>
            <a:ext cx="10515600" cy="80889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Quantization errors in DM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691" y="2262555"/>
            <a:ext cx="11676185" cy="1957754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Slope overload distortion 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rgbClr val="0404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Granular noise</a:t>
            </a:r>
          </a:p>
        </p:txBody>
      </p:sp>
    </p:spTree>
    <p:extLst>
      <p:ext uri="{BB962C8B-B14F-4D97-AF65-F5344CB8AC3E}">
        <p14:creationId xmlns:p14="http://schemas.microsoft.com/office/powerpoint/2010/main" val="4165396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08892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178F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Slope overload distortion</a:t>
            </a:r>
            <a:endParaRPr lang="en-US" sz="3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691" y="808892"/>
            <a:ext cx="11676185" cy="5943599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size is too small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404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condition for no over slope distortion is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0404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endParaRPr lang="en-US" dirty="0">
              <a:solidFill>
                <a:srgbClr val="0404E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7621" y="1077790"/>
            <a:ext cx="2867025" cy="10858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031" y="2432537"/>
            <a:ext cx="9788424" cy="402436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250714" y="3743288"/>
            <a:ext cx="32944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size is too small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3563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6505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Granular noise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077" y="1254370"/>
            <a:ext cx="11652738" cy="52871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0404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step size is too large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175" y="2058863"/>
            <a:ext cx="9498310" cy="3638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363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2388"/>
            <a:ext cx="10515600" cy="936136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Quantization Noise in DM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9631" y="1207476"/>
            <a:ext cx="11676184" cy="5322277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087" y="1637201"/>
            <a:ext cx="5270989" cy="1292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282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337" y="1"/>
            <a:ext cx="10515600" cy="914400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SQNR for DM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953" y="808892"/>
            <a:ext cx="11922369" cy="59318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0404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Consider an input signal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178F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condition for no slope overload distortion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0410" y="914401"/>
            <a:ext cx="3324225" cy="5143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076" y="2015636"/>
            <a:ext cx="2725803" cy="103236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7107" y="2997445"/>
            <a:ext cx="8258175" cy="10763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1382" y="4149235"/>
            <a:ext cx="3314700" cy="6286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6091" y="5086713"/>
            <a:ext cx="2019300" cy="10001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5391" y="5131044"/>
            <a:ext cx="2447925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413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85446"/>
          </a:xfrm>
        </p:spPr>
        <p:txBody>
          <a:bodyPr/>
          <a:lstStyle/>
          <a:p>
            <a:pPr algn="ctr"/>
            <a:r>
              <a:rPr 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SQNR for DM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291" y="679938"/>
            <a:ext cx="11852032" cy="61780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178F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quantization noise power 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0404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signal power</a:t>
            </a:r>
          </a:p>
          <a:p>
            <a:pPr marL="0" indent="0">
              <a:buNone/>
            </a:pPr>
            <a:endParaRPr lang="en-US" sz="3200" dirty="0">
              <a:solidFill>
                <a:srgbClr val="0404E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3200" dirty="0">
                <a:solidFill>
                  <a:srgbClr val="0404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Then the Signal Quantization Noise Ratio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0404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endParaRPr lang="en-US" sz="3200" dirty="0">
              <a:solidFill>
                <a:srgbClr val="0404E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5691" y="583956"/>
            <a:ext cx="1616771" cy="105507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0" y="1266458"/>
            <a:ext cx="1524000" cy="9906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815" y="3007704"/>
            <a:ext cx="10429875" cy="12763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492" y="4273431"/>
            <a:ext cx="3971925" cy="12382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716" y="5926571"/>
            <a:ext cx="4181475" cy="6381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12016" y="4692863"/>
            <a:ext cx="53808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Does not depend on amplitude</a:t>
            </a:r>
          </a:p>
        </p:txBody>
      </p:sp>
    </p:spTree>
    <p:extLst>
      <p:ext uri="{BB962C8B-B14F-4D97-AF65-F5344CB8AC3E}">
        <p14:creationId xmlns:p14="http://schemas.microsoft.com/office/powerpoint/2010/main" val="3924704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63308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 the post reconstruction filter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323" y="763309"/>
            <a:ext cx="11711353" cy="57078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0404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Let the cut-off frequency of LPF at the receiver output be equal to message signal bandwidth ‘</a:t>
            </a:r>
            <a:r>
              <a:rPr lang="en-US" sz="3200" i="1" dirty="0">
                <a:solidFill>
                  <a:srgbClr val="178F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3200" dirty="0">
                <a:solidFill>
                  <a:srgbClr val="0404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 Hz.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Then the noise power at the receiver output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0404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Then the Signal Quantization Noise Ratio</a:t>
            </a:r>
          </a:p>
          <a:p>
            <a:pPr marL="0" indent="0">
              <a:buNone/>
            </a:pPr>
            <a:endParaRPr lang="en-US" sz="3200" dirty="0">
              <a:solidFill>
                <a:srgbClr val="0404E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3200" dirty="0">
              <a:solidFill>
                <a:srgbClr val="0404E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3200" dirty="0">
              <a:solidFill>
                <a:srgbClr val="0404E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3200" dirty="0">
              <a:solidFill>
                <a:srgbClr val="0404E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3200" dirty="0">
              <a:solidFill>
                <a:srgbClr val="0404E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3200" dirty="0">
              <a:solidFill>
                <a:srgbClr val="0404E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1391" y="1676931"/>
            <a:ext cx="2447925" cy="11049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38642"/>
            <a:ext cx="12192000" cy="174171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323" y="4607849"/>
            <a:ext cx="3609975" cy="11334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6293" y="5437168"/>
            <a:ext cx="4181475" cy="6381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232" y="5896319"/>
            <a:ext cx="2114550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518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C99DF3D8-B10E-8B96-F70D-4D036378D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778" y="2857500"/>
            <a:ext cx="1806405" cy="1143000"/>
          </a:xfrm>
        </p:spPr>
        <p:txBody>
          <a:bodyPr/>
          <a:lstStyle/>
          <a:p>
            <a:r>
              <a:rPr lang="en-IN" altLang="en-US">
                <a:solidFill>
                  <a:srgbClr val="FF00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End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723CD8-BED0-5A35-2521-392F28A63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256571-2706-313E-3CF1-9DFF3C1B9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Dr. M. Venu Gopala Rao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830673-1996-66DD-340E-03849AE8F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D19B2-9399-4375-A41B-870151398D4A}" type="slidenum">
              <a:rPr lang="en-US" altLang="zh-TW" smtClean="0"/>
              <a:pPr>
                <a:defRPr/>
              </a:pPr>
              <a:t>13</a:t>
            </a:fld>
            <a:endParaRPr lang="en-US" altLang="zh-TW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1B4054966B8914981DF84CE0611BBF3" ma:contentTypeVersion="13" ma:contentTypeDescription="Create a new document." ma:contentTypeScope="" ma:versionID="8a796047917fdd02fe75b75195f00977">
  <xsd:schema xmlns:xsd="http://www.w3.org/2001/XMLSchema" xmlns:xs="http://www.w3.org/2001/XMLSchema" xmlns:p="http://schemas.microsoft.com/office/2006/metadata/properties" xmlns:ns3="9df66832-8a96-40a9-b472-27b1b671652b" xmlns:ns4="3ef07bbe-7178-465e-b37e-c96ad76c7ba2" targetNamespace="http://schemas.microsoft.com/office/2006/metadata/properties" ma:root="true" ma:fieldsID="f3a2d852074f99ffe044f5cdbc6860e7" ns3:_="" ns4:_="">
    <xsd:import namespace="9df66832-8a96-40a9-b472-27b1b671652b"/>
    <xsd:import namespace="3ef07bbe-7178-465e-b37e-c96ad76c7ba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f66832-8a96-40a9-b472-27b1b67165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f07bbe-7178-465e-b37e-c96ad76c7ba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df66832-8a96-40a9-b472-27b1b671652b" xsi:nil="true"/>
  </documentManagement>
</p:properties>
</file>

<file path=customXml/itemProps1.xml><?xml version="1.0" encoding="utf-8"?>
<ds:datastoreItem xmlns:ds="http://schemas.openxmlformats.org/officeDocument/2006/customXml" ds:itemID="{44A4D56B-9EDA-4F8D-84ED-5B5B230CCC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0D4FFE4-B5DD-40DF-82C4-AC58AE0649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df66832-8a96-40a9-b472-27b1b671652b"/>
    <ds:schemaRef ds:uri="3ef07bbe-7178-465e-b37e-c96ad76c7b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3942E90-F73C-42DC-BE25-1F552216703B}">
  <ds:schemaRefs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9df66832-8a96-40a9-b472-27b1b671652b"/>
    <ds:schemaRef ds:uri="http://purl.org/dc/elements/1.1/"/>
    <ds:schemaRef ds:uri="3ef07bbe-7178-465e-b37e-c96ad76c7ba2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</TotalTime>
  <Words>209</Words>
  <Application>Microsoft Office PowerPoint</Application>
  <PresentationFormat>Widescreen</PresentationFormat>
  <Paragraphs>49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Delta Modulation</vt:lpstr>
      <vt:lpstr>Delta Modulation</vt:lpstr>
      <vt:lpstr>PowerPoint Presentation</vt:lpstr>
      <vt:lpstr>PowerPoint Presentation</vt:lpstr>
      <vt:lpstr>Quantization errors in DM</vt:lpstr>
      <vt:lpstr>Slope overload distortion</vt:lpstr>
      <vt:lpstr>Granular noise</vt:lpstr>
      <vt:lpstr>Quantization Noise in DM</vt:lpstr>
      <vt:lpstr>SQNR for DM</vt:lpstr>
      <vt:lpstr>SQNR for DM…</vt:lpstr>
      <vt:lpstr>With the post reconstruction filter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MVGR</dc:creator>
  <cp:lastModifiedBy>D Sreenivasa Rao</cp:lastModifiedBy>
  <cp:revision>11</cp:revision>
  <dcterms:created xsi:type="dcterms:W3CDTF">2023-05-08T13:48:07Z</dcterms:created>
  <dcterms:modified xsi:type="dcterms:W3CDTF">2025-12-01T08:53:38Z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0x010100F1B4054966B8914981DF84CE0611BBF3</vt:lpwstr>
  </property>
</Properties>
</file>